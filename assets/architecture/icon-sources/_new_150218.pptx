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xlsx" ContentType="application/vnd.openxmlformats-officedocument.spreadsheetml.sheet"/>
  <Default Extension="png" ContentType="image/png"/>
  <Default Extension="mp3" ContentType="audio/mp3"/>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 Id="rId5" Type="http://schemas.openxmlformats.org/officeDocument/2006/relationships/custom-properties" Target="docProps/custom.xml" /></Relationships>
</file>

<file path=ppt/presentation.xml><?xml version="1.0" encoding="utf-8"?>
<!--Generated by Aspose.Slides for Java 21.11-->
<p:presentation xmlns:r="http://schemas.openxmlformats.org/officeDocument/2006/relationships" xmlns:a="http://schemas.openxmlformats.org/drawingml/2006/main" xmlns:p="http://schemas.openxmlformats.org/presentationml/2006/main">
  <p:sldMasterIdLst>
    <p:sldMasterId id="2147483648" r:id="rId1"/>
  </p:sldMasterIdLst>
  <p:notesMasterIdLst>
    <p:notesMasterId r:id="rId2"/>
  </p:notesMasterIdLst>
  <p:handoutMasterIdLst>
    <p:handoutMasterId r:id="rId3"/>
  </p:handoutMasterIdLst>
  <p:sldIdLst>
    <p:sldId id="409" r:id="rId4"/>
    <p:sldId id="410" r:id="rId5"/>
    <p:sldId id="450" r:id="rId6"/>
    <p:sldId id="412" r:id="rId7"/>
    <p:sldId id="414" r:id="rId8"/>
    <p:sldId id="415" r:id="rId9"/>
    <p:sldId id="413" r:id="rId10"/>
    <p:sldId id="416" r:id="rId11"/>
    <p:sldId id="434" r:id="rId12"/>
    <p:sldId id="417" r:id="rId13"/>
    <p:sldId id="418" r:id="rId14"/>
    <p:sldId id="420" r:id="rId15"/>
    <p:sldId id="419" r:id="rId16"/>
    <p:sldId id="421" r:id="rId17"/>
    <p:sldId id="423" r:id="rId18"/>
    <p:sldId id="422" r:id="rId19"/>
    <p:sldId id="424" r:id="rId20"/>
    <p:sldId id="427" r:id="rId21"/>
    <p:sldId id="426" r:id="rId22"/>
    <p:sldId id="430" r:id="rId23"/>
    <p:sldId id="429" r:id="rId24"/>
    <p:sldId id="431" r:id="rId25"/>
    <p:sldId id="428" r:id="rId26"/>
    <p:sldId id="432" r:id="rId27"/>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a="http://schemas.openxmlformats.org/drawingml/2006/main"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86" d="100"/>
          <a:sy n="86" d="100"/>
        </p:scale>
        <p:origin x="254" y="67"/>
      </p:cViewPr>
      <p:guideLst>
        <p:guide orient="horz" pos="2232"/>
        <p:guide pos="392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7.xml" /><Relationship Id="rId11" Type="http://schemas.openxmlformats.org/officeDocument/2006/relationships/slide" Target="slides/slide8.xml" /><Relationship Id="rId12" Type="http://schemas.openxmlformats.org/officeDocument/2006/relationships/slide" Target="slides/slide9.xml" /><Relationship Id="rId13" Type="http://schemas.openxmlformats.org/officeDocument/2006/relationships/slide" Target="slides/slide10.xml" /><Relationship Id="rId14" Type="http://schemas.openxmlformats.org/officeDocument/2006/relationships/slide" Target="slides/slide11.xml" /><Relationship Id="rId15" Type="http://schemas.openxmlformats.org/officeDocument/2006/relationships/slide" Target="slides/slide12.xml" /><Relationship Id="rId16" Type="http://schemas.openxmlformats.org/officeDocument/2006/relationships/slide" Target="slides/slide13.xml" /><Relationship Id="rId17" Type="http://schemas.openxmlformats.org/officeDocument/2006/relationships/slide" Target="slides/slide14.xml" /><Relationship Id="rId18" Type="http://schemas.openxmlformats.org/officeDocument/2006/relationships/slide" Target="slides/slide15.xml" /><Relationship Id="rId19" Type="http://schemas.openxmlformats.org/officeDocument/2006/relationships/slide" Target="slides/slide16.xml" /><Relationship Id="rId2" Type="http://schemas.openxmlformats.org/officeDocument/2006/relationships/notesMaster" Target="notesMasters/notesMaster1.xml" /><Relationship Id="rId20" Type="http://schemas.openxmlformats.org/officeDocument/2006/relationships/slide" Target="slides/slide17.xml" /><Relationship Id="rId21" Type="http://schemas.openxmlformats.org/officeDocument/2006/relationships/slide" Target="slides/slide18.xml" /><Relationship Id="rId22" Type="http://schemas.openxmlformats.org/officeDocument/2006/relationships/slide" Target="slides/slide19.xml" /><Relationship Id="rId23" Type="http://schemas.openxmlformats.org/officeDocument/2006/relationships/slide" Target="slides/slide20.xml" /><Relationship Id="rId24" Type="http://schemas.openxmlformats.org/officeDocument/2006/relationships/slide" Target="slides/slide21.xml" /><Relationship Id="rId25" Type="http://schemas.openxmlformats.org/officeDocument/2006/relationships/slide" Target="slides/slide22.xml" /><Relationship Id="rId26" Type="http://schemas.openxmlformats.org/officeDocument/2006/relationships/slide" Target="slides/slide23.xml" /><Relationship Id="rId27" Type="http://schemas.openxmlformats.org/officeDocument/2006/relationships/slide" Target="slides/slide24.xml" /><Relationship Id="rId28" Type="http://schemas.openxmlformats.org/officeDocument/2006/relationships/tags" Target="tags/tag66.xml" /><Relationship Id="rId29" Type="http://schemas.openxmlformats.org/officeDocument/2006/relationships/presProps" Target="presProps.xml" /><Relationship Id="rId3" Type="http://schemas.openxmlformats.org/officeDocument/2006/relationships/handoutMaster" Target="handoutMasters/handoutMaster1.xml" /><Relationship Id="rId30" Type="http://schemas.openxmlformats.org/officeDocument/2006/relationships/viewProps" Target="viewProps.xml" /><Relationship Id="rId31" Type="http://schemas.openxmlformats.org/officeDocument/2006/relationships/theme" Target="theme/theme1.xml" /><Relationship Id="rId32" Type="http://schemas.openxmlformats.org/officeDocument/2006/relationships/tableStyles" Target="tableStyles.xml" /><Relationship Id="rId4" Type="http://schemas.openxmlformats.org/officeDocument/2006/relationships/slide" Target="slides/slide1.xml" /><Relationship Id="rId5" Type="http://schemas.openxmlformats.org/officeDocument/2006/relationships/slide" Target="slides/slide2.xml" /><Relationship Id="rId6" Type="http://schemas.openxmlformats.org/officeDocument/2006/relationships/slide" Target="slides/slide3.xml" /><Relationship Id="rId7" Type="http://schemas.openxmlformats.org/officeDocument/2006/relationships/slide" Target="slides/slide4.xml" /><Relationship Id="rId8" Type="http://schemas.openxmlformats.org/officeDocument/2006/relationships/slide" Target="slides/slide5.xml" /><Relationship Id="rId9" Type="http://schemas.openxmlformats.org/officeDocument/2006/relationships/slide" Target="slides/slide6.xml" /></Relationships>
</file>

<file path=ppt/charts/_rels/chart1.xml.rels>&#65279;<?xml version="1.0" encoding="utf-8" standalone="yes"?><Relationships xmlns="http://schemas.openxmlformats.org/package/2006/relationships"><Relationship Id="rId1" Type="http://schemas.openxmlformats.org/officeDocument/2006/relationships/package" Target="../embeddings/Microsoft_Excel_Worksheet1.xlsx" /></Relationships>
</file>

<file path=ppt/charts/_rels/chart2.xml.rels>&#65279;<?xml version="1.0" encoding="utf-8" standalone="yes"?><Relationships xmlns="http://schemas.openxmlformats.org/package/2006/relationships"><Relationship Id="rId1" Type="http://schemas.openxmlformats.org/officeDocument/2006/relationships/package" Target="../embeddings/Microsoft_Excel_Worksheet2.xlsx" /></Relationships>
</file>

<file path=ppt/charts/_rels/chart3.xml.rels>&#65279;<?xml version="1.0" encoding="utf-8" standalone="yes"?><Relationships xmlns="http://schemas.openxmlformats.org/package/2006/relationships"><Relationship Id="rId1" Type="http://schemas.openxmlformats.org/officeDocument/2006/relationships/package" Target="../embeddings/Microsoft_Excel_Worksheet3.xlsx" /></Relationships>
</file>

<file path=ppt/charts/_rels/chart4.xml.rels>&#65279;<?xml version="1.0" encoding="utf-8" standalone="yes"?><Relationships xmlns="http://schemas.openxmlformats.org/package/2006/relationships"><Relationship Id="rId1" Type="http://schemas.openxmlformats.org/officeDocument/2006/relationships/package" Target="../embeddings/Microsoft_Excel_Worksheet4.xlsx" /></Relationships>
</file>

<file path=ppt/charts/chart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doughnutChart>
        <c:varyColors val="1"/>
        <c:ser>
          <c:idx val="0"/>
          <c:order val="0"/>
          <c:spPr>
            <a:solidFill>
              <a:schemeClr val="bg1">
                <a:lumMod val="85000"/>
              </a:schemeClr>
            </a:solidFill>
            <a:ln>
              <a:solidFill>
                <a:schemeClr val="bg1"/>
              </a:solidFill>
            </a:ln>
          </c:spPr>
          <c:dPt>
            <c:idx val="0"/>
            <c:invertIfNegative val="1"/>
            <c:spPr>
              <a:solidFill>
                <a:schemeClr val="accent1"/>
              </a:solidFill>
              <a:ln>
                <a:solidFill>
                  <a:schemeClr val="bg1"/>
                </a:solidFill>
              </a:ln>
            </c:spPr>
          </c:dPt>
          <c:dPt>
            <c:idx val="1"/>
            <c:invertIfNegative val="1"/>
            <c:spPr>
              <a:solidFill>
                <a:schemeClr val="accent1"/>
              </a:solidFill>
              <a:ln>
                <a:solidFill>
                  <a:schemeClr val="bg1"/>
                </a:solidFill>
              </a:ln>
            </c:spPr>
          </c:dPt>
          <c:dPt>
            <c:idx val="2"/>
            <c:invertIfNegative val="1"/>
            <c:spPr>
              <a:solidFill>
                <a:schemeClr val="accent1"/>
              </a:solidFill>
              <a:ln>
                <a:solidFill>
                  <a:schemeClr val="bg1"/>
                </a:solidFill>
              </a:ln>
            </c:spPr>
          </c:dPt>
          <c:dPt>
            <c:idx val="3"/>
            <c:invertIfNegative val="1"/>
            <c:spPr>
              <a:solidFill>
                <a:schemeClr val="accent1"/>
              </a:solidFill>
              <a:ln>
                <a:solidFill>
                  <a:schemeClr val="bg1"/>
                </a:solidFill>
              </a:ln>
            </c:spPr>
          </c:dPt>
          <c:dPt>
            <c:idx val="4"/>
            <c:invertIfNegative val="1"/>
            <c:spPr>
              <a:solidFill>
                <a:schemeClr val="accent1"/>
              </a:solidFill>
              <a:ln>
                <a:solidFill>
                  <a:schemeClr val="bg1"/>
                </a:solidFill>
              </a:ln>
            </c:spPr>
          </c:dPt>
          <c:dPt>
            <c:idx val="5"/>
            <c:invertIfNegative val="1"/>
            <c:spPr>
              <a:solidFill>
                <a:schemeClr val="bg1">
                  <a:lumMod val="85000"/>
                </a:schemeClr>
              </a:solidFill>
              <a:ln>
                <a:solidFill>
                  <a:schemeClr val="bg1"/>
                </a:solidFill>
              </a:ln>
            </c:spPr>
          </c:dPt>
          <c:dPt>
            <c:idx val="6"/>
            <c:invertIfNegative val="1"/>
            <c:spPr>
              <a:solidFill>
                <a:schemeClr val="bg1">
                  <a:lumMod val="85000"/>
                </a:schemeClr>
              </a:solidFill>
              <a:ln>
                <a:solidFill>
                  <a:schemeClr val="bg1"/>
                </a:solidFill>
              </a:ln>
            </c:spPr>
          </c:dPt>
          <c:dPt>
            <c:idx val="7"/>
            <c:invertIfNegative val="1"/>
            <c:spPr>
              <a:solidFill>
                <a:schemeClr val="bg1">
                  <a:lumMod val="85000"/>
                </a:schemeClr>
              </a:solidFill>
              <a:ln>
                <a:solidFill>
                  <a:schemeClr val="bg1"/>
                </a:solidFill>
              </a:ln>
            </c:spPr>
          </c:dPt>
          <c:dPt>
            <c:idx val="8"/>
            <c:invertIfNegative val="1"/>
            <c:spPr>
              <a:solidFill>
                <a:schemeClr val="bg1">
                  <a:lumMod val="85000"/>
                </a:schemeClr>
              </a:solidFill>
              <a:ln>
                <a:solidFill>
                  <a:schemeClr val="bg1"/>
                </a:solidFill>
              </a:ln>
            </c:spPr>
          </c:dPt>
          <c:dPt>
            <c:idx val="9"/>
            <c:invertIfNegative val="1"/>
            <c:spPr>
              <a:solidFill>
                <a:schemeClr val="bg1">
                  <a:lumMod val="85000"/>
                </a:schemeClr>
              </a:solidFill>
              <a:ln>
                <a:solidFill>
                  <a:schemeClr val="bg1"/>
                </a:solidFill>
              </a:ln>
            </c:spPr>
          </c:dPt>
          <c:dLbls>
            <c:delete val="1"/>
            <c:extLst>
              <c:ext xmlns:c15="http://schemas.microsoft.com/office/drawing/2012/chart" uri="{CE6537A1-D6FC-4f65-9D91-7224C49458BB}">
                <c15:showLeaderLines val="1"/>
              </c:ext>
            </c:extLst>
          </c:dLbls>
          <c:val>
            <c:numRef>
              <c:f>Sheet1!$B$2:$B$11</c:f>
              <c:numCache>
                <c:formatCode>General</c:formatCode>
                <c:ptCount val="10"/>
                <c:pt idx="0">
                  <c:v>10</c:v>
                </c:pt>
                <c:pt idx="1">
                  <c:v>10</c:v>
                </c:pt>
                <c:pt idx="2">
                  <c:v>10</c:v>
                </c:pt>
                <c:pt idx="3">
                  <c:v>10</c:v>
                </c:pt>
                <c:pt idx="4">
                  <c:v>10</c:v>
                </c:pt>
                <c:pt idx="5">
                  <c:v>10</c:v>
                </c:pt>
                <c:pt idx="6">
                  <c:v>10</c:v>
                </c:pt>
                <c:pt idx="7">
                  <c:v>10</c:v>
                </c:pt>
                <c:pt idx="8">
                  <c:v>10</c:v>
                </c:pt>
                <c:pt idx="9">
                  <c:v>10</c:v>
                </c:pt>
              </c:numCache>
            </c:numRef>
          </c:val>
          <c:extLst>
            <c:ext xmlns:c15="http://schemas.microsoft.com/office/drawing/2012/chart" uri="{02D57815-91ED-43cb-92C2-25804820EDAC}">
              <c15:filteredCategoryTitle>
                <c15:cat>
                  <c:strRef>
                    <c:extLst>
                      <c:ext uri="{02D57815-91ED-43cb-92C2-25804820EDAC}">
                        <c15:formulaRef>
                          <c15:sqref>Sheet1!$A$2:$A$11</c15:sqref>
                        </c15:formulaRef>
                      </c:ext>
                    </c:extLst>
                    <c:strCache>
                      <c:ptCount val="10"/>
                      <c:pt idx="0">
                        <c:v>1st Qtr</c:v>
                      </c:pt>
                      <c:pt idx="1">
                        <c:v>2nd Qtr</c:v>
                      </c:pt>
                      <c:pt idx="2">
                        <c:v>1st Qtr</c:v>
                      </c:pt>
                      <c:pt idx="3">
                        <c:v>1st Qtr</c:v>
                      </c:pt>
                      <c:pt idx="4">
                        <c:v>1st Qtr</c:v>
                      </c:pt>
                      <c:pt idx="5">
                        <c:v>1st Qtr</c:v>
                      </c:pt>
                      <c:pt idx="6">
                        <c:v>1st Qtr</c:v>
                      </c:pt>
                      <c:pt idx="7">
                        <c:v>1st Qtr</c:v>
                      </c:pt>
                      <c:pt idx="8">
                        <c:v>1st Qtr</c:v>
                      </c:pt>
                      <c:pt idx="9">
                        <c:v>1st Qtr</c:v>
                      </c:pt>
                    </c:strCache>
                  </c:strRef>
                </c15:cat>
              </c15:filteredCategoryTitle>
            </c:ext>
          </c:extLst>
        </c:ser>
        <c:dLbls>
          <c:showLegendKey val="0"/>
          <c:showVal val="0"/>
          <c:showCatName val="0"/>
          <c:showSerName val="0"/>
          <c:showPercent val="0"/>
          <c:showBubbleSize val="0"/>
          <c:showLeaderLines val="0"/>
        </c:dLbls>
        <c:firstSliceAng/>
        <c:holeSize val="80"/>
      </c:doughnutChart>
    </c:plotArea>
    <c:plotVisOnly val="1"/>
    <c:dispBlanksAs/>
    <c:showDLblsOverMax val="0"/>
  </c:chart>
  <c:spPr>
    <a:ln>
      <a:noFill/>
    </a:ln>
  </c:spPr>
  <c:txPr>
    <a:bodyPr/>
    <a:p>
      <a:pPr>
        <a:defRPr lang="zh-CN" sz="1800" baseline="-25000" smtId="4294967295">
          <a:latin typeface="Arial" panose="020b0604020202020204" pitchFamily="34" charset="0"/>
          <a:ea typeface="微软雅黑" panose="020b0503020204020204" pitchFamily="34" charset="-122"/>
          <a:cs typeface="+mn-ea"/>
          <a:sym typeface="Arial" panose="020b0604020202020204" pitchFamily="34" charset="0"/>
        </a:defRPr>
      </a:pPr>
      <a:endParaRPr lang="zh-CN" sz="1800" baseline="-25000" smtId="4294967295">
        <a:latin typeface="Arial" panose="020b0604020202020204" pitchFamily="34" charset="0"/>
        <a:ea typeface="微软雅黑" panose="020b0503020204020204" pitchFamily="34" charset="-122"/>
        <a:cs typeface="+mn-ea"/>
        <a:sym typeface="Arial" panose="020b0604020202020204" pitchFamily="34" charset="0"/>
      </a:endParaRPr>
    </a:p>
  </c:txPr>
  <c:externalData r:id="rId1">
    <c:autoUpdate val="0"/>
  </c:externalData>
</c:chartSpace>
</file>

<file path=ppt/charts/chart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doughnutChart>
        <c:varyColors val="1"/>
        <c:ser>
          <c:idx val="0"/>
          <c:order val="0"/>
          <c:spPr>
            <a:solidFill>
              <a:schemeClr val="bg1">
                <a:lumMod val="85000"/>
              </a:schemeClr>
            </a:solidFill>
            <a:ln>
              <a:solidFill>
                <a:schemeClr val="bg1"/>
              </a:solidFill>
            </a:ln>
          </c:spPr>
          <c:dPt>
            <c:idx val="0"/>
            <c:invertIfNegative val="1"/>
            <c:spPr>
              <a:solidFill>
                <a:schemeClr val="accent2"/>
              </a:solidFill>
              <a:ln>
                <a:solidFill>
                  <a:schemeClr val="bg1"/>
                </a:solidFill>
              </a:ln>
            </c:spPr>
          </c:dPt>
          <c:dPt>
            <c:idx val="1"/>
            <c:invertIfNegative val="1"/>
            <c:spPr>
              <a:solidFill>
                <a:schemeClr val="accent2"/>
              </a:solidFill>
              <a:ln>
                <a:solidFill>
                  <a:schemeClr val="bg1"/>
                </a:solidFill>
              </a:ln>
            </c:spPr>
          </c:dPt>
          <c:dPt>
            <c:idx val="2"/>
            <c:invertIfNegative val="1"/>
            <c:spPr>
              <a:solidFill>
                <a:schemeClr val="accent2"/>
              </a:solidFill>
              <a:ln>
                <a:solidFill>
                  <a:schemeClr val="bg1"/>
                </a:solidFill>
              </a:ln>
            </c:spPr>
          </c:dPt>
          <c:dPt>
            <c:idx val="3"/>
            <c:invertIfNegative val="1"/>
            <c:spPr>
              <a:solidFill>
                <a:schemeClr val="accent2"/>
              </a:solidFill>
              <a:ln>
                <a:solidFill>
                  <a:schemeClr val="bg1"/>
                </a:solidFill>
              </a:ln>
            </c:spPr>
          </c:dPt>
          <c:dPt>
            <c:idx val="4"/>
            <c:invertIfNegative val="1"/>
            <c:spPr>
              <a:solidFill>
                <a:schemeClr val="accent2"/>
              </a:solidFill>
              <a:ln>
                <a:solidFill>
                  <a:schemeClr val="bg1"/>
                </a:solidFill>
              </a:ln>
            </c:spPr>
          </c:dPt>
          <c:dPt>
            <c:idx val="5"/>
            <c:invertIfNegative val="1"/>
            <c:spPr>
              <a:solidFill>
                <a:schemeClr val="accent2"/>
              </a:solidFill>
              <a:ln>
                <a:solidFill>
                  <a:schemeClr val="bg1"/>
                </a:solidFill>
              </a:ln>
            </c:spPr>
          </c:dPt>
          <c:dPt>
            <c:idx val="6"/>
            <c:invertIfNegative val="1"/>
            <c:spPr>
              <a:solidFill>
                <a:schemeClr val="accent2"/>
              </a:solidFill>
              <a:ln>
                <a:solidFill>
                  <a:schemeClr val="bg1"/>
                </a:solidFill>
              </a:ln>
            </c:spPr>
          </c:dPt>
          <c:dPt>
            <c:idx val="7"/>
            <c:invertIfNegative val="1"/>
            <c:spPr>
              <a:solidFill>
                <a:schemeClr val="bg1">
                  <a:lumMod val="85000"/>
                </a:schemeClr>
              </a:solidFill>
              <a:ln>
                <a:solidFill>
                  <a:schemeClr val="bg1"/>
                </a:solidFill>
              </a:ln>
            </c:spPr>
          </c:dPt>
          <c:dPt>
            <c:idx val="8"/>
            <c:invertIfNegative val="1"/>
            <c:spPr>
              <a:solidFill>
                <a:schemeClr val="bg1">
                  <a:lumMod val="85000"/>
                </a:schemeClr>
              </a:solidFill>
              <a:ln>
                <a:solidFill>
                  <a:schemeClr val="bg1"/>
                </a:solidFill>
              </a:ln>
            </c:spPr>
          </c:dPt>
          <c:dPt>
            <c:idx val="9"/>
            <c:invertIfNegative val="1"/>
            <c:spPr>
              <a:solidFill>
                <a:schemeClr val="bg1">
                  <a:lumMod val="85000"/>
                </a:schemeClr>
              </a:solidFill>
              <a:ln>
                <a:solidFill>
                  <a:schemeClr val="bg1"/>
                </a:solidFill>
              </a:ln>
            </c:spPr>
          </c:dPt>
          <c:dLbls>
            <c:delete val="1"/>
            <c:extLst>
              <c:ext xmlns:c15="http://schemas.microsoft.com/office/drawing/2012/chart" uri="{CE6537A1-D6FC-4f65-9D91-7224C49458BB}">
                <c15:showLeaderLines val="1"/>
              </c:ext>
            </c:extLst>
          </c:dLbls>
          <c:val>
            <c:numRef>
              <c:f>Sheet1!$B$2:$B$11</c:f>
              <c:numCache>
                <c:formatCode>General</c:formatCode>
                <c:ptCount val="10"/>
                <c:pt idx="0">
                  <c:v>10</c:v>
                </c:pt>
                <c:pt idx="1">
                  <c:v>10</c:v>
                </c:pt>
                <c:pt idx="2">
                  <c:v>10</c:v>
                </c:pt>
                <c:pt idx="3">
                  <c:v>10</c:v>
                </c:pt>
                <c:pt idx="4">
                  <c:v>10</c:v>
                </c:pt>
                <c:pt idx="5">
                  <c:v>10</c:v>
                </c:pt>
                <c:pt idx="6">
                  <c:v>10</c:v>
                </c:pt>
                <c:pt idx="7">
                  <c:v>10</c:v>
                </c:pt>
                <c:pt idx="8">
                  <c:v>10</c:v>
                </c:pt>
                <c:pt idx="9">
                  <c:v>10</c:v>
                </c:pt>
              </c:numCache>
            </c:numRef>
          </c:val>
          <c:extLst>
            <c:ext xmlns:c15="http://schemas.microsoft.com/office/drawing/2012/chart" uri="{02D57815-91ED-43cb-92C2-25804820EDAC}">
              <c15:filteredCategoryTitle>
                <c15:cat>
                  <c:strRef>
                    <c:extLst>
                      <c:ext uri="{02D57815-91ED-43cb-92C2-25804820EDAC}">
                        <c15:formulaRef>
                          <c15:sqref>Sheet1!$A$2:$A$11</c15:sqref>
                        </c15:formulaRef>
                      </c:ext>
                    </c:extLst>
                    <c:strCache>
                      <c:ptCount val="10"/>
                      <c:pt idx="0">
                        <c:v>1st Qtr</c:v>
                      </c:pt>
                      <c:pt idx="1">
                        <c:v>2nd Qtr</c:v>
                      </c:pt>
                      <c:pt idx="2">
                        <c:v>1st Qtr</c:v>
                      </c:pt>
                      <c:pt idx="3">
                        <c:v>1st Qtr</c:v>
                      </c:pt>
                      <c:pt idx="4">
                        <c:v>1st Qtr</c:v>
                      </c:pt>
                      <c:pt idx="5">
                        <c:v>1st Qtr</c:v>
                      </c:pt>
                      <c:pt idx="6">
                        <c:v>1st Qtr</c:v>
                      </c:pt>
                      <c:pt idx="7">
                        <c:v>1st Qtr</c:v>
                      </c:pt>
                      <c:pt idx="8">
                        <c:v>1st Qtr</c:v>
                      </c:pt>
                      <c:pt idx="9">
                        <c:v>1st Qtr</c:v>
                      </c:pt>
                    </c:strCache>
                  </c:strRef>
                </c15:cat>
              </c15:filteredCategoryTitle>
            </c:ext>
          </c:extLst>
        </c:ser>
        <c:dLbls>
          <c:showLegendKey val="0"/>
          <c:showVal val="0"/>
          <c:showCatName val="0"/>
          <c:showSerName val="0"/>
          <c:showPercent val="0"/>
          <c:showBubbleSize val="0"/>
          <c:showLeaderLines val="0"/>
        </c:dLbls>
        <c:firstSliceAng/>
        <c:holeSize val="80"/>
      </c:doughnutChart>
    </c:plotArea>
    <c:plotVisOnly val="1"/>
    <c:dispBlanksAs/>
    <c:showDLblsOverMax val="0"/>
  </c:chart>
  <c:spPr>
    <a:ln>
      <a:noFill/>
    </a:ln>
  </c:spPr>
  <c:txPr>
    <a:bodyPr/>
    <a:p>
      <a:pPr>
        <a:defRPr lang="zh-CN" sz="1800" baseline="-25000" smtId="4294967295">
          <a:latin typeface="Arial" panose="020b0604020202020204" pitchFamily="34" charset="0"/>
          <a:ea typeface="微软雅黑" panose="020b0503020204020204" pitchFamily="34" charset="-122"/>
          <a:cs typeface="+mn-ea"/>
          <a:sym typeface="Arial" panose="020b0604020202020204" pitchFamily="34" charset="0"/>
        </a:defRPr>
      </a:pPr>
      <a:endParaRPr lang="zh-CN" sz="1800" baseline="-25000" smtId="4294967295">
        <a:latin typeface="Arial" panose="020b0604020202020204" pitchFamily="34" charset="0"/>
        <a:ea typeface="微软雅黑" panose="020b0503020204020204" pitchFamily="34" charset="-122"/>
        <a:cs typeface="+mn-ea"/>
        <a:sym typeface="Arial" panose="020b0604020202020204" pitchFamily="34" charset="0"/>
      </a:endParaRPr>
    </a:p>
  </c:txPr>
  <c:externalData r:id="rId1">
    <c:autoUpdate val="0"/>
  </c:externalData>
</c:chartSpace>
</file>

<file path=ppt/charts/chart3.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doughnutChart>
        <c:varyColors val="1"/>
        <c:ser>
          <c:idx val="0"/>
          <c:order val="0"/>
          <c:spPr>
            <a:solidFill>
              <a:schemeClr val="accent1"/>
            </a:solidFill>
            <a:ln>
              <a:solidFill>
                <a:schemeClr val="bg1"/>
              </a:solidFill>
            </a:ln>
          </c:spPr>
          <c:dPt>
            <c:idx val="0"/>
            <c:invertIfNegative val="1"/>
            <c:spPr>
              <a:solidFill>
                <a:schemeClr val="accent1"/>
              </a:solidFill>
              <a:ln>
                <a:solidFill>
                  <a:schemeClr val="bg1"/>
                </a:solidFill>
              </a:ln>
            </c:spPr>
          </c:dPt>
          <c:dPt>
            <c:idx val="1"/>
            <c:invertIfNegative val="1"/>
            <c:spPr>
              <a:solidFill>
                <a:schemeClr val="accent1"/>
              </a:solidFill>
              <a:ln>
                <a:solidFill>
                  <a:schemeClr val="bg1"/>
                </a:solidFill>
              </a:ln>
            </c:spPr>
          </c:dPt>
          <c:dPt>
            <c:idx val="2"/>
            <c:invertIfNegative val="1"/>
            <c:spPr>
              <a:solidFill>
                <a:schemeClr val="accent1"/>
              </a:solidFill>
              <a:ln>
                <a:solidFill>
                  <a:schemeClr val="bg1"/>
                </a:solidFill>
              </a:ln>
            </c:spPr>
          </c:dPt>
          <c:dPt>
            <c:idx val="3"/>
            <c:invertIfNegative val="1"/>
            <c:spPr>
              <a:solidFill>
                <a:schemeClr val="accent1"/>
              </a:solidFill>
              <a:ln>
                <a:solidFill>
                  <a:schemeClr val="bg1"/>
                </a:solidFill>
              </a:ln>
            </c:spPr>
          </c:dPt>
          <c:dPt>
            <c:idx val="4"/>
            <c:invertIfNegative val="1"/>
            <c:spPr>
              <a:solidFill>
                <a:schemeClr val="accent1"/>
              </a:solidFill>
              <a:ln>
                <a:solidFill>
                  <a:schemeClr val="bg1"/>
                </a:solidFill>
              </a:ln>
            </c:spPr>
          </c:dPt>
          <c:dPt>
            <c:idx val="5"/>
            <c:invertIfNegative val="1"/>
            <c:spPr>
              <a:solidFill>
                <a:schemeClr val="accent1"/>
              </a:solidFill>
              <a:ln>
                <a:solidFill>
                  <a:schemeClr val="bg1"/>
                </a:solidFill>
              </a:ln>
            </c:spPr>
          </c:dPt>
          <c:dPt>
            <c:idx val="6"/>
            <c:invertIfNegative val="1"/>
            <c:spPr>
              <a:solidFill>
                <a:schemeClr val="accent1"/>
              </a:solidFill>
              <a:ln>
                <a:solidFill>
                  <a:schemeClr val="bg1"/>
                </a:solidFill>
              </a:ln>
            </c:spPr>
          </c:dPt>
          <c:dPt>
            <c:idx val="7"/>
            <c:invertIfNegative val="1"/>
            <c:spPr>
              <a:solidFill>
                <a:schemeClr val="accent1"/>
              </a:solidFill>
              <a:ln>
                <a:solidFill>
                  <a:schemeClr val="bg1"/>
                </a:solidFill>
              </a:ln>
            </c:spPr>
          </c:dPt>
          <c:dPt>
            <c:idx val="8"/>
            <c:invertIfNegative val="1"/>
            <c:spPr>
              <a:solidFill>
                <a:schemeClr val="bg2">
                  <a:lumMod val="85000"/>
                </a:schemeClr>
              </a:solidFill>
              <a:ln>
                <a:solidFill>
                  <a:schemeClr val="bg1"/>
                </a:solidFill>
              </a:ln>
            </c:spPr>
          </c:dPt>
          <c:dPt>
            <c:idx val="9"/>
            <c:invertIfNegative val="1"/>
            <c:spPr>
              <a:solidFill>
                <a:schemeClr val="bg2">
                  <a:lumMod val="85000"/>
                </a:schemeClr>
              </a:solidFill>
              <a:ln>
                <a:solidFill>
                  <a:schemeClr val="bg1"/>
                </a:solidFill>
              </a:ln>
            </c:spPr>
          </c:dPt>
          <c:dLbls>
            <c:delete val="1"/>
            <c:extLst>
              <c:ext xmlns:c15="http://schemas.microsoft.com/office/drawing/2012/chart" uri="{CE6537A1-D6FC-4f65-9D91-7224C49458BB}">
                <c15:showLeaderLines val="1"/>
              </c:ext>
            </c:extLst>
          </c:dLbls>
          <c:val>
            <c:numRef>
              <c:f>Sheet1!$B$2:$B$11</c:f>
              <c:numCache>
                <c:formatCode>General</c:formatCode>
                <c:ptCount val="10"/>
                <c:pt idx="0">
                  <c:v>10</c:v>
                </c:pt>
                <c:pt idx="1">
                  <c:v>10</c:v>
                </c:pt>
                <c:pt idx="2">
                  <c:v>10</c:v>
                </c:pt>
                <c:pt idx="3">
                  <c:v>10</c:v>
                </c:pt>
                <c:pt idx="4">
                  <c:v>10</c:v>
                </c:pt>
                <c:pt idx="5">
                  <c:v>10</c:v>
                </c:pt>
                <c:pt idx="6">
                  <c:v>10</c:v>
                </c:pt>
                <c:pt idx="7">
                  <c:v>10</c:v>
                </c:pt>
                <c:pt idx="8">
                  <c:v>10</c:v>
                </c:pt>
                <c:pt idx="9">
                  <c:v>10</c:v>
                </c:pt>
              </c:numCache>
            </c:numRef>
          </c:val>
          <c:extLst>
            <c:ext xmlns:c15="http://schemas.microsoft.com/office/drawing/2012/chart" uri="{02D57815-91ED-43cb-92C2-25804820EDAC}">
              <c15:filteredCategoryTitle>
                <c15:cat>
                  <c:strRef>
                    <c:extLst>
                      <c:ext uri="{02D57815-91ED-43cb-92C2-25804820EDAC}">
                        <c15:formulaRef>
                          <c15:sqref>Sheet1!$A$2:$A$11</c15:sqref>
                        </c15:formulaRef>
                      </c:ext>
                    </c:extLst>
                    <c:strCache>
                      <c:ptCount val="10"/>
                      <c:pt idx="0">
                        <c:v>1st Qtr</c:v>
                      </c:pt>
                      <c:pt idx="1">
                        <c:v>2nd Qtr</c:v>
                      </c:pt>
                      <c:pt idx="2">
                        <c:v>1st Qtr</c:v>
                      </c:pt>
                      <c:pt idx="3">
                        <c:v>1st Qtr</c:v>
                      </c:pt>
                      <c:pt idx="4">
                        <c:v>1st Qtr</c:v>
                      </c:pt>
                      <c:pt idx="5">
                        <c:v>1st Qtr</c:v>
                      </c:pt>
                      <c:pt idx="6">
                        <c:v>1st Qtr</c:v>
                      </c:pt>
                      <c:pt idx="7">
                        <c:v>1st Qtr</c:v>
                      </c:pt>
                      <c:pt idx="8">
                        <c:v>1st Qtr</c:v>
                      </c:pt>
                      <c:pt idx="9">
                        <c:v>1st Qtr</c:v>
                      </c:pt>
                    </c:strCache>
                  </c:strRef>
                </c15:cat>
              </c15:filteredCategoryTitle>
            </c:ext>
          </c:extLst>
        </c:ser>
        <c:dLbls>
          <c:showLegendKey val="0"/>
          <c:showVal val="0"/>
          <c:showCatName val="0"/>
          <c:showSerName val="0"/>
          <c:showPercent val="0"/>
          <c:showBubbleSize val="0"/>
          <c:showLeaderLines val="0"/>
        </c:dLbls>
        <c:firstSliceAng/>
        <c:holeSize val="80"/>
      </c:doughnutChart>
    </c:plotArea>
    <c:plotVisOnly val="1"/>
    <c:dispBlanksAs/>
    <c:showDLblsOverMax val="0"/>
  </c:chart>
  <c:spPr>
    <a:ln>
      <a:noFill/>
    </a:ln>
  </c:spPr>
  <c:txPr>
    <a:bodyPr/>
    <a:p>
      <a:pPr>
        <a:defRPr lang="zh-CN" sz="1800" baseline="-25000" smtId="4294967295">
          <a:latin typeface="Arial" panose="020b0604020202020204" pitchFamily="34" charset="0"/>
          <a:ea typeface="微软雅黑" panose="020b0503020204020204" pitchFamily="34" charset="-122"/>
          <a:cs typeface="+mn-ea"/>
          <a:sym typeface="Arial" panose="020b0604020202020204" pitchFamily="34" charset="0"/>
        </a:defRPr>
      </a:pPr>
      <a:endParaRPr lang="zh-CN" sz="1800" baseline="-25000" smtId="4294967295">
        <a:latin typeface="Arial" panose="020b0604020202020204" pitchFamily="34" charset="0"/>
        <a:ea typeface="微软雅黑" panose="020b0503020204020204" pitchFamily="34" charset="-122"/>
        <a:cs typeface="+mn-ea"/>
        <a:sym typeface="Arial" panose="020b0604020202020204" pitchFamily="34" charset="0"/>
      </a:endParaRPr>
    </a:p>
  </c:txPr>
  <c:externalData r:id="rId1">
    <c:autoUpdate val="0"/>
  </c:externalData>
</c:chartSpace>
</file>

<file path=ppt/charts/chart4.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doughnutChart>
        <c:varyColors val="1"/>
        <c:ser>
          <c:idx val="0"/>
          <c:order val="0"/>
          <c:spPr>
            <a:solidFill>
              <a:schemeClr val="bg1">
                <a:lumMod val="85000"/>
              </a:schemeClr>
            </a:solidFill>
            <a:ln>
              <a:solidFill>
                <a:schemeClr val="bg1"/>
              </a:solidFill>
            </a:ln>
          </c:spPr>
          <c:dPt>
            <c:idx val="0"/>
            <c:invertIfNegative val="1"/>
            <c:spPr>
              <a:solidFill>
                <a:schemeClr val="bg1">
                  <a:lumMod val="85000"/>
                </a:schemeClr>
              </a:solidFill>
              <a:ln>
                <a:solidFill>
                  <a:schemeClr val="bg1"/>
                </a:solidFill>
              </a:ln>
            </c:spPr>
          </c:dPt>
          <c:dPt>
            <c:idx val="1"/>
            <c:invertIfNegative val="1"/>
            <c:spPr>
              <a:solidFill>
                <a:schemeClr val="accent4"/>
              </a:solidFill>
              <a:ln>
                <a:solidFill>
                  <a:schemeClr val="bg1"/>
                </a:solidFill>
              </a:ln>
            </c:spPr>
          </c:dPt>
          <c:dPt>
            <c:idx val="2"/>
            <c:invertIfNegative val="1"/>
            <c:spPr>
              <a:solidFill>
                <a:schemeClr val="accent4"/>
              </a:solidFill>
              <a:ln>
                <a:solidFill>
                  <a:schemeClr val="bg1"/>
                </a:solidFill>
              </a:ln>
            </c:spPr>
          </c:dPt>
          <c:dPt>
            <c:idx val="3"/>
            <c:invertIfNegative val="1"/>
            <c:spPr>
              <a:solidFill>
                <a:schemeClr val="accent4"/>
              </a:solidFill>
              <a:ln>
                <a:solidFill>
                  <a:schemeClr val="bg1"/>
                </a:solidFill>
              </a:ln>
            </c:spPr>
          </c:dPt>
          <c:dPt>
            <c:idx val="4"/>
            <c:invertIfNegative val="1"/>
            <c:spPr>
              <a:solidFill>
                <a:schemeClr val="accent4"/>
              </a:solidFill>
              <a:ln>
                <a:solidFill>
                  <a:schemeClr val="bg1"/>
                </a:solidFill>
              </a:ln>
            </c:spPr>
          </c:dPt>
          <c:dPt>
            <c:idx val="5"/>
            <c:invertIfNegative val="1"/>
            <c:spPr>
              <a:solidFill>
                <a:schemeClr val="bg1">
                  <a:lumMod val="85000"/>
                </a:schemeClr>
              </a:solidFill>
              <a:ln>
                <a:solidFill>
                  <a:schemeClr val="bg1"/>
                </a:solidFill>
              </a:ln>
            </c:spPr>
          </c:dPt>
          <c:dPt>
            <c:idx val="6"/>
            <c:invertIfNegative val="1"/>
            <c:spPr>
              <a:solidFill>
                <a:schemeClr val="bg1">
                  <a:lumMod val="85000"/>
                </a:schemeClr>
              </a:solidFill>
              <a:ln>
                <a:solidFill>
                  <a:schemeClr val="bg1"/>
                </a:solidFill>
              </a:ln>
            </c:spPr>
          </c:dPt>
          <c:dPt>
            <c:idx val="7"/>
            <c:invertIfNegative val="1"/>
            <c:spPr>
              <a:solidFill>
                <a:schemeClr val="bg1">
                  <a:lumMod val="85000"/>
                </a:schemeClr>
              </a:solidFill>
              <a:ln>
                <a:solidFill>
                  <a:schemeClr val="bg1"/>
                </a:solidFill>
              </a:ln>
            </c:spPr>
          </c:dPt>
          <c:dPt>
            <c:idx val="8"/>
            <c:invertIfNegative val="1"/>
            <c:spPr>
              <a:solidFill>
                <a:schemeClr val="bg1">
                  <a:lumMod val="85000"/>
                </a:schemeClr>
              </a:solidFill>
              <a:ln>
                <a:solidFill>
                  <a:schemeClr val="bg1"/>
                </a:solidFill>
              </a:ln>
            </c:spPr>
          </c:dPt>
          <c:dPt>
            <c:idx val="9"/>
            <c:invertIfNegative val="1"/>
            <c:spPr>
              <a:solidFill>
                <a:schemeClr val="bg1">
                  <a:lumMod val="85000"/>
                </a:schemeClr>
              </a:solidFill>
              <a:ln>
                <a:solidFill>
                  <a:schemeClr val="bg1"/>
                </a:solidFill>
              </a:ln>
            </c:spPr>
          </c:dPt>
          <c:dLbls>
            <c:delete val="1"/>
            <c:extLst>
              <c:ext xmlns:c15="http://schemas.microsoft.com/office/drawing/2012/chart" uri="{CE6537A1-D6FC-4f65-9D91-7224C49458BB}">
                <c15:showLeaderLines val="1"/>
              </c:ext>
            </c:extLst>
          </c:dLbls>
          <c:val>
            <c:numRef>
              <c:f>Sheet1!$B$2:$B$11</c:f>
              <c:numCache>
                <c:formatCode>General</c:formatCode>
                <c:ptCount val="10"/>
                <c:pt idx="0">
                  <c:v>10</c:v>
                </c:pt>
                <c:pt idx="1">
                  <c:v>10</c:v>
                </c:pt>
                <c:pt idx="2">
                  <c:v>10</c:v>
                </c:pt>
                <c:pt idx="3">
                  <c:v>10</c:v>
                </c:pt>
                <c:pt idx="4">
                  <c:v>10</c:v>
                </c:pt>
                <c:pt idx="5">
                  <c:v>10</c:v>
                </c:pt>
                <c:pt idx="6">
                  <c:v>10</c:v>
                </c:pt>
                <c:pt idx="7">
                  <c:v>10</c:v>
                </c:pt>
                <c:pt idx="8">
                  <c:v>10</c:v>
                </c:pt>
                <c:pt idx="9">
                  <c:v>10</c:v>
                </c:pt>
              </c:numCache>
            </c:numRef>
          </c:val>
          <c:extLst>
            <c:ext xmlns:c15="http://schemas.microsoft.com/office/drawing/2012/chart" uri="{02D57815-91ED-43cb-92C2-25804820EDAC}">
              <c15:filteredCategoryTitle>
                <c15:cat>
                  <c:strRef>
                    <c:extLst>
                      <c:ext uri="{02D57815-91ED-43cb-92C2-25804820EDAC}">
                        <c15:formulaRef>
                          <c15:sqref>Sheet1!$A$2:$A$11</c15:sqref>
                        </c15:formulaRef>
                      </c:ext>
                    </c:extLst>
                    <c:strCache>
                      <c:ptCount val="10"/>
                      <c:pt idx="0">
                        <c:v>1st Qtr</c:v>
                      </c:pt>
                      <c:pt idx="1">
                        <c:v>2nd Qtr</c:v>
                      </c:pt>
                      <c:pt idx="2">
                        <c:v>1st Qtr</c:v>
                      </c:pt>
                      <c:pt idx="3">
                        <c:v>1st Qtr</c:v>
                      </c:pt>
                      <c:pt idx="4">
                        <c:v>1st Qtr</c:v>
                      </c:pt>
                      <c:pt idx="5">
                        <c:v>1st Qtr</c:v>
                      </c:pt>
                      <c:pt idx="6">
                        <c:v>1st Qtr</c:v>
                      </c:pt>
                      <c:pt idx="7">
                        <c:v>1st Qtr</c:v>
                      </c:pt>
                      <c:pt idx="8">
                        <c:v>1st Qtr</c:v>
                      </c:pt>
                      <c:pt idx="9">
                        <c:v>1st Qtr</c:v>
                      </c:pt>
                    </c:strCache>
                  </c:strRef>
                </c15:cat>
              </c15:filteredCategoryTitle>
            </c:ext>
          </c:extLst>
        </c:ser>
        <c:dLbls>
          <c:showLegendKey val="0"/>
          <c:showVal val="0"/>
          <c:showCatName val="0"/>
          <c:showSerName val="0"/>
          <c:showPercent val="0"/>
          <c:showBubbleSize val="0"/>
          <c:showLeaderLines val="0"/>
        </c:dLbls>
        <c:firstSliceAng/>
        <c:holeSize val="80"/>
      </c:doughnutChart>
    </c:plotArea>
    <c:plotVisOnly val="1"/>
    <c:dispBlanksAs/>
    <c:showDLblsOverMax val="0"/>
  </c:chart>
  <c:spPr>
    <a:ln>
      <a:noFill/>
    </a:ln>
  </c:spPr>
  <c:txPr>
    <a:bodyPr/>
    <a:p>
      <a:pPr>
        <a:defRPr lang="zh-CN" sz="1800" baseline="-25000" smtId="4294967295">
          <a:latin typeface="Arial" panose="020b0604020202020204" pitchFamily="34" charset="0"/>
          <a:ea typeface="微软雅黑" panose="020b0503020204020204" pitchFamily="34" charset="-122"/>
          <a:cs typeface="+mn-ea"/>
          <a:sym typeface="Arial" panose="020b0604020202020204" pitchFamily="34" charset="0"/>
        </a:defRPr>
      </a:pPr>
      <a:endParaRPr lang="zh-CN" sz="1800" baseline="-25000" smtId="4294967295">
        <a:latin typeface="Arial" panose="020b0604020202020204" pitchFamily="34" charset="0"/>
        <a:ea typeface="微软雅黑" panose="020b0503020204020204" pitchFamily="34" charset="-122"/>
        <a:cs typeface="+mn-ea"/>
        <a:sym typeface="Arial" panose="020b0604020202020204" pitchFamily="34" charset="0"/>
      </a:endParaRPr>
    </a:p>
  </c:txPr>
  <c:externalData r:id="rId1">
    <c:autoUpdate val="0"/>
  </c:externalData>
</c:chartSpace>
</file>

<file path=ppt/handoutMasters/_rels/handoutMaster1.xml.rels>&#65279;<?xml version="1.0" encoding="utf-8" standalone="yes"?><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p:bg>
      <p:bgRef idx="1001">
        <a:schemeClr val="bg1"/>
      </p:bgRef>
    </p:bg>
    <p:spTree>
      <p:nvGrpSpPr>
        <p:cNvPr id="1" name=""/>
        <p:cNvGrpSpPr/>
        <p:nvPr/>
      </p:nvGrpSpPr>
      <p:grpSpPr>
        <a:xfrm>
          <a:off x="0" y="0"/>
          <a: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字魂创中黑"/>
              <a:ea typeface="字魂创中黑"/>
              <a:cs typeface="字魂创中黑" panose="00000500000000000000"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cs typeface="字魂创中黑" panose="00000500000000000000" charset="-122"/>
              </a:rPr>
              <a:t/>
            </a:fld>
            <a:endParaRPr lang="zh-CN" altLang="en-US">
              <a:cs typeface="字魂创中黑" panose="00000500000000000000"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字魂创中黑"/>
              <a:ea typeface="字魂创中黑"/>
              <a:cs typeface="字魂创中黑" panose="00000500000000000000"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cs typeface="字魂创中黑" panose="00000500000000000000" charset="-122"/>
              </a:rPr>
              <a:t/>
            </a:fld>
            <a:endParaRPr lang="zh-CN" altLang="en-US">
              <a:cs typeface="字魂创中黑" panose="00000500000000000000" charset="-122"/>
            </a:endParaRPr>
          </a:p>
        </p:txBody>
      </p:sp>
    </p:spTree>
  </p:cSld>
  <p:clrMap bg1="lt1" tx1="dk1" bg2="lt2" tx2="dk2" accent1="accent1" accent2="accent2" accent3="accent3" accent4="accent4" accent5="accent5" accent6="accent6" hlink="hlink" folHlink="folHlink"/>
</p:handoutMaster>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p:bg>
      <p:bgRef idx="1001">
        <a:schemeClr val="bg1"/>
      </p:bgRef>
    </p:bg>
    <p:spTree>
      <p:nvGrpSpPr>
        <p:cNvPr id="1" name=""/>
        <p:cNvGrpSpPr/>
        <p:nvPr/>
      </p:nvGrpSpPr>
      <p:grpSpPr>
        <a:xfrm>
          <a:off x="0" y="0"/>
          <a: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字魂创中黑"/>
                <a:ea typeface="字魂创中黑"/>
                <a:cs typeface="字魂创中黑" panose="00000500000000000000"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字魂创中黑"/>
                <a:ea typeface="字魂创中黑"/>
                <a:cs typeface="字魂创中黑" panose="00000500000000000000" charset="-122"/>
              </a:defRPr>
            </a:lvl1pPr>
          </a:lstStyle>
          <a:p>
            <a:fld id="{D2A48B96-639E-45A3-A0BA-2464DFDB1FAA}" type="datetimeFigureOut">
              <a:rPr lang="zh-CN" altLang="en-US" smtClean="0"/>
              <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字魂创中黑"/>
                <a:ea typeface="字魂创中黑"/>
                <a:cs typeface="字魂创中黑" panose="00000500000000000000"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字魂创中黑"/>
                <a:ea typeface="字魂创中黑"/>
                <a:cs typeface="字魂创中黑" panose="00000500000000000000" charset="-122"/>
              </a:defRPr>
            </a:lvl1pPr>
          </a:lstStyle>
          <a:p>
            <a:fld id="{A6837353-30EB-4A48-80EB-173D804AEFBD}" type="slidenum">
              <a:rPr lang="zh-CN" altLang="en-US" smtClean="0"/>
              <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字魂创中黑"/>
        <a:ea typeface="字魂创中黑"/>
        <a:cs typeface="字魂创中黑" panose="00000500000000000000" charset="-122"/>
      </a:defRPr>
    </a:lvl1pPr>
    <a:lvl2pPr marL="457200" algn="l" defTabSz="914400" rtl="0" eaLnBrk="1" latinLnBrk="0" hangingPunct="1">
      <a:defRPr sz="1200" kern="1200">
        <a:solidFill>
          <a:schemeClr val="tx1"/>
        </a:solidFill>
        <a:latin typeface="字魂创中黑"/>
        <a:ea typeface="字魂创中黑"/>
        <a:cs typeface="字魂创中黑" panose="00000500000000000000" charset="-122"/>
      </a:defRPr>
    </a:lvl2pPr>
    <a:lvl3pPr marL="914400" algn="l" defTabSz="914400" rtl="0" eaLnBrk="1" latinLnBrk="0" hangingPunct="1">
      <a:defRPr sz="1200" kern="1200">
        <a:solidFill>
          <a:schemeClr val="tx1"/>
        </a:solidFill>
        <a:latin typeface="字魂创中黑"/>
        <a:ea typeface="字魂创中黑"/>
        <a:cs typeface="字魂创中黑" panose="00000500000000000000" charset="-122"/>
      </a:defRPr>
    </a:lvl3pPr>
    <a:lvl4pPr marL="1371600" algn="l" defTabSz="914400" rtl="0" eaLnBrk="1" latinLnBrk="0" hangingPunct="1">
      <a:defRPr sz="1200" kern="1200">
        <a:solidFill>
          <a:schemeClr val="tx1"/>
        </a:solidFill>
        <a:latin typeface="字魂创中黑"/>
        <a:ea typeface="字魂创中黑"/>
        <a:cs typeface="字魂创中黑" panose="00000500000000000000" charset="-122"/>
      </a:defRPr>
    </a:lvl4pPr>
    <a:lvl5pPr marL="1828800" algn="l" defTabSz="914400" rtl="0" eaLnBrk="1" latinLnBrk="0" hangingPunct="1">
      <a:defRPr sz="1200" kern="1200">
        <a:solidFill>
          <a:schemeClr val="tx1"/>
        </a:solidFill>
        <a:latin typeface="字魂创中黑"/>
        <a:ea typeface="字魂创中黑"/>
        <a:cs typeface="字魂创中黑" panose="00000500000000000000"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p:spTree>
      <p:nvGrpSpPr>
        <p:cNvPr id="1" name=""/>
        <p:cNvGrpSpPr/>
        <p:nvPr/>
      </p:nvGrpSpPr>
      <p:grpSpPr>
        <a:xfrm>
          <a:off x="0" y="0"/>
          <a: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标题幻灯片">
    <p:spTree>
      <p:nvGrpSpPr>
        <p:cNvPr id="1" name=""/>
        <p:cNvGrpSpPr/>
        <p:nvPr/>
      </p:nvGrpSpPr>
      <p:grpSpPr>
        <a:xfrm>
          <a:off x="0" y="0"/>
          <a:ext cx="0" cy="0"/>
        </a:xfrm>
      </p:grpSpPr>
    </p:spTree>
  </p:cSld>
  <p:clrMapOvr>
    <a:masterClrMapping/>
  </p:clrMapOvr>
  <p:transition advTm="2000">
    <p:wedge/>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自定义版式">
    <p:spTree>
      <p:nvGrpSpPr>
        <p:cNvPr id="1" name=""/>
        <p:cNvGrpSpPr/>
        <p:nvPr/>
      </p:nvGrpSpPr>
      <p:grpSpPr>
        <a:xfrm>
          <a:off x="0" y="0"/>
          <a:ext cx="0" cy="0"/>
        </a:xfrm>
      </p:grpSpPr>
      <p:sp>
        <p:nvSpPr>
          <p:cNvPr id="14" name="矩形: 圆角 26"/>
          <p:cNvSpPr/>
          <p:nvPr userDrawn="1"/>
        </p:nvSpPr>
        <p:spPr>
          <a:xfrm rot="156143">
            <a:off x="668655" y="421005"/>
            <a:ext cx="11487150" cy="6125210"/>
          </a:xfrm>
          <a:prstGeom prst="roundRect">
            <a:avLst>
              <a:gd name="adj" fmla="val 5724"/>
            </a:avLst>
          </a:prstGeom>
          <a:solidFill>
            <a:srgbClr val="3281F6"/>
          </a:solidFill>
          <a:ln>
            <a:noFill/>
          </a:ln>
          <a:effectLst>
            <a:outerShdw blurRad="279400" dist="38100" dir="5400000" algn="t"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sp>
        <p:nvSpPr>
          <p:cNvPr id="9" name="矩形: 圆角 25"/>
          <p:cNvSpPr/>
          <p:nvPr userDrawn="1"/>
        </p:nvSpPr>
        <p:spPr>
          <a:xfrm>
            <a:off x="321945" y="335915"/>
            <a:ext cx="11487150" cy="6125210"/>
          </a:xfrm>
          <a:prstGeom prst="roundRect">
            <a:avLst>
              <a:gd name="adj" fmla="val 5724"/>
            </a:avLst>
          </a:prstGeom>
          <a:solidFill>
            <a:schemeClr val="bg1"/>
          </a:solidFill>
          <a:ln>
            <a:noFill/>
          </a:ln>
          <a:effectLst>
            <a:outerShdw blurRad="63500" sx="102000" sy="102000" algn="ctr" rotWithShape="0">
              <a:srgbClr val="3281F6">
                <a:alpha val="1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spTree>
  </p:cSld>
  <p:clrMapOvr>
    <a:masterClrMapping/>
  </p:clrMapOvr>
  <p:transition advTm="2000">
    <p:wedge/>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仅标题">
    <p:spTree>
      <p:nvGrpSpPr>
        <p:cNvPr id="1" name=""/>
        <p:cNvGrpSpPr/>
        <p:nvPr/>
      </p:nvGrpSpPr>
      <p:grpSpPr>
        <a:xfrm>
          <a:off x="0" y="0"/>
          <a:ext cx="0" cy="0"/>
        </a:xfrm>
      </p:grpSpPr>
      <p:sp>
        <p:nvSpPr>
          <p:cNvPr id="2" name="标题 1"/>
          <p:cNvSpPr>
            <a:spLocks noGrp="1"/>
          </p:cNvSpPr>
          <p:nvPr>
            <p:ph type="title"/>
          </p:nvPr>
        </p:nvSpPr>
        <p:spPr>
          <a:xfrm>
            <a:off x="838200" y="365125"/>
            <a:ext cx="10515600" cy="1325563"/>
          </a:xfrm>
        </p:spPr>
        <p:txBody>
          <a:bodyPr>
            <a:normAutofit/>
          </a:bodyPr>
          <a:lstStyle>
            <a:lvl1pPr>
              <a:defRPr>
                <a:latin typeface="字魂创中黑"/>
                <a:ea typeface="字魂创中黑"/>
                <a:cs typeface="字魂创中黑" panose="00000500000000000000" charset="-122"/>
              </a:defRPr>
            </a:lvl1pPr>
          </a:lstStyle>
          <a:p>
            <a:r>
              <a:rPr lang="en-US" altLang="en-US"/>
              <a:t>Click here to edit master header styles</a:t>
            </a:r>
            <a:endParaRPr lang="zh-CN" altLang="en-US"/>
          </a:p>
        </p:txBody>
      </p:sp>
      <p:sp>
        <p:nvSpPr>
          <p:cNvPr id="3" name="日期占位符 2"/>
          <p:cNvSpPr>
            <a:spLocks noGrp="1"/>
          </p:cNvSpPr>
          <p:nvPr>
            <p:ph type="dt" sz="half" idx="10"/>
          </p:nvPr>
        </p:nvSpPr>
        <p:spPr>
          <a:xfrm>
            <a:off x="838200" y="6356350"/>
            <a:ext cx="2743200" cy="365125"/>
          </a:xfrm>
        </p:spPr>
        <p:txBody>
          <a:bodyPr/>
          <a:lstStyle>
            <a:lvl1pPr>
              <a:defRPr>
                <a:cs typeface="字魂创中黑" panose="00000500000000000000" charset="-122"/>
              </a:defRPr>
            </a:lvl1pPr>
          </a:lstStyle>
          <a:p>
            <a:fld id="{AC1B7B3F-A56B-4310-A966-BD55D80449F1}" type="datetimeFigureOut">
              <a:rPr lang="zh-CN" altLang="en-US" smtClean="0"/>
              <a:t/>
            </a:fld>
            <a:endParaRPr lang="zh-CN" altLang="en-US"/>
          </a:p>
        </p:txBody>
      </p:sp>
      <p:sp>
        <p:nvSpPr>
          <p:cNvPr id="4" name="页脚占位符 3"/>
          <p:cNvSpPr>
            <a:spLocks noGrp="1"/>
          </p:cNvSpPr>
          <p:nvPr>
            <p:ph type="ftr" sz="quarter" idx="11"/>
          </p:nvPr>
        </p:nvSpPr>
        <p:spPr>
          <a:xfrm>
            <a:off x="4038600" y="6356350"/>
            <a:ext cx="4114800" cy="365125"/>
          </a:xfrm>
        </p:spPr>
        <p:txBody>
          <a:bodyPr/>
          <a:lstStyle>
            <a:lvl1pPr>
              <a:defRPr>
                <a:cs typeface="字魂创中黑" panose="00000500000000000000" charset="-122"/>
              </a:defRPr>
            </a:lvl1p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lvl1pPr>
              <a:defRPr>
                <a:cs typeface="字魂创中黑" panose="00000500000000000000" charset="-122"/>
              </a:defRPr>
            </a:lvl1pPr>
          </a:lstStyle>
          <a:p>
            <a:fld id="{73127340-2293-49D2-96F1-6E7BF0C8FD9C}" type="slidenum">
              <a:rPr lang="zh-CN" altLang="en-US" smtClean="0"/>
              <a:t/>
            </a:fld>
            <a:endParaRPr lang="zh-CN" altLang="en-US"/>
          </a:p>
        </p:txBody>
      </p:sp>
    </p:spTree>
  </p:cSld>
  <p:clrMapOvr>
    <a:masterClrMapping/>
  </p:clrMapOvr>
  <p:transition advTm="2000">
    <p:wedge/>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tags" Target="../tags/tag1.xml" /><Relationship Id="rId5"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rgbClr val="FFFFFF"/>
        </a:solidFill>
        <a:effectLst/>
      </p:bgPr>
    </p:bg>
    <p:spTree>
      <p:nvGrpSpPr>
        <p:cNvPr id="1" name=""/>
        <p:cNvGrpSpPr/>
        <p:nvPr/>
      </p:nvGrpSpPr>
      <p:grpSpPr>
        <a:xfrm>
          <a:off x="0" y="0"/>
          <a:ext cx="0" cy="0"/>
        </a:xfrm>
      </p:grpSpPr>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advTm="2000">
    <p:wedge/>
  </p:transition>
  <p:timing/>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ct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ct val="0"/>
        </a:spcBef>
        <a:spcAft>
          <a:spcPts val="600"/>
        </a:spcAft>
        <a:buFont typeface="Arial" panose="020b0604020202020204" pitchFamily="34" charset="0"/>
        <a:buChar char="●"/>
        <a:tabLst>
          <a:tab pos="1609725"/>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ct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ct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ct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2.xml" /><Relationship Id="rId3" Type="http://schemas.openxmlformats.org/officeDocument/2006/relationships/image" Target="../media/image1.png" /><Relationship Id="rId4" Type="http://schemas.openxmlformats.org/officeDocument/2006/relationships/image" Target="../media/image2.png" /><Relationship Id="rId5" Type="http://schemas.microsoft.com/office/2007/relationships/media" Target="../media/media1.mp3" /><Relationship Id="rId6" Type="http://schemas.microsoft.com/office/2007/relationships/media" Target="../media/media1.mp3" TargetMode="Internal" /><Relationship Id="rId7" Type="http://schemas.openxmlformats.org/officeDocument/2006/relationships/tags" Target="../tags/tag3.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4.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3.png" /><Relationship Id="rId3" Type="http://schemas.openxmlformats.org/officeDocument/2006/relationships/tags" Target="../tags/tag5.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 Id="rId3" Type="http://schemas.openxmlformats.org/officeDocument/2006/relationships/tags" Target="../tags/tag6.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7.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8.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jpeg" /><Relationship Id="rId3" Type="http://schemas.openxmlformats.org/officeDocument/2006/relationships/tags" Target="../tags/tag9.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3.png" /><Relationship Id="rId3" Type="http://schemas.openxmlformats.org/officeDocument/2006/relationships/tags" Target="../tags/tag10.xml"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 Id="rId3" Type="http://schemas.openxmlformats.org/officeDocument/2006/relationships/tags" Target="../tags/tag11.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tags" Target="../tags/tag12.xml"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13.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 Id="rId3" Type="http://schemas.openxmlformats.org/officeDocument/2006/relationships/tags" Target="../tags/tag14.xml"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3.png" /><Relationship Id="rId3" Type="http://schemas.openxmlformats.org/officeDocument/2006/relationships/tags" Target="../tags/tag15.xml"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png" /><Relationship Id="rId3" Type="http://schemas.openxmlformats.org/officeDocument/2006/relationships/tags" Target="../tags/tag16.xml"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17.xml"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2.xml" /><Relationship Id="rId10" Type="http://schemas.openxmlformats.org/officeDocument/2006/relationships/tags" Target="../tags/tag26.xml" /><Relationship Id="rId11" Type="http://schemas.openxmlformats.org/officeDocument/2006/relationships/tags" Target="../tags/tag27.xml" /><Relationship Id="rId12" Type="http://schemas.openxmlformats.org/officeDocument/2006/relationships/tags" Target="../tags/tag28.xml" /><Relationship Id="rId13" Type="http://schemas.openxmlformats.org/officeDocument/2006/relationships/tags" Target="../tags/tag29.xml" /><Relationship Id="rId14" Type="http://schemas.openxmlformats.org/officeDocument/2006/relationships/tags" Target="../tags/tag30.xml" /><Relationship Id="rId15" Type="http://schemas.openxmlformats.org/officeDocument/2006/relationships/tags" Target="../tags/tag31.xml" /><Relationship Id="rId16" Type="http://schemas.openxmlformats.org/officeDocument/2006/relationships/tags" Target="../tags/tag32.xml" /><Relationship Id="rId17" Type="http://schemas.openxmlformats.org/officeDocument/2006/relationships/tags" Target="../tags/tag33.xml" /><Relationship Id="rId18" Type="http://schemas.openxmlformats.org/officeDocument/2006/relationships/tags" Target="../tags/tag34.xml" /><Relationship Id="rId19" Type="http://schemas.openxmlformats.org/officeDocument/2006/relationships/tags" Target="../tags/tag35.xml" /><Relationship Id="rId2" Type="http://schemas.openxmlformats.org/officeDocument/2006/relationships/tags" Target="../tags/tag18.xml" /><Relationship Id="rId20" Type="http://schemas.openxmlformats.org/officeDocument/2006/relationships/tags" Target="../tags/tag36.xml" /><Relationship Id="rId21" Type="http://schemas.openxmlformats.org/officeDocument/2006/relationships/tags" Target="../tags/tag37.xml" /><Relationship Id="rId22" Type="http://schemas.openxmlformats.org/officeDocument/2006/relationships/tags" Target="../tags/tag38.xml" /><Relationship Id="rId3" Type="http://schemas.openxmlformats.org/officeDocument/2006/relationships/tags" Target="../tags/tag19.xml" /><Relationship Id="rId4" Type="http://schemas.openxmlformats.org/officeDocument/2006/relationships/tags" Target="../tags/tag20.xml" /><Relationship Id="rId5" Type="http://schemas.openxmlformats.org/officeDocument/2006/relationships/tags" Target="../tags/tag21.xml" /><Relationship Id="rId6" Type="http://schemas.openxmlformats.org/officeDocument/2006/relationships/tags" Target="../tags/tag22.xml" /><Relationship Id="rId7" Type="http://schemas.openxmlformats.org/officeDocument/2006/relationships/tags" Target="../tags/tag23.xml" /><Relationship Id="rId8" Type="http://schemas.openxmlformats.org/officeDocument/2006/relationships/tags" Target="../tags/tag24.xml" /><Relationship Id="rId9" Type="http://schemas.openxmlformats.org/officeDocument/2006/relationships/tags" Target="../tags/tag25.xml"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 Id="rId3" Type="http://schemas.openxmlformats.org/officeDocument/2006/relationships/tags" Target="../tags/tag39.xml"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3.png" /><Relationship Id="rId3" Type="http://schemas.openxmlformats.org/officeDocument/2006/relationships/tags" Target="../tags/tag40.xml"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41.xml" /></Relationships>
</file>

<file path=ppt/slides/_rels/slide20.xml.rels>&#65279;<?xml version="1.0" encoding="utf-8" standalone="yes"?><Relationships xmlns="http://schemas.openxmlformats.org/package/2006/relationships"><Relationship Id="rId1" Type="http://schemas.openxmlformats.org/officeDocument/2006/relationships/slideLayout" Target="../slideLayouts/slideLayout2.xml" /><Relationship Id="rId10" Type="http://schemas.openxmlformats.org/officeDocument/2006/relationships/tags" Target="../tags/tag50.xml" /><Relationship Id="rId11" Type="http://schemas.openxmlformats.org/officeDocument/2006/relationships/tags" Target="../tags/tag51.xml" /><Relationship Id="rId12" Type="http://schemas.openxmlformats.org/officeDocument/2006/relationships/tags" Target="../tags/tag52.xml" /><Relationship Id="rId13" Type="http://schemas.openxmlformats.org/officeDocument/2006/relationships/tags" Target="../tags/tag53.xml" /><Relationship Id="rId14" Type="http://schemas.openxmlformats.org/officeDocument/2006/relationships/image" Target="../media/image9.png" /><Relationship Id="rId15" Type="http://schemas.openxmlformats.org/officeDocument/2006/relationships/tags" Target="../tags/tag54.xml" /><Relationship Id="rId2" Type="http://schemas.openxmlformats.org/officeDocument/2006/relationships/tags" Target="../tags/tag42.xml" /><Relationship Id="rId3" Type="http://schemas.openxmlformats.org/officeDocument/2006/relationships/tags" Target="../tags/tag43.xml" /><Relationship Id="rId4" Type="http://schemas.openxmlformats.org/officeDocument/2006/relationships/tags" Target="../tags/tag44.xml" /><Relationship Id="rId5" Type="http://schemas.openxmlformats.org/officeDocument/2006/relationships/tags" Target="../tags/tag45.xml" /><Relationship Id="rId6" Type="http://schemas.openxmlformats.org/officeDocument/2006/relationships/tags" Target="../tags/tag46.xml" /><Relationship Id="rId7" Type="http://schemas.openxmlformats.org/officeDocument/2006/relationships/tags" Target="../tags/tag47.xml" /><Relationship Id="rId8" Type="http://schemas.openxmlformats.org/officeDocument/2006/relationships/tags" Target="../tags/tag48.xml" /><Relationship Id="rId9" Type="http://schemas.openxmlformats.org/officeDocument/2006/relationships/tags" Target="../tags/tag49.xml" /></Relationships>
</file>

<file path=ppt/slides/_rels/slide21.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jpeg" /><Relationship Id="rId3" Type="http://schemas.openxmlformats.org/officeDocument/2006/relationships/tags" Target="../tags/tag55.xml" /><Relationship Id="rId4" Type="http://schemas.openxmlformats.org/officeDocument/2006/relationships/tags" Target="../tags/tag56.xml" /><Relationship Id="rId5" Type="http://schemas.openxmlformats.org/officeDocument/2006/relationships/tags" Target="../tags/tag57.xml" /><Relationship Id="rId6" Type="http://schemas.openxmlformats.org/officeDocument/2006/relationships/tags" Target="../tags/tag58.xml" /></Relationships>
</file>

<file path=ppt/slides/_rels/slide22.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chart" Target="../charts/chart1.xml" /><Relationship Id="rId3" Type="http://schemas.openxmlformats.org/officeDocument/2006/relationships/chart" Target="../charts/chart2.xml" /><Relationship Id="rId4" Type="http://schemas.openxmlformats.org/officeDocument/2006/relationships/chart" Target="../charts/chart3.xml" /><Relationship Id="rId5" Type="http://schemas.openxmlformats.org/officeDocument/2006/relationships/chart" Target="../charts/chart4.xml" /><Relationship Id="rId6" Type="http://schemas.openxmlformats.org/officeDocument/2006/relationships/tags" Target="../tags/tag59.xml" /></Relationships>
</file>

<file path=ppt/slides/_rels/slide23.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 Id="rId3" Type="http://schemas.openxmlformats.org/officeDocument/2006/relationships/tags" Target="../tags/tag60.xml" /><Relationship Id="rId4" Type="http://schemas.openxmlformats.org/officeDocument/2006/relationships/tags" Target="../tags/tag61.xml" /><Relationship Id="rId5" Type="http://schemas.openxmlformats.org/officeDocument/2006/relationships/tags" Target="../tags/tag62.xml" /><Relationship Id="rId6" Type="http://schemas.openxmlformats.org/officeDocument/2006/relationships/tags" Target="../tags/tag63.xml" /></Relationships>
</file>

<file path=ppt/slides/_rels/slide24.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64.xml" /><Relationship Id="rId3" Type="http://schemas.openxmlformats.org/officeDocument/2006/relationships/image" Target="../media/image1.png" /><Relationship Id="rId4" Type="http://schemas.openxmlformats.org/officeDocument/2006/relationships/tags" Target="../tags/tag65.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grpSp>
        <p:nvGrpSpPr>
          <p:cNvPr id="2" name="组合 1"/>
          <p:cNvGrpSpPr/>
          <p:nvPr/>
        </p:nvGrpSpPr>
        <p:grpSpPr>
          <a:xfrm>
            <a:off x="73025" y="147955"/>
            <a:ext cx="12082780" cy="6398260"/>
            <a:chOff x="115" y="233"/>
            <a:chExt cx="19028" cy="10076"/>
          </a:xfrm>
        </p:grpSpPr>
        <p:sp>
          <p:nvSpPr>
            <p:cNvPr id="14" name="图形"/>
            <p:cNvSpPr/>
            <p:nvPr/>
          </p:nvSpPr>
          <p:spPr>
            <a:xfrm rot="156143">
              <a:off x="1053" y="663"/>
              <a:ext cx="18090" cy="9646"/>
            </a:xfrm>
            <a:prstGeom prst="roundRect">
              <a:avLst>
                <a:gd name="adj" fmla="val 5724"/>
              </a:avLst>
            </a:prstGeom>
            <a:solidFill>
              <a:srgbClr val="3281F6"/>
            </a:solidFill>
            <a:ln>
              <a:noFill/>
            </a:ln>
            <a:effectLst>
              <a:outerShdw blurRad="279400" dist="38100" dir="5400000" algn="t"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sp>
          <p:nvSpPr>
            <p:cNvPr id="27" name="图形"/>
            <p:cNvSpPr/>
            <p:nvPr/>
          </p:nvSpPr>
          <p:spPr>
            <a:xfrm rot="156144">
              <a:off x="115" y="233"/>
              <a:ext cx="18090" cy="9646"/>
            </a:xfrm>
            <a:prstGeom prst="roundRect">
              <a:avLst>
                <a:gd name="adj" fmla="val 5724"/>
              </a:avLst>
            </a:prstGeom>
            <a:solidFill>
              <a:srgbClr val="3281F6"/>
            </a:solidFill>
            <a:ln>
              <a:noFill/>
            </a:ln>
            <a:effectLst>
              <a:outerShdw blurRad="279400" dist="38100" dir="5400000" algn="t"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sp>
          <p:nvSpPr>
            <p:cNvPr id="26" name="图形"/>
            <p:cNvSpPr/>
            <p:nvPr/>
          </p:nvSpPr>
          <p:spPr>
            <a:xfrm>
              <a:off x="507" y="529"/>
              <a:ext cx="18090" cy="9646"/>
            </a:xfrm>
            <a:prstGeom prst="roundRect">
              <a:avLst>
                <a:gd name="adj" fmla="val 5724"/>
              </a:avLst>
            </a:prstGeom>
            <a:solidFill>
              <a:schemeClr val="bg1"/>
            </a:solidFill>
            <a:ln>
              <a:noFill/>
            </a:ln>
            <a:effectLst>
              <a:outerShdw blurRad="203200" dist="38100" dir="5400000" algn="t" rotWithShape="0">
                <a:schemeClr val="accent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sp>
          <p:nvSpPr>
            <p:cNvPr id="31" name="图形"/>
            <p:cNvSpPr/>
            <p:nvPr/>
          </p:nvSpPr>
          <p:spPr>
            <a:xfrm>
              <a:off x="1784" y="2996"/>
              <a:ext cx="556" cy="556"/>
            </a:xfrm>
            <a:prstGeom prst="ellipse">
              <a:avLst/>
            </a:prstGeom>
            <a:solidFill>
              <a:srgbClr val="BCD7FC"/>
            </a:solidFill>
            <a:ln>
              <a:noFill/>
            </a:ln>
            <a:effectLst>
              <a:outerShdw blurRad="50800" dist="38100" dir="7800000" sx="116000" sy="116000" algn="t" rotWithShape="0">
                <a:srgbClr val="2BB76E">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sp>
          <p:nvSpPr>
            <p:cNvPr id="191" name="图形"/>
            <p:cNvSpPr txBox="1"/>
            <p:nvPr/>
          </p:nvSpPr>
          <p:spPr>
            <a:xfrm>
              <a:off x="1700" y="2806"/>
              <a:ext cx="7175" cy="1743"/>
            </a:xfrm>
            <a:prstGeom prst="rect">
              <a:avLst/>
            </a:prstGeom>
            <a:noFill/>
          </p:spPr>
          <p:txBody>
            <a:bodyPr wrap="square" rtlCol="0">
              <a:normAutofit/>
            </a:bodyPr>
            <a:lstStyle/>
            <a:p>
              <a:pPr algn="dist"/>
              <a:r>
                <a:rPr lang="en-US" altLang="zh-CN" sz="6600" b="1" spc="-150">
                  <a:solidFill>
                    <a:srgbClr val="3281F6"/>
                  </a:solidFill>
                  <a:latin typeface="思源黑体 Medium"/>
                  <a:ea typeface="思源黑体 CN Medium" panose="020b0600000000000000" charset="-122"/>
                  <a:cs typeface="+mn-ea"/>
                  <a:sym typeface="+mn-lt"/>
                </a:rPr>
                <a:t>Internship</a:t>
              </a:r>
              <a:endParaRPr lang="en-US" altLang="zh-CN" sz="6600" b="1" spc="-150">
                <a:solidFill>
                  <a:srgbClr val="3281F6"/>
                </a:solidFill>
                <a:latin typeface="思源黑体 CN Medium" panose="020b0600000000000000" charset="-122"/>
                <a:ea typeface="思源黑体 CN Medium" panose="020b0600000000000000" charset="-122"/>
                <a:cs typeface="+mn-ea"/>
                <a:sym typeface="+mn-lt"/>
              </a:endParaRPr>
            </a:p>
          </p:txBody>
        </p:sp>
        <p:sp>
          <p:nvSpPr>
            <p:cNvPr id="192" name="图形"/>
            <p:cNvSpPr txBox="1"/>
            <p:nvPr/>
          </p:nvSpPr>
          <p:spPr>
            <a:xfrm>
              <a:off x="1784" y="4337"/>
              <a:ext cx="8506" cy="1032"/>
            </a:xfrm>
            <a:prstGeom prst="rect">
              <a:avLst/>
            </a:prstGeom>
            <a:noFill/>
          </p:spPr>
          <p:txBody>
            <a:bodyPr wrap="square" rtlCol="0">
              <a:normAutofit/>
            </a:bodyPr>
            <a:lstStyle/>
            <a:p>
              <a:pPr algn="l"/>
              <a:r>
                <a:rPr lang="en-US" altLang="en-US" sz="3700" b="1">
                  <a:solidFill>
                    <a:schemeClr val="tx1">
                      <a:lumMod val="85000"/>
                      <a:lumOff val="15000"/>
                    </a:schemeClr>
                  </a:solidFill>
                  <a:latin typeface="思源黑体 Medium"/>
                  <a:ea typeface="思源黑体 CN Medium" panose="020b0600000000000000" charset="-122"/>
                  <a:cs typeface="+mn-ea"/>
                  <a:sym typeface="+mn-lt"/>
                </a:rPr>
                <a:t>College student social</a:t>
              </a:r>
              <a:endParaRPr lang="zh-CN" altLang="en-US" sz="4400" b="1">
                <a:solidFill>
                  <a:schemeClr val="tx1">
                    <a:lumMod val="85000"/>
                    <a:lumOff val="15000"/>
                  </a:schemeClr>
                </a:solidFill>
                <a:latin typeface="思源黑体 CN Medium" panose="020b0600000000000000" charset="-122"/>
                <a:ea typeface="思源黑体 CN Medium" panose="020b0600000000000000" charset="-122"/>
                <a:cs typeface="+mn-ea"/>
                <a:sym typeface="+mn-lt"/>
              </a:endParaRPr>
            </a:p>
          </p:txBody>
        </p:sp>
        <p:sp>
          <p:nvSpPr>
            <p:cNvPr id="7" name="图形"/>
            <p:cNvSpPr txBox="1"/>
            <p:nvPr/>
          </p:nvSpPr>
          <p:spPr>
            <a:xfrm>
              <a:off x="1844" y="5450"/>
              <a:ext cx="8446" cy="1234"/>
            </a:xfrm>
            <a:prstGeom prst="rect">
              <a:avLst/>
            </a:prstGeom>
            <a:noFill/>
          </p:spPr>
          <p:txBody>
            <a:bodyPr wrap="square" rtlCol="0">
              <a:normAutofit/>
            </a:bodyPr>
            <a:lstStyle/>
            <a:p>
              <a:pPr algn="l">
                <a:lnSpc>
                  <a:spcPct val="150000"/>
                </a:lnSpc>
              </a:pPr>
              <a:r>
                <a:rPr lang="en-US" altLang="en-US"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Add your text content here</a:t>
              </a:r>
              <a:r>
                <a:rPr lang="en-US" altLang="zh-CN"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t>
              </a:r>
              <a:r>
                <a:rPr lang="en-US" altLang="en-US"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Add your text content here</a:t>
              </a:r>
              <a:r>
                <a:rPr lang="en-US" altLang="zh-CN"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t>
              </a:r>
              <a:r>
                <a:rPr lang="en-US" altLang="en-US"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Add your text content here</a:t>
              </a:r>
              <a:r>
                <a:rPr lang="en-US" altLang="zh-CN"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t>
              </a:r>
              <a:r>
                <a:rPr lang="en-US" altLang="en-US"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Add your text content here</a:t>
              </a:r>
              <a:r>
                <a:rPr lang="en-US" altLang="zh-CN"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t>
              </a:r>
              <a:r>
                <a:rPr lang="en-US" altLang="en-US"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Add your text content here</a:t>
              </a:r>
              <a:r>
                <a:rPr lang="en-US" altLang="zh-CN"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t>
              </a:r>
              <a:r>
                <a:rPr lang="en-US" altLang="en-US"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Add your text content here</a:t>
              </a:r>
              <a:r>
                <a:rPr lang="en-US" altLang="zh-CN"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t>
              </a:r>
              <a:r>
                <a:rPr lang="en-US" altLang="en-US"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Add your content here</a:t>
              </a:r>
              <a:r>
                <a:rPr lang="en-US" altLang="zh-CN"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t>
              </a:r>
              <a:r>
                <a:rPr lang="en-US" altLang="en-US"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Add your text content here</a:t>
              </a:r>
              <a:r>
                <a:rPr lang="en-US" altLang="zh-CN"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t>
              </a:r>
              <a:r>
                <a:rPr lang="en-US" altLang="en-US"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Add your text content here</a:t>
              </a:r>
              <a:r>
                <a:rPr lang="en-US" altLang="zh-CN"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t>
              </a:r>
              <a:endParaRPr lang="en-US" altLang="zh-CN" sz="1000">
                <a:solidFill>
                  <a:schemeClr val="tx1"/>
                </a:solidFill>
                <a:latin typeface="思源黑体 CN Normal" panose="020b0400000000000000" charset="-122"/>
                <a:ea typeface="思源黑体 CN Normal" panose="020b0400000000000000" charset="-122"/>
                <a:cs typeface="字魂创中黑" panose="00000500000000000000" charset="-122"/>
              </a:endParaRPr>
            </a:p>
          </p:txBody>
        </p:sp>
        <p:sp>
          <p:nvSpPr>
            <p:cNvPr id="24" name="图形"/>
            <p:cNvSpPr/>
            <p:nvPr>
              <p:custDataLst>
                <p:tags r:id="rId2"/>
              </p:custDataLst>
            </p:nvPr>
          </p:nvSpPr>
          <p:spPr>
            <a:xfrm>
              <a:off x="1953" y="7210"/>
              <a:ext cx="2528" cy="650"/>
            </a:xfrm>
            <a:prstGeom prst="roundRect">
              <a:avLst>
                <a:gd name="adj" fmla="val 50000"/>
              </a:avLst>
            </a:prstGeom>
            <a:solidFill>
              <a:srgbClr val="3281F6"/>
            </a:solidFill>
            <a:ln w="25400">
              <a:solidFill>
                <a:schemeClr val="bg1"/>
              </a:solidFill>
            </a:ln>
            <a:effectLst>
              <a:outerShdw blurRad="247650" dist="53492" dir="5400000" algn="ctr" rotWithShape="0">
                <a:srgbClr val="007E3F">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6286" tIns="48143" rIns="96286" bIns="48143"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95" b="0" i="0" u="none" strike="noStrike" kern="1200" cap="none" spc="0" normalizeH="0" baseline="0" noProof="0">
                <a:ln>
                  <a:noFill/>
                </a:ln>
                <a:solidFill>
                  <a:prstClr val="white"/>
                </a:solidFill>
                <a:effectLst/>
                <a:uLnTx/>
                <a:uFillTx/>
                <a:ea typeface="字魂创中黑"/>
                <a:cs typeface="字魂创中黑" panose="00000500000000000000" charset="-122"/>
              </a:endParaRPr>
            </a:p>
          </p:txBody>
        </p:sp>
        <p:sp>
          <p:nvSpPr>
            <p:cNvPr id="6" name="图形"/>
            <p:cNvSpPr txBox="1"/>
            <p:nvPr/>
          </p:nvSpPr>
          <p:spPr>
            <a:xfrm>
              <a:off x="2071" y="7285"/>
              <a:ext cx="2187" cy="339"/>
            </a:xfrm>
            <a:prstGeom prst="rect">
              <a:avLst/>
            </a:prstGeom>
            <a:noFill/>
          </p:spPr>
          <p:txBody>
            <a:bodyPr wrap="none" rtlCol="0">
              <a:normAutofit/>
            </a:bodyPr>
            <a:lstStyle/>
            <a:p>
              <a:r>
                <a:rPr lang="en-US" altLang="en-US" sz="800">
                  <a:solidFill>
                    <a:schemeClr val="bg1"/>
                  </a:solidFill>
                  <a:latin typeface="思源黑体 Medium"/>
                  <a:ea typeface="思源黑体 CN Medium" panose="020b0600000000000000" charset="-122"/>
                  <a:cs typeface="思源黑体 CN Medium" panose="020b0600000000000000" charset="-122"/>
                </a:rPr>
                <a:t>Presented by: slidesdocs</a:t>
              </a:r>
              <a:endParaRPr lang="zh-CN" altLang="en-US" sz="1400">
                <a:solidFill>
                  <a:schemeClr val="bg1"/>
                </a:solidFill>
                <a:latin typeface="思源黑体 CN Medium" panose="020b0600000000000000" charset="-122"/>
                <a:ea typeface="思源黑体 CN Medium" panose="020b0600000000000000" charset="-122"/>
                <a:cs typeface="思源黑体 CN Medium" panose="020b0600000000000000" charset="-122"/>
              </a:endParaRPr>
            </a:p>
          </p:txBody>
        </p:sp>
        <p:pic>
          <p:nvPicPr>
            <p:cNvPr id="8" name="图形" descr="预览图_千图网_编号36298668"/>
            <p:cNvPicPr>
              <a:picLocks noChangeAspect="1"/>
            </p:cNvPicPr>
            <p:nvPr/>
          </p:nvPicPr>
          <p:blipFill>
            <a:blip r:embed="rId3"/>
            <a:stretch>
              <a:fillRect/>
            </a:stretch>
          </p:blipFill>
          <p:spPr>
            <a:xfrm>
              <a:off x="9846" y="1451"/>
              <a:ext cx="8071" cy="8071"/>
            </a:xfrm>
            <a:prstGeom prst="rect">
              <a:avLst/>
            </a:prstGeom>
          </p:spPr>
        </p:pic>
        <p:grpSp>
          <p:nvGrpSpPr>
            <p:cNvPr id="9" name="图形"/>
            <p:cNvGrpSpPr/>
            <p:nvPr/>
          </p:nvGrpSpPr>
          <p:grpSpPr>
            <a:xfrm flipH="1">
              <a:off x="10214" y="2996"/>
              <a:ext cx="1856" cy="653"/>
              <a:chOff x="10139" y="246"/>
              <a:chExt cx="1856" cy="653"/>
            </a:xfrm>
          </p:grpSpPr>
          <p:sp>
            <p:nvSpPr>
              <p:cNvPr id="15" name="图形"/>
              <p:cNvSpPr/>
              <p:nvPr/>
            </p:nvSpPr>
            <p:spPr>
              <a:xfrm>
                <a:off x="10139" y="246"/>
                <a:ext cx="1856" cy="653"/>
              </a:xfrm>
              <a:prstGeom prst="wedgeRoundRectCallout">
                <a:avLst>
                  <a:gd name="adj1" fmla="val -31927"/>
                  <a:gd name="adj2" fmla="val 81045"/>
                  <a:gd name="adj3" fmla="val 16667"/>
                </a:avLst>
              </a:prstGeom>
              <a:solidFill>
                <a:srgbClr val="3281F6"/>
              </a:solidFill>
              <a:ln>
                <a:noFill/>
              </a:ln>
              <a:effectLst>
                <a:outerShdw blurRad="50800" dist="381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sp>
            <p:nvSpPr>
              <p:cNvPr id="17" name="图形"/>
              <p:cNvSpPr txBox="1"/>
              <p:nvPr/>
            </p:nvSpPr>
            <p:spPr>
              <a:xfrm>
                <a:off x="10369" y="331"/>
                <a:ext cx="1420" cy="315"/>
              </a:xfrm>
              <a:prstGeom prst="rect">
                <a:avLst/>
              </a:prstGeom>
              <a:noFill/>
            </p:spPr>
            <p:txBody>
              <a:bodyPr wrap="none" rtlCol="0">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en-US" sz="700" b="0" i="0" u="none" strike="noStrike" kern="1200" cap="none" spc="0" normalizeH="0" baseline="0" noProof="0">
                    <a:ln>
                      <a:noFill/>
                    </a:ln>
                    <a:solidFill>
                      <a:prstClr val="white"/>
                    </a:solidFill>
                    <a:effectLst/>
                    <a:uLnTx/>
                    <a:uFillTx/>
                    <a:latin typeface="思源黑体 Normal"/>
                    <a:ea typeface="思源黑体 CN Normal" panose="020b0400000000000000" charset="-122"/>
                    <a:cs typeface="字魂创中黑" panose="00000500000000000000" charset="-122"/>
                  </a:rPr>
                  <a:t>Internship record</a:t>
                </a:r>
                <a:endParaRPr kumimoji="0" lang="zh-CN" altLang="en-US" sz="14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字魂创中黑" panose="00000500000000000000" charset="-122"/>
                </a:endParaRPr>
              </a:p>
            </p:txBody>
          </p:sp>
        </p:grpSp>
        <p:grpSp>
          <p:nvGrpSpPr>
            <p:cNvPr id="10" name="图形"/>
            <p:cNvGrpSpPr/>
            <p:nvPr/>
          </p:nvGrpSpPr>
          <p:grpSpPr>
            <a:xfrm>
              <a:off x="16721" y="4093"/>
              <a:ext cx="1314" cy="462"/>
              <a:chOff x="17014" y="4416"/>
              <a:chExt cx="1314" cy="462"/>
            </a:xfrm>
          </p:grpSpPr>
          <p:sp>
            <p:nvSpPr>
              <p:cNvPr id="22" name="图形"/>
              <p:cNvSpPr/>
              <p:nvPr/>
            </p:nvSpPr>
            <p:spPr>
              <a:xfrm>
                <a:off x="17014" y="4416"/>
                <a:ext cx="1314" cy="462"/>
              </a:xfrm>
              <a:prstGeom prst="wedgeRoundRectCallout">
                <a:avLst>
                  <a:gd name="adj1" fmla="val -31927"/>
                  <a:gd name="adj2" fmla="val 81045"/>
                  <a:gd name="adj3" fmla="val 16667"/>
                </a:avLst>
              </a:prstGeom>
              <a:solidFill>
                <a:schemeClr val="bg1"/>
              </a:solidFill>
              <a:ln>
                <a:noFill/>
              </a:ln>
              <a:effectLst>
                <a:outerShdw blurRad="152400" dist="38100" dir="5400000" algn="t"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sp>
            <p:nvSpPr>
              <p:cNvPr id="28" name="图形"/>
              <p:cNvSpPr txBox="1"/>
              <p:nvPr/>
            </p:nvSpPr>
            <p:spPr>
              <a:xfrm>
                <a:off x="17042" y="4436"/>
                <a:ext cx="1238" cy="412"/>
              </a:xfrm>
              <a:prstGeom prst="rect">
                <a:avLst/>
              </a:prstGeom>
              <a:noFill/>
            </p:spPr>
            <p:txBody>
              <a:bodyPr wrap="none" rtlCol="0">
                <a:norm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en-US" sz="1100" b="0" i="0" u="none" strike="noStrike" kern="1200" cap="none" spc="0" normalizeH="0" baseline="0" noProof="0">
                    <a:ln>
                      <a:noFill/>
                    </a:ln>
                    <a:solidFill>
                      <a:srgbClr val="3281F6"/>
                    </a:solidFill>
                    <a:effectLst/>
                    <a:uLnTx/>
                    <a:uFillTx/>
                    <a:latin typeface="思源黑体 Normal"/>
                    <a:ea typeface="思源黑体 CN Normal" panose="020b0400000000000000" charset="-122"/>
                    <a:cs typeface="字魂创中黑" panose="00000500000000000000" charset="-122"/>
                  </a:rPr>
                  <a:t>Statistics</a:t>
                </a:r>
                <a:endParaRPr kumimoji="0" lang="zh-CN" altLang="en-US" sz="1200" b="0" i="0" u="none" strike="noStrike" kern="1200" cap="none" spc="0" normalizeH="0" baseline="0" noProof="0">
                  <a:ln>
                    <a:noFill/>
                  </a:ln>
                  <a:solidFill>
                    <a:srgbClr val="3281F6"/>
                  </a:solidFill>
                  <a:effectLst/>
                  <a:uLnTx/>
                  <a:uFillTx/>
                  <a:latin typeface="思源黑体 CN Normal" panose="020b0400000000000000" charset="-122"/>
                  <a:ea typeface="思源黑体 CN Normal" panose="020b0400000000000000" charset="-122"/>
                  <a:cs typeface="字魂创中黑" panose="00000500000000000000" charset="-122"/>
                </a:endParaRPr>
              </a:p>
            </p:txBody>
          </p:sp>
        </p:grpSp>
        <p:sp>
          <p:nvSpPr>
            <p:cNvPr id="20" name="图形"/>
            <p:cNvSpPr txBox="1"/>
            <p:nvPr/>
          </p:nvSpPr>
          <p:spPr>
            <a:xfrm>
              <a:off x="10557" y="8845"/>
              <a:ext cx="7180" cy="580"/>
            </a:xfrm>
            <a:prstGeom prst="rect">
              <a:avLst/>
            </a:prstGeom>
            <a:noFill/>
          </p:spPr>
          <p:txBody>
            <a:bodyPr wrap="square" rtlCol="0">
              <a:normAutofit/>
            </a:bodyPr>
            <a:lstStyle/>
            <a:p>
              <a:pPr algn="ctr"/>
              <a:r>
                <a:rPr lang="en-US" altLang="en-US">
                  <a:solidFill>
                    <a:srgbClr val="3281F6"/>
                  </a:solidFill>
                  <a:latin typeface="思源黑体 Normal"/>
                  <a:ea typeface="思源黑体 CN Normal" panose="020b0400000000000000" charset="-122"/>
                  <a:cs typeface="字魂创中黑" panose="00000500000000000000" charset="-122"/>
                </a:rPr>
                <a:t>STUDENT SOCIAL PRACTICE REPORT</a:t>
              </a:r>
              <a:endParaRPr lang="zh-CN" altLang="en-US">
                <a:solidFill>
                  <a:srgbClr val="3281F6"/>
                </a:solidFill>
                <a:latin typeface="思源黑体 CN Normal" panose="020b0400000000000000" charset="-122"/>
                <a:ea typeface="思源黑体 CN Normal" panose="020b0400000000000000" charset="-122"/>
                <a:cs typeface="字魂创中黑" panose="00000500000000000000" charset="-122"/>
              </a:endParaRPr>
            </a:p>
          </p:txBody>
        </p:sp>
        <p:sp>
          <p:nvSpPr>
            <p:cNvPr id="23" name="图形"/>
            <p:cNvSpPr/>
            <p:nvPr/>
          </p:nvSpPr>
          <p:spPr>
            <a:xfrm>
              <a:off x="1784" y="1505"/>
              <a:ext cx="453" cy="453"/>
            </a:xfrm>
            <a:prstGeom prst="ellipse">
              <a:avLst/>
            </a:prstGeom>
            <a:solidFill>
              <a:srgbClr val="3281F6"/>
            </a:solidFill>
            <a:ln>
              <a:noFill/>
            </a:ln>
            <a:effectLst>
              <a:outerShdw blurRad="50800" dist="38100" dir="7800000" sx="116000" sy="116000" algn="t" rotWithShape="0">
                <a:srgbClr val="2BB76E">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sp>
          <p:nvSpPr>
            <p:cNvPr id="21" name="图形"/>
            <p:cNvSpPr/>
            <p:nvPr/>
          </p:nvSpPr>
          <p:spPr>
            <a:xfrm>
              <a:off x="2137" y="1492"/>
              <a:ext cx="1957" cy="412"/>
            </a:xfrm>
            <a:prstGeom prst="rect">
              <a:avLst/>
            </a:prstGeom>
          </p:spPr>
          <p:txBody>
            <a:bodyPr wrap="none">
              <a:normAutofit/>
            </a:bodyPr>
            <a:lstStyle/>
            <a:p>
              <a:r>
                <a:rPr lang="en-US" altLang="zh-CN" sz="1100">
                  <a:solidFill>
                    <a:schemeClr val="tx1"/>
                  </a:solidFill>
                  <a:latin typeface="思源黑体 Normal"/>
                  <a:ea typeface="思源黑体 CN Normal" panose="020b0400000000000000" charset="-122"/>
                  <a:cs typeface="字魂创中黑" panose="00000500000000000000" charset="-122"/>
                </a:rPr>
                <a:t>www.slidesdocs</a:t>
              </a:r>
              <a:endParaRPr lang="en-US" altLang="zh-CN" sz="1200">
                <a:solidFill>
                  <a:schemeClr val="tx1"/>
                </a:solidFill>
                <a:latin typeface="思源黑体 CN Normal" panose="020b0400000000000000" charset="-122"/>
                <a:ea typeface="思源黑体 CN Normal" panose="020b0400000000000000" charset="-122"/>
                <a:cs typeface="字魂创中黑" panose="00000500000000000000" charset="-122"/>
              </a:endParaRPr>
            </a:p>
          </p:txBody>
        </p:sp>
        <p:sp>
          <p:nvSpPr>
            <p:cNvPr id="29" name="图形"/>
            <p:cNvSpPr txBox="1"/>
            <p:nvPr/>
          </p:nvSpPr>
          <p:spPr>
            <a:xfrm>
              <a:off x="1700" y="1583"/>
              <a:ext cx="709" cy="289"/>
            </a:xfrm>
            <a:prstGeom prst="rect">
              <a:avLst/>
            </a:prstGeom>
            <a:noFill/>
          </p:spPr>
          <p:txBody>
            <a:bodyPr wrap="square" rtlCol="0">
              <a:normAutofit/>
            </a:bodyPr>
            <a:lstStyle/>
            <a:p>
              <a:r>
                <a:rPr lang="en-US" altLang="zh-CN" sz="600" b="1">
                  <a:solidFill>
                    <a:schemeClr val="bg1"/>
                  </a:solidFill>
                  <a:latin typeface="思源黑体 Normal"/>
                  <a:ea typeface="思源黑体 CN Normal" panose="020b0400000000000000" charset="-122"/>
                  <a:cs typeface="字魂创中黑" panose="00000500000000000000" charset="-122"/>
                </a:rPr>
                <a:t>LOGO</a:t>
              </a:r>
              <a:endParaRPr lang="en-US" altLang="zh-CN" sz="600" b="1">
                <a:solidFill>
                  <a:schemeClr val="bg1"/>
                </a:solidFill>
                <a:latin typeface="思源黑体 CN Normal" panose="020b0400000000000000" charset="-122"/>
                <a:ea typeface="思源黑体 CN Normal" panose="020b0400000000000000" charset="-122"/>
                <a:cs typeface="字魂创中黑" panose="00000500000000000000" charset="-122"/>
              </a:endParaRPr>
            </a:p>
          </p:txBody>
        </p:sp>
      </p:grpSp>
      <p:pic>
        <p:nvPicPr>
          <p:cNvPr id="5" name="图形">
            <a:hlinkClick action="ppaction://media"/>
          </p:cNvPr>
          <p:cNvPicPr>
            <a:picLocks noRot="1" noChangeAspect="1"/>
          </p:cNvPicPr>
          <p:nvPr>
            <a:audioFile r:link="rId5"/>
            <p:extLst>
              <p:ext uri="{DAA4B4D4-6D71-4841-9C94-3DE7FCFB9230}">
                <p14:media xmlns:p14="http://schemas.microsoft.com/office/powerpoint/2010/main" r:embed="rId6"/>
              </p:ext>
            </p:extLst>
          </p:nvPr>
        </p:nvPicPr>
        <p:blipFill>
          <a:blip r:embed="rId4"/>
          <a:stretch>
            <a:fillRect/>
          </a:stretch>
        </p:blipFill>
        <p:spPr>
          <a:xfrm>
            <a:off x="11215370" y="7614920"/>
            <a:ext cx="619125" cy="619125"/>
          </a:xfrm>
          <a:prstGeom prst="rect">
            <a:avLst/>
          </a:prstGeom>
        </p:spPr>
      </p:pic>
    </p:spTree>
    <p:custDataLst>
      <p:tags r:id="rId7"/>
    </p:custDataLst>
  </p:cSld>
  <p:clrMapOvr>
    <a:masterClrMapping/>
  </p:clrMapOvr>
  <p:transition advTm="2000">
    <p:wedg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3" presetClass="entr" presetSubtype="16" fill="hold" nodeType="afterEffect">
                                  <p:stCondLst>
                                    <p:cond delay="0"/>
                                  </p:stCondLst>
                                  <p:childTnLst>
                                    <p:set>
                                      <p:cBhvr>
                                        <p:cTn id="6" dur="500" fill="hold">
                                          <p:stCondLst>
                                            <p:cond delay="0"/>
                                          </p:stCondLst>
                                        </p:cTn>
                                        <p:tgtEl>
                                          <p:spTgt spid="2"/>
                                        </p:tgtEl>
                                        <p:attrNameLst>
                                          <p:attrName>style.visibility</p:attrName>
                                        </p:attrNameLst>
                                      </p:cBhvr>
                                      <p:to>
                                        <p:strVal val="visible"/>
                                      </p:to>
                                    </p:set>
                                    <p:animEffect transition="in" filter="plus(in)">
                                      <p:cBhvr>
                                        <p:cTn id="7" dur="500"/>
                                        <p:tgtEl>
                                          <p:spTgt spid="2"/>
                                        </p:tgtEl>
                                      </p:cBhvr>
                                    </p:animEffect>
                                  </p:childTnLst>
                                </p:cTn>
                              </p:par>
                            </p:childTnLst>
                          </p:cTn>
                        </p:par>
                        <p:par>
                          <p:cTn id="8" fill="hold" nodeType="afterGroup">
                            <p:stCondLst>
                              <p:cond delay="500"/>
                            </p:stCondLst>
                            <p:childTnLst>
                              <p:par>
                                <p:cTn id="9" presetID="1" presetClass="mediacall" presetSubtype="0" fill="hold" nodeType="afterEffect">
                                  <p:stCondLst>
                                    <p:cond delay="0"/>
                                  </p:stCondLst>
                                  <p:childTnLst>
                                    <p:cmd type="call" cmd="playFrom(0.0)">
                                      <p:cBhvr additive="base">
                                        <p:cTn id="10"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showWhenStopped="0">
                <p:cTn id="11" repeatCount="indefinite" fill="remove" display="0">
                  <p:stCondLst>
                    <p:cond delay="indefinite"/>
                  </p:stCondLst>
                  <p:endCondLst>
                    <p:cond evt="onPrev" delay="0">
                      <p:tgtEl>
                        <p:sldTgt/>
                      </p:tgtEl>
                    </p:cond>
                    <p:cond evt="onStopAudio" delay="0">
                      <p:tgtEl>
                        <p:sldTgt/>
                      </p:tgtEl>
                    </p:cond>
                  </p:endCondLst>
                </p:cTn>
                <p:tgtEl>
                  <p:spTgt spid="5"/>
                </p:tgtEl>
              </p:cMediaNode>
            </p:audio>
          </p:childTnLst>
        </p:cTn>
      </p:par>
    </p:tnLst>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grpSp>
        <p:nvGrpSpPr>
          <p:cNvPr id="3" name="组合 2"/>
          <p:cNvGrpSpPr/>
          <p:nvPr/>
        </p:nvGrpSpPr>
        <p:grpSpPr>
          <a:xfrm>
            <a:off x="285115" y="78740"/>
            <a:ext cx="11523980" cy="7125970"/>
            <a:chOff x="449" y="124"/>
            <a:chExt cx="18148" cy="11222"/>
          </a:xfrm>
        </p:grpSpPr>
        <p:sp>
          <p:nvSpPr>
            <p:cNvPr id="23" name="图形"/>
            <p:cNvSpPr/>
            <p:nvPr/>
          </p:nvSpPr>
          <p:spPr>
            <a:xfrm rot="20556144" flipH="1" flipV="1">
              <a:off x="449" y="124"/>
              <a:ext cx="18090" cy="11222"/>
            </a:xfrm>
            <a:prstGeom prst="roundRect">
              <a:avLst>
                <a:gd name="adj" fmla="val 5724"/>
              </a:avLst>
            </a:prstGeom>
            <a:solidFill>
              <a:srgbClr val="3281F6"/>
            </a:solidFill>
            <a:ln>
              <a:noFill/>
            </a:ln>
            <a:effectLst>
              <a:outerShdw blurRad="279400" dist="38100" dir="5400000" algn="t"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sp>
          <p:nvSpPr>
            <p:cNvPr id="9" name="图形"/>
            <p:cNvSpPr/>
            <p:nvPr/>
          </p:nvSpPr>
          <p:spPr>
            <a:xfrm>
              <a:off x="507" y="529"/>
              <a:ext cx="18090" cy="9646"/>
            </a:xfrm>
            <a:prstGeom prst="roundRect">
              <a:avLst>
                <a:gd name="adj" fmla="val 5724"/>
              </a:avLst>
            </a:prstGeom>
            <a:solidFill>
              <a:schemeClr val="bg1"/>
            </a:solidFill>
            <a:ln>
              <a:noFill/>
            </a:ln>
            <a:effectLst>
              <a:outerShdw blurRad="63500" sx="102000" sy="102000" algn="ctr" rotWithShape="0">
                <a:srgbClr val="3281F6">
                  <a:alpha val="1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sp>
          <p:nvSpPr>
            <p:cNvPr id="8" name="图形"/>
            <p:cNvSpPr/>
            <p:nvPr/>
          </p:nvSpPr>
          <p:spPr>
            <a:xfrm>
              <a:off x="2180" y="4261"/>
              <a:ext cx="3501" cy="3700"/>
            </a:xfrm>
            <a:prstGeom prst="rect">
              <a:avLst/>
            </a:prstGeom>
            <a:pattFill prst="wdDnDiag">
              <a:fgClr>
                <a:schemeClr val="bg2">
                  <a:lumMod val="95000"/>
                </a:schemeClr>
              </a:fgClr>
              <a:bgClr>
                <a:schemeClr val="bg1"/>
              </a:bgClr>
            </a:patt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cs typeface="字魂创中黑" panose="00000500000000000000" charset="-122"/>
              </a:endParaRPr>
            </a:p>
          </p:txBody>
        </p:sp>
        <p:sp>
          <p:nvSpPr>
            <p:cNvPr id="2" name="图形"/>
            <p:cNvSpPr/>
            <p:nvPr/>
          </p:nvSpPr>
          <p:spPr>
            <a:xfrm>
              <a:off x="5917" y="4261"/>
              <a:ext cx="3501" cy="3700"/>
            </a:xfrm>
            <a:prstGeom prst="rect">
              <a:avLst/>
            </a:prstGeom>
            <a:pattFill prst="wdDnDiag">
              <a:fgClr>
                <a:schemeClr val="bg2">
                  <a:lumMod val="95000"/>
                </a:schemeClr>
              </a:fgClr>
              <a:bgClr>
                <a:schemeClr val="bg1"/>
              </a:bgClr>
            </a:patt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cs typeface="字魂创中黑" panose="00000500000000000000" charset="-122"/>
              </a:endParaRPr>
            </a:p>
          </p:txBody>
        </p:sp>
        <p:sp>
          <p:nvSpPr>
            <p:cNvPr id="5" name="图形"/>
            <p:cNvSpPr/>
            <p:nvPr/>
          </p:nvSpPr>
          <p:spPr>
            <a:xfrm>
              <a:off x="9744" y="4261"/>
              <a:ext cx="3501" cy="3700"/>
            </a:xfrm>
            <a:prstGeom prst="rect">
              <a:avLst/>
            </a:prstGeom>
            <a:pattFill prst="wdDnDiag">
              <a:fgClr>
                <a:schemeClr val="bg2">
                  <a:lumMod val="95000"/>
                </a:schemeClr>
              </a:fgClr>
              <a:bgClr>
                <a:schemeClr val="bg1"/>
              </a:bgClr>
            </a:patt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cs typeface="字魂创中黑" panose="00000500000000000000" charset="-122"/>
              </a:endParaRPr>
            </a:p>
          </p:txBody>
        </p:sp>
        <p:sp>
          <p:nvSpPr>
            <p:cNvPr id="6" name="图形"/>
            <p:cNvSpPr/>
            <p:nvPr/>
          </p:nvSpPr>
          <p:spPr>
            <a:xfrm>
              <a:off x="13481" y="4261"/>
              <a:ext cx="3501" cy="3700"/>
            </a:xfrm>
            <a:prstGeom prst="rect">
              <a:avLst/>
            </a:prstGeom>
            <a:pattFill prst="wdDnDiag">
              <a:fgClr>
                <a:schemeClr val="bg2">
                  <a:lumMod val="95000"/>
                </a:schemeClr>
              </a:fgClr>
              <a:bgClr>
                <a:schemeClr val="bg1"/>
              </a:bgClr>
            </a:patt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cs typeface="字魂创中黑" panose="00000500000000000000" charset="-122"/>
              </a:endParaRPr>
            </a:p>
          </p:txBody>
        </p:sp>
        <p:cxnSp>
          <p:nvCxnSpPr>
            <p:cNvPr id="10" name="图形"/>
            <p:cNvCxnSpPr/>
            <p:nvPr/>
          </p:nvCxnSpPr>
          <p:spPr>
            <a:xfrm>
              <a:off x="2180" y="4111"/>
              <a:ext cx="3500" cy="0"/>
            </a:xfrm>
            <a:prstGeom prst="line">
              <a:avLst/>
            </a:prstGeom>
            <a:ln w="76200">
              <a:solidFill>
                <a:srgbClr val="404040"/>
              </a:solidFill>
            </a:ln>
          </p:spPr>
          <p:style>
            <a:lnRef idx="1">
              <a:schemeClr val="accent1"/>
            </a:lnRef>
            <a:fillRef idx="0">
              <a:schemeClr val="accent1"/>
            </a:fillRef>
            <a:effectRef idx="0">
              <a:schemeClr val="accent1"/>
            </a:effectRef>
            <a:fontRef idx="minor">
              <a:schemeClr val="tx1"/>
            </a:fontRef>
          </p:style>
        </p:cxnSp>
        <p:sp>
          <p:nvSpPr>
            <p:cNvPr id="12" name="图形"/>
            <p:cNvSpPr txBox="1"/>
            <p:nvPr/>
          </p:nvSpPr>
          <p:spPr>
            <a:xfrm>
              <a:off x="2359" y="4541"/>
              <a:ext cx="1128" cy="1016"/>
            </a:xfrm>
            <a:prstGeom prst="rect">
              <a:avLst/>
            </a:prstGeom>
            <a:noFill/>
          </p:spPr>
          <p:txBody>
            <a:bodyPr wrap="none" rtlCol="0">
              <a:normAutofit/>
            </a:bodyPr>
            <a:lstStyle/>
            <a:p>
              <a:r>
                <a:rPr lang="en-US" sz="3600" b="1">
                  <a:solidFill>
                    <a:srgbClr val="3281F6"/>
                  </a:solidFill>
                  <a:cs typeface="字魂创中黑" panose="00000500000000000000" charset="-122"/>
                </a:rPr>
                <a:t>01</a:t>
              </a:r>
              <a:endParaRPr lang="en-GB" sz="3600" b="1">
                <a:solidFill>
                  <a:srgbClr val="3281F6"/>
                </a:solidFill>
                <a:cs typeface="字魂创中黑" panose="00000500000000000000" charset="-122"/>
              </a:endParaRPr>
            </a:p>
          </p:txBody>
        </p:sp>
        <p:sp>
          <p:nvSpPr>
            <p:cNvPr id="13" name="图形"/>
            <p:cNvSpPr txBox="1"/>
            <p:nvPr/>
          </p:nvSpPr>
          <p:spPr>
            <a:xfrm>
              <a:off x="2359" y="5519"/>
              <a:ext cx="3143" cy="432"/>
            </a:xfrm>
            <a:prstGeom prst="rect">
              <a:avLst/>
            </a:prstGeom>
            <a:noFill/>
          </p:spPr>
          <p:txBody>
            <a:bodyPr wrap="square" rtlCol="0">
              <a:normAutofit/>
            </a:bodyPr>
            <a:lstStyle/>
            <a:p>
              <a:r>
                <a:rPr lang="en-US" altLang="en-US" sz="1200">
                  <a:latin typeface="思源黑体 Medium"/>
                  <a:ea typeface="思源黑体 CN Medium" panose="020b0600000000000000" charset="-122"/>
                  <a:cs typeface="字魂创中黑" panose="00000500000000000000" charset="-122"/>
                </a:rPr>
                <a:t>Internship Description</a:t>
              </a:r>
              <a:endParaRPr lang="zh-CN" altLang="en-US" sz="2200">
                <a:latin typeface="思源黑体 CN Medium" panose="020b0600000000000000" charset="-122"/>
                <a:ea typeface="思源黑体 CN Medium" panose="020b0600000000000000" charset="-122"/>
                <a:cs typeface="字魂创中黑" panose="00000500000000000000" charset="-122"/>
              </a:endParaRPr>
            </a:p>
          </p:txBody>
        </p:sp>
        <p:cxnSp>
          <p:nvCxnSpPr>
            <p:cNvPr id="25" name="图形"/>
            <p:cNvCxnSpPr/>
            <p:nvPr/>
          </p:nvCxnSpPr>
          <p:spPr>
            <a:xfrm>
              <a:off x="9655" y="4111"/>
              <a:ext cx="3500" cy="0"/>
            </a:xfrm>
            <a:prstGeom prst="line">
              <a:avLst/>
            </a:prstGeom>
            <a:ln w="76200">
              <a:solidFill>
                <a:srgbClr val="404040"/>
              </a:solidFill>
            </a:ln>
          </p:spPr>
          <p:style>
            <a:lnRef idx="1">
              <a:schemeClr val="accent1"/>
            </a:lnRef>
            <a:fillRef idx="0">
              <a:schemeClr val="accent1"/>
            </a:fillRef>
            <a:effectRef idx="0">
              <a:schemeClr val="accent1"/>
            </a:effectRef>
            <a:fontRef idx="minor">
              <a:schemeClr val="tx1"/>
            </a:fontRef>
          </p:style>
        </p:cxnSp>
        <p:sp>
          <p:nvSpPr>
            <p:cNvPr id="26" name="图形"/>
            <p:cNvSpPr txBox="1"/>
            <p:nvPr/>
          </p:nvSpPr>
          <p:spPr>
            <a:xfrm>
              <a:off x="9834" y="4541"/>
              <a:ext cx="1128" cy="1016"/>
            </a:xfrm>
            <a:prstGeom prst="rect">
              <a:avLst/>
            </a:prstGeom>
            <a:noFill/>
          </p:spPr>
          <p:txBody>
            <a:bodyPr wrap="none" rtlCol="0">
              <a:normAutofit/>
            </a:bodyPr>
            <a:lstStyle/>
            <a:p>
              <a:r>
                <a:rPr lang="en-US" sz="3600" b="1">
                  <a:solidFill>
                    <a:srgbClr val="3281F6"/>
                  </a:solidFill>
                  <a:cs typeface="字魂创中黑" panose="00000500000000000000" charset="-122"/>
                </a:rPr>
                <a:t>03</a:t>
              </a:r>
              <a:endParaRPr lang="en-GB" sz="3600" b="1">
                <a:solidFill>
                  <a:srgbClr val="3281F6"/>
                </a:solidFill>
                <a:cs typeface="字魂创中黑" panose="00000500000000000000" charset="-122"/>
              </a:endParaRPr>
            </a:p>
          </p:txBody>
        </p:sp>
        <p:sp>
          <p:nvSpPr>
            <p:cNvPr id="27" name="图形"/>
            <p:cNvSpPr txBox="1"/>
            <p:nvPr/>
          </p:nvSpPr>
          <p:spPr>
            <a:xfrm>
              <a:off x="9834" y="5519"/>
              <a:ext cx="3143" cy="384"/>
            </a:xfrm>
            <a:prstGeom prst="rect">
              <a:avLst/>
            </a:prstGeom>
            <a:noFill/>
          </p:spPr>
          <p:txBody>
            <a:bodyPr wrap="square" rtlCol="0">
              <a:normAutofit/>
            </a:bodyPr>
            <a:lstStyle/>
            <a:p>
              <a:r>
                <a:rPr lang="en-US" altLang="en-US" sz="1000">
                  <a:latin typeface="思源黑体 Medium"/>
                  <a:ea typeface="思源黑体 CN Medium" panose="020b0600000000000000" charset="-122"/>
                  <a:cs typeface="字魂创中黑" panose="00000500000000000000" charset="-122"/>
                </a:rPr>
                <a:t>Learning Outcomes Report</a:t>
              </a:r>
              <a:endParaRPr lang="zh-CN" altLang="en-US" sz="2200">
                <a:latin typeface="思源黑体 CN Medium" panose="020b0600000000000000" charset="-122"/>
                <a:ea typeface="思源黑体 CN Medium" panose="020b0600000000000000" charset="-122"/>
                <a:cs typeface="字魂创中黑" panose="00000500000000000000" charset="-122"/>
              </a:endParaRPr>
            </a:p>
          </p:txBody>
        </p:sp>
        <p:cxnSp>
          <p:nvCxnSpPr>
            <p:cNvPr id="32" name="图形"/>
            <p:cNvCxnSpPr/>
            <p:nvPr/>
          </p:nvCxnSpPr>
          <p:spPr>
            <a:xfrm>
              <a:off x="13392" y="4111"/>
              <a:ext cx="3500" cy="0"/>
            </a:xfrm>
            <a:prstGeom prst="line">
              <a:avLst/>
            </a:prstGeom>
            <a:ln w="76200">
              <a:solidFill>
                <a:srgbClr val="3281F6"/>
              </a:solidFill>
            </a:ln>
          </p:spPr>
          <p:style>
            <a:lnRef idx="1">
              <a:schemeClr val="accent1"/>
            </a:lnRef>
            <a:fillRef idx="0">
              <a:schemeClr val="accent1"/>
            </a:fillRef>
            <a:effectRef idx="0">
              <a:schemeClr val="accent1"/>
            </a:effectRef>
            <a:fontRef idx="minor">
              <a:schemeClr val="tx1"/>
            </a:fontRef>
          </p:style>
        </p:cxnSp>
        <p:sp>
          <p:nvSpPr>
            <p:cNvPr id="33" name="图形"/>
            <p:cNvSpPr txBox="1"/>
            <p:nvPr/>
          </p:nvSpPr>
          <p:spPr>
            <a:xfrm>
              <a:off x="13571" y="4541"/>
              <a:ext cx="1128" cy="1016"/>
            </a:xfrm>
            <a:prstGeom prst="rect">
              <a:avLst/>
            </a:prstGeom>
            <a:noFill/>
          </p:spPr>
          <p:txBody>
            <a:bodyPr wrap="none" rtlCol="0">
              <a:normAutofit/>
            </a:bodyPr>
            <a:lstStyle/>
            <a:p>
              <a:r>
                <a:rPr lang="en-US" sz="3600" b="1">
                  <a:solidFill>
                    <a:srgbClr val="3281F6"/>
                  </a:solidFill>
                  <a:cs typeface="字魂创中黑" panose="00000500000000000000" charset="-122"/>
                </a:rPr>
                <a:t>04</a:t>
              </a:r>
              <a:endParaRPr lang="en-GB" sz="3600" b="1">
                <a:solidFill>
                  <a:srgbClr val="3281F6"/>
                </a:solidFill>
                <a:cs typeface="字魂创中黑" panose="00000500000000000000" charset="-122"/>
              </a:endParaRPr>
            </a:p>
          </p:txBody>
        </p:sp>
        <p:sp>
          <p:nvSpPr>
            <p:cNvPr id="34" name="图形"/>
            <p:cNvSpPr txBox="1"/>
            <p:nvPr/>
          </p:nvSpPr>
          <p:spPr>
            <a:xfrm>
              <a:off x="13571" y="5519"/>
              <a:ext cx="3143" cy="408"/>
            </a:xfrm>
            <a:prstGeom prst="rect">
              <a:avLst/>
            </a:prstGeom>
            <a:noFill/>
          </p:spPr>
          <p:txBody>
            <a:bodyPr wrap="square" rtlCol="0">
              <a:normAutofit/>
            </a:bodyPr>
            <a:lstStyle/>
            <a:p>
              <a:r>
                <a:rPr lang="en-US" altLang="en-US" sz="1100">
                  <a:latin typeface="思源黑体 Medium"/>
                  <a:ea typeface="思源黑体 CN Medium" panose="020b0600000000000000" charset="-122"/>
                  <a:cs typeface="字魂创中黑" panose="00000500000000000000" charset="-122"/>
                </a:rPr>
                <a:t>Summary of experience</a:t>
              </a:r>
              <a:endParaRPr lang="zh-CN" altLang="en-US" sz="2200">
                <a:latin typeface="思源黑体 CN Medium" panose="020b0600000000000000" charset="-122"/>
                <a:ea typeface="思源黑体 CN Medium" panose="020b0600000000000000" charset="-122"/>
                <a:cs typeface="字魂创中黑" panose="00000500000000000000" charset="-122"/>
              </a:endParaRPr>
            </a:p>
          </p:txBody>
        </p:sp>
        <p:cxnSp>
          <p:nvCxnSpPr>
            <p:cNvPr id="39" name="图形"/>
            <p:cNvCxnSpPr/>
            <p:nvPr/>
          </p:nvCxnSpPr>
          <p:spPr>
            <a:xfrm>
              <a:off x="5917" y="4111"/>
              <a:ext cx="3500" cy="0"/>
            </a:xfrm>
            <a:prstGeom prst="line">
              <a:avLst/>
            </a:prstGeom>
            <a:ln w="76200">
              <a:solidFill>
                <a:srgbClr val="3281F6"/>
              </a:solidFill>
            </a:ln>
          </p:spPr>
          <p:style>
            <a:lnRef idx="1">
              <a:schemeClr val="accent1"/>
            </a:lnRef>
            <a:fillRef idx="0">
              <a:schemeClr val="accent1"/>
            </a:fillRef>
            <a:effectRef idx="0">
              <a:schemeClr val="accent1"/>
            </a:effectRef>
            <a:fontRef idx="minor">
              <a:schemeClr val="tx1"/>
            </a:fontRef>
          </p:style>
        </p:cxnSp>
        <p:sp>
          <p:nvSpPr>
            <p:cNvPr id="40" name="图形"/>
            <p:cNvSpPr txBox="1"/>
            <p:nvPr/>
          </p:nvSpPr>
          <p:spPr>
            <a:xfrm>
              <a:off x="6096" y="4541"/>
              <a:ext cx="1128" cy="1016"/>
            </a:xfrm>
            <a:prstGeom prst="rect">
              <a:avLst/>
            </a:prstGeom>
            <a:noFill/>
          </p:spPr>
          <p:txBody>
            <a:bodyPr wrap="none" rtlCol="0">
              <a:normAutofit/>
            </a:bodyPr>
            <a:lstStyle/>
            <a:p>
              <a:r>
                <a:rPr lang="en-US" sz="3600" b="1">
                  <a:solidFill>
                    <a:srgbClr val="3281F6"/>
                  </a:solidFill>
                  <a:cs typeface="字魂创中黑" panose="00000500000000000000" charset="-122"/>
                </a:rPr>
                <a:t>02</a:t>
              </a:r>
              <a:endParaRPr lang="en-GB" sz="3600" b="1">
                <a:solidFill>
                  <a:srgbClr val="3281F6"/>
                </a:solidFill>
                <a:cs typeface="字魂创中黑" panose="00000500000000000000" charset="-122"/>
              </a:endParaRPr>
            </a:p>
          </p:txBody>
        </p:sp>
        <p:sp>
          <p:nvSpPr>
            <p:cNvPr id="41" name="图形"/>
            <p:cNvSpPr txBox="1"/>
            <p:nvPr/>
          </p:nvSpPr>
          <p:spPr>
            <a:xfrm>
              <a:off x="6096" y="5519"/>
              <a:ext cx="3143" cy="552"/>
            </a:xfrm>
            <a:prstGeom prst="rect">
              <a:avLst/>
            </a:prstGeom>
            <a:noFill/>
          </p:spPr>
          <p:txBody>
            <a:bodyPr wrap="square" rtlCol="0">
              <a:normAutofit/>
            </a:bodyPr>
            <a:lstStyle/>
            <a:p>
              <a:r>
                <a:rPr lang="en-US" altLang="en-US" sz="1700">
                  <a:latin typeface="思源黑体 Medium"/>
                  <a:ea typeface="思源黑体 CN Medium" panose="020b0600000000000000" charset="-122"/>
                  <a:cs typeface="字魂创中黑" panose="00000500000000000000" charset="-122"/>
                </a:rPr>
                <a:t>Summary of the</a:t>
              </a:r>
              <a:endParaRPr lang="zh-CN" altLang="en-US" sz="2200">
                <a:latin typeface="思源黑体 CN Medium" panose="020b0600000000000000" charset="-122"/>
                <a:ea typeface="思源黑体 CN Medium" panose="020b0600000000000000" charset="-122"/>
                <a:cs typeface="字魂创中黑" panose="00000500000000000000" charset="-122"/>
              </a:endParaRPr>
            </a:p>
          </p:txBody>
        </p:sp>
        <p:sp>
          <p:nvSpPr>
            <p:cNvPr id="7" name="图形"/>
            <p:cNvSpPr txBox="1"/>
            <p:nvPr/>
          </p:nvSpPr>
          <p:spPr>
            <a:xfrm>
              <a:off x="1861" y="1562"/>
              <a:ext cx="4137" cy="1307"/>
            </a:xfrm>
            <a:prstGeom prst="rect">
              <a:avLst/>
            </a:prstGeom>
            <a:noFill/>
          </p:spPr>
          <p:txBody>
            <a:bodyPr wrap="none" rtlCol="0">
              <a:normAutofit/>
            </a:bodyPr>
            <a:lstStyle/>
            <a:p>
              <a:r>
                <a:rPr lang="en-US" altLang="zh-CN" sz="4800" b="1">
                  <a:solidFill>
                    <a:srgbClr val="3281F6"/>
                  </a:solidFill>
                  <a:latin typeface="思源黑体 Medium"/>
                  <a:ea typeface="思源黑体 CN Medium" panose="020b0600000000000000" charset="-122"/>
                  <a:cs typeface="字魂创中黑" panose="00000500000000000000" charset="-122"/>
                </a:rPr>
                <a:t>C</a:t>
              </a:r>
              <a:r>
                <a:rPr lang="en-US" altLang="zh-CN" sz="4400">
                  <a:latin typeface="思源黑体 Medium"/>
                  <a:ea typeface="思源黑体 CN Medium" panose="020b0600000000000000" charset="-122"/>
                  <a:cs typeface="字魂创中黑" panose="00000500000000000000" charset="-122"/>
                </a:rPr>
                <a:t>ontents</a:t>
              </a:r>
              <a:endParaRPr lang="en-US" altLang="zh-CN" sz="4400">
                <a:latin typeface="思源黑体 CN Medium" panose="020b0600000000000000" charset="-122"/>
                <a:ea typeface="思源黑体 CN Medium" panose="020b0600000000000000" charset="-122"/>
                <a:cs typeface="字魂创中黑" panose="00000500000000000000" charset="-122"/>
              </a:endParaRPr>
            </a:p>
          </p:txBody>
        </p:sp>
        <p:sp>
          <p:nvSpPr>
            <p:cNvPr id="11" name="图形"/>
            <p:cNvSpPr txBox="1"/>
            <p:nvPr/>
          </p:nvSpPr>
          <p:spPr>
            <a:xfrm>
              <a:off x="2351" y="6196"/>
              <a:ext cx="3131" cy="798"/>
            </a:xfrm>
            <a:prstGeom prst="rect">
              <a:avLst/>
            </a:prstGeom>
            <a:noFill/>
          </p:spPr>
          <p:txBody>
            <a:bodyPr wrap="square" rtlCol="0">
              <a:normAutofit/>
            </a:bodyPr>
            <a:lstStyle/>
            <a:p>
              <a:pPr algn="l">
                <a:lnSpc>
                  <a:spcPct val="150000"/>
                </a:lnSpc>
              </a:pPr>
              <a:r>
                <a:rPr lang="en-US" altLang="en-US" sz="9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Add your text content</a:t>
              </a:r>
              <a:r>
                <a:rPr lang="en-US" altLang="zh-CN" sz="9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t>
              </a:r>
              <a:r>
                <a:rPr lang="en-US" altLang="en-US" sz="9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Add your text content</a:t>
              </a:r>
              <a:r>
                <a:rPr lang="en-US" altLang="zh-CN" sz="9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t>
              </a:r>
              <a:r>
                <a:rPr lang="en-US" altLang="en-US" sz="9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Add your text</a:t>
              </a:r>
              <a:r>
                <a:rPr lang="en-US" altLang="zh-CN" sz="9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t>
              </a:r>
              <a:endParaRPr lang="en-US" altLang="zh-CN" sz="900">
                <a:solidFill>
                  <a:schemeClr val="tx1">
                    <a:lumMod val="75000"/>
                    <a:lumOff val="25000"/>
                  </a:schemeClr>
                </a:solidFill>
                <a:latin typeface="思源黑体 CN Normal" panose="020b0400000000000000" charset="-122"/>
                <a:ea typeface="思源黑体 CN Normal" panose="020b0400000000000000" charset="-122"/>
                <a:cs typeface="字魂创中黑" panose="00000500000000000000" charset="-122"/>
                <a:sym typeface="+mn-ea"/>
              </a:endParaRPr>
            </a:p>
          </p:txBody>
        </p:sp>
        <p:sp>
          <p:nvSpPr>
            <p:cNvPr id="14" name="图形"/>
            <p:cNvSpPr txBox="1"/>
            <p:nvPr/>
          </p:nvSpPr>
          <p:spPr>
            <a:xfrm>
              <a:off x="6058" y="6196"/>
              <a:ext cx="3131" cy="798"/>
            </a:xfrm>
            <a:prstGeom prst="rect">
              <a:avLst/>
            </a:prstGeom>
            <a:noFill/>
          </p:spPr>
          <p:txBody>
            <a:bodyPr wrap="square" rtlCol="0">
              <a:normAutofit/>
            </a:bodyPr>
            <a:lstStyle/>
            <a:p>
              <a:pPr algn="l">
                <a:lnSpc>
                  <a:spcPct val="150000"/>
                </a:lnSpc>
              </a:pPr>
              <a:r>
                <a:rPr lang="en-US" altLang="en-US" sz="9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Add your text content</a:t>
              </a:r>
              <a:r>
                <a:rPr lang="en-US" altLang="zh-CN" sz="9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t>
              </a:r>
              <a:r>
                <a:rPr lang="en-US" altLang="en-US" sz="9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Add your text content</a:t>
              </a:r>
              <a:r>
                <a:rPr lang="en-US" altLang="zh-CN" sz="9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t>
              </a:r>
              <a:r>
                <a:rPr lang="en-US" altLang="en-US" sz="9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Add your text</a:t>
              </a:r>
              <a:r>
                <a:rPr lang="en-US" altLang="zh-CN" sz="9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t>
              </a:r>
              <a:endParaRPr lang="en-US" altLang="zh-CN" sz="900">
                <a:solidFill>
                  <a:schemeClr val="tx1">
                    <a:lumMod val="75000"/>
                    <a:lumOff val="25000"/>
                  </a:schemeClr>
                </a:solidFill>
                <a:latin typeface="思源黑体 CN Normal" panose="020b0400000000000000" charset="-122"/>
                <a:ea typeface="思源黑体 CN Normal" panose="020b0400000000000000" charset="-122"/>
                <a:cs typeface="字魂创中黑" panose="00000500000000000000" charset="-122"/>
                <a:sym typeface="+mn-ea"/>
              </a:endParaRPr>
            </a:p>
          </p:txBody>
        </p:sp>
        <p:sp>
          <p:nvSpPr>
            <p:cNvPr id="15" name="图形"/>
            <p:cNvSpPr txBox="1"/>
            <p:nvPr/>
          </p:nvSpPr>
          <p:spPr>
            <a:xfrm>
              <a:off x="9833" y="6196"/>
              <a:ext cx="3131" cy="798"/>
            </a:xfrm>
            <a:prstGeom prst="rect">
              <a:avLst/>
            </a:prstGeom>
            <a:noFill/>
          </p:spPr>
          <p:txBody>
            <a:bodyPr wrap="square" rtlCol="0">
              <a:normAutofit/>
            </a:bodyPr>
            <a:lstStyle/>
            <a:p>
              <a:pPr algn="l">
                <a:lnSpc>
                  <a:spcPct val="150000"/>
                </a:lnSpc>
              </a:pPr>
              <a:r>
                <a:rPr lang="en-US" altLang="en-US" sz="9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Add your text content</a:t>
              </a:r>
              <a:r>
                <a:rPr lang="en-US" altLang="zh-CN" sz="9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t>
              </a:r>
              <a:r>
                <a:rPr lang="en-US" altLang="en-US" sz="9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Add your text content</a:t>
              </a:r>
              <a:r>
                <a:rPr lang="en-US" altLang="zh-CN" sz="9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t>
              </a:r>
              <a:r>
                <a:rPr lang="en-US" altLang="en-US" sz="9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Add your text</a:t>
              </a:r>
              <a:r>
                <a:rPr lang="en-US" altLang="zh-CN" sz="9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t>
              </a:r>
              <a:endParaRPr lang="en-US" altLang="zh-CN" sz="900">
                <a:solidFill>
                  <a:schemeClr val="tx1">
                    <a:lumMod val="75000"/>
                    <a:lumOff val="25000"/>
                  </a:schemeClr>
                </a:solidFill>
                <a:latin typeface="思源黑体 CN Normal" panose="020b0400000000000000" charset="-122"/>
                <a:ea typeface="思源黑体 CN Normal" panose="020b0400000000000000" charset="-122"/>
                <a:cs typeface="字魂创中黑" panose="00000500000000000000" charset="-122"/>
                <a:sym typeface="+mn-ea"/>
              </a:endParaRPr>
            </a:p>
          </p:txBody>
        </p:sp>
        <p:sp>
          <p:nvSpPr>
            <p:cNvPr id="16" name="图形"/>
            <p:cNvSpPr txBox="1"/>
            <p:nvPr/>
          </p:nvSpPr>
          <p:spPr>
            <a:xfrm>
              <a:off x="13540" y="6196"/>
              <a:ext cx="3131" cy="798"/>
            </a:xfrm>
            <a:prstGeom prst="rect">
              <a:avLst/>
            </a:prstGeom>
            <a:noFill/>
          </p:spPr>
          <p:txBody>
            <a:bodyPr wrap="square" rtlCol="0">
              <a:normAutofit/>
            </a:bodyPr>
            <a:lstStyle/>
            <a:p>
              <a:pPr algn="l">
                <a:lnSpc>
                  <a:spcPct val="150000"/>
                </a:lnSpc>
              </a:pPr>
              <a:r>
                <a:rPr lang="en-US" altLang="en-US" sz="9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Add your text content</a:t>
              </a:r>
              <a:r>
                <a:rPr lang="en-US" altLang="zh-CN" sz="9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t>
              </a:r>
              <a:r>
                <a:rPr lang="en-US" altLang="en-US" sz="9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Add your text content</a:t>
              </a:r>
              <a:r>
                <a:rPr lang="en-US" altLang="zh-CN" sz="9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t>
              </a:r>
              <a:r>
                <a:rPr lang="en-US" altLang="en-US" sz="9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Add your text</a:t>
              </a:r>
              <a:r>
                <a:rPr lang="en-US" altLang="zh-CN" sz="9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t>
              </a:r>
              <a:endParaRPr lang="en-US" altLang="zh-CN" sz="900">
                <a:solidFill>
                  <a:schemeClr val="tx1">
                    <a:lumMod val="75000"/>
                    <a:lumOff val="25000"/>
                  </a:schemeClr>
                </a:solidFill>
                <a:latin typeface="思源黑体 CN Normal" panose="020b0400000000000000" charset="-122"/>
                <a:ea typeface="思源黑体 CN Normal" panose="020b0400000000000000" charset="-122"/>
                <a:cs typeface="字魂创中黑" panose="00000500000000000000" charset="-122"/>
                <a:sym typeface="+mn-ea"/>
              </a:endParaRPr>
            </a:p>
          </p:txBody>
        </p:sp>
        <p:cxnSp>
          <p:nvCxnSpPr>
            <p:cNvPr id="17" name="图形"/>
            <p:cNvCxnSpPr/>
            <p:nvPr/>
          </p:nvCxnSpPr>
          <p:spPr>
            <a:xfrm>
              <a:off x="2181" y="8438"/>
              <a:ext cx="3500" cy="0"/>
            </a:xfrm>
            <a:prstGeom prst="line">
              <a:avLst/>
            </a:prstGeom>
            <a:ln w="762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8" name="图形"/>
            <p:cNvCxnSpPr/>
            <p:nvPr/>
          </p:nvCxnSpPr>
          <p:spPr>
            <a:xfrm>
              <a:off x="9656" y="8438"/>
              <a:ext cx="3500" cy="0"/>
            </a:xfrm>
            <a:prstGeom prst="line">
              <a:avLst/>
            </a:prstGeom>
            <a:ln w="762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9" name="图形"/>
            <p:cNvCxnSpPr/>
            <p:nvPr/>
          </p:nvCxnSpPr>
          <p:spPr>
            <a:xfrm>
              <a:off x="13393" y="8438"/>
              <a:ext cx="3500" cy="0"/>
            </a:xfrm>
            <a:prstGeom prst="line">
              <a:avLst/>
            </a:prstGeom>
            <a:ln w="76200">
              <a:solidFill>
                <a:srgbClr val="3281F6"/>
              </a:solidFill>
            </a:ln>
          </p:spPr>
          <p:style>
            <a:lnRef idx="1">
              <a:schemeClr val="accent1"/>
            </a:lnRef>
            <a:fillRef idx="0">
              <a:schemeClr val="accent1"/>
            </a:fillRef>
            <a:effectRef idx="0">
              <a:schemeClr val="accent1"/>
            </a:effectRef>
            <a:fontRef idx="minor">
              <a:schemeClr val="tx1"/>
            </a:fontRef>
          </p:style>
        </p:cxnSp>
        <p:cxnSp>
          <p:nvCxnSpPr>
            <p:cNvPr id="20" name="图形"/>
            <p:cNvCxnSpPr/>
            <p:nvPr/>
          </p:nvCxnSpPr>
          <p:spPr>
            <a:xfrm>
              <a:off x="5918" y="8438"/>
              <a:ext cx="3500" cy="0"/>
            </a:xfrm>
            <a:prstGeom prst="line">
              <a:avLst/>
            </a:prstGeom>
            <a:ln w="76200">
              <a:solidFill>
                <a:srgbClr val="3281F6"/>
              </a:solidFill>
            </a:ln>
          </p:spPr>
          <p:style>
            <a:lnRef idx="1">
              <a:schemeClr val="accent1"/>
            </a:lnRef>
            <a:fillRef idx="0">
              <a:schemeClr val="accent1"/>
            </a:fillRef>
            <a:effectRef idx="0">
              <a:schemeClr val="accent1"/>
            </a:effectRef>
            <a:fontRef idx="minor">
              <a:schemeClr val="tx1"/>
            </a:fontRef>
          </p:style>
        </p:cxnSp>
      </p:grpSp>
    </p:spTree>
    <p:custDataLst>
      <p:tags r:id="rId2"/>
    </p:custDataLst>
  </p:cSld>
  <p:clrMapOvr>
    <a:masterClrMapping/>
  </p:clrMapOvr>
  <p:transition advTm="2000">
    <p:wheel spokes="2"/>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 presetClass="entr" presetSubtype="1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grpSp>
        <p:nvGrpSpPr>
          <p:cNvPr id="4" name="图形"/>
          <p:cNvGrpSpPr/>
          <p:nvPr/>
        </p:nvGrpSpPr>
        <p:grpSpPr>
          <a:xfrm>
            <a:off x="285115" y="78740"/>
            <a:ext cx="11523980" cy="7125970"/>
            <a:chOff x="449" y="124"/>
            <a:chExt cx="18148" cy="11222"/>
          </a:xfrm>
        </p:grpSpPr>
        <p:sp>
          <p:nvSpPr>
            <p:cNvPr id="13" name="图形"/>
            <p:cNvSpPr/>
            <p:nvPr/>
          </p:nvSpPr>
          <p:spPr>
            <a:xfrm rot="1043856" flipH="1">
              <a:off x="449" y="124"/>
              <a:ext cx="18090" cy="11222"/>
            </a:xfrm>
            <a:prstGeom prst="roundRect">
              <a:avLst>
                <a:gd name="adj" fmla="val 5724"/>
              </a:avLst>
            </a:prstGeom>
            <a:solidFill>
              <a:srgbClr val="3281F6"/>
            </a:solidFill>
            <a:ln>
              <a:noFill/>
            </a:ln>
            <a:effectLst>
              <a:outerShdw blurRad="279400" dist="38100" dir="5400000" algn="t"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sp>
          <p:nvSpPr>
            <p:cNvPr id="9" name="图形"/>
            <p:cNvSpPr/>
            <p:nvPr/>
          </p:nvSpPr>
          <p:spPr>
            <a:xfrm>
              <a:off x="507" y="529"/>
              <a:ext cx="18090" cy="9646"/>
            </a:xfrm>
            <a:prstGeom prst="roundRect">
              <a:avLst>
                <a:gd name="adj" fmla="val 5724"/>
              </a:avLst>
            </a:prstGeom>
            <a:solidFill>
              <a:schemeClr val="bg1"/>
            </a:solidFill>
            <a:ln>
              <a:noFill/>
            </a:ln>
            <a:effectLst>
              <a:outerShdw blurRad="63500" sx="102000" sy="102000" algn="ctr" rotWithShape="0">
                <a:srgbClr val="3281F6">
                  <a:alpha val="1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pic>
          <p:nvPicPr>
            <p:cNvPr id="5" name="图形" descr="C:/Users/Administrator/AppData/Local/Temp/picturecompress_20211028100850/output_1.pngoutput_1"/>
            <p:cNvPicPr>
              <a:picLocks noChangeAspect="1"/>
            </p:cNvPicPr>
            <p:nvPr/>
          </p:nvPicPr>
          <p:blipFill>
            <a:blip r:embed="rId2"/>
            <a:stretch>
              <a:fillRect/>
            </a:stretch>
          </p:blipFill>
          <p:spPr>
            <a:xfrm>
              <a:off x="1272" y="1652"/>
              <a:ext cx="10009" cy="7496"/>
            </a:xfrm>
            <a:prstGeom prst="rect">
              <a:avLst/>
            </a:prstGeom>
          </p:spPr>
        </p:pic>
        <p:sp>
          <p:nvSpPr>
            <p:cNvPr id="40" name="图形"/>
            <p:cNvSpPr/>
            <p:nvPr/>
          </p:nvSpPr>
          <p:spPr>
            <a:xfrm>
              <a:off x="11281" y="3881"/>
              <a:ext cx="2825" cy="762"/>
            </a:xfrm>
            <a:prstGeom prst="roundRect">
              <a:avLst>
                <a:gd name="adj" fmla="val 50000"/>
              </a:avLst>
            </a:prstGeom>
            <a:solidFill>
              <a:srgbClr val="3281F6"/>
            </a:solidFill>
            <a:ln>
              <a:noFill/>
            </a:ln>
            <a:effectLst>
              <a:outerShdw blurRad="63500" sx="105000" sy="105000" algn="ctr" rotWithShape="0">
                <a:srgbClr val="BCD7F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a:ln>
                    <a:noFill/>
                  </a:ln>
                  <a:solidFill>
                    <a:schemeClr val="bg1"/>
                  </a:solidFill>
                  <a:effectLst/>
                  <a:uLnTx/>
                  <a:uFillTx/>
                  <a:latin typeface="思源黑体 Medium"/>
                  <a:ea typeface="思源黑体 CN Medium" panose="020b0600000000000000" charset="-122"/>
                  <a:cs typeface="字魂创中黑" panose="00000500000000000000" charset="-122"/>
                </a:rPr>
                <a:t>Step 01</a:t>
              </a:r>
              <a:endParaRPr kumimoji="1" lang="en-US" altLang="zh-CN" sz="2400" b="0" i="0" u="none" strike="noStrike" kern="1200" cap="none" spc="0" normalizeH="0" baseline="0" noProof="0">
                <a:ln>
                  <a:noFill/>
                </a:ln>
                <a:solidFill>
                  <a:schemeClr val="bg1"/>
                </a:solidFill>
                <a:effectLst/>
                <a:uLnTx/>
                <a:uFillTx/>
                <a:latin typeface="思源黑体 CN Medium" panose="020b0600000000000000" charset="-122"/>
                <a:ea typeface="思源黑体 CN Medium" panose="020b0600000000000000" charset="-122"/>
                <a:cs typeface="字魂创中黑" panose="00000500000000000000" charset="-122"/>
              </a:endParaRPr>
            </a:p>
          </p:txBody>
        </p:sp>
        <p:sp>
          <p:nvSpPr>
            <p:cNvPr id="39" name="图形"/>
            <p:cNvSpPr txBox="1"/>
            <p:nvPr/>
          </p:nvSpPr>
          <p:spPr>
            <a:xfrm>
              <a:off x="11284" y="6079"/>
              <a:ext cx="6033" cy="1016"/>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US" altLang="en-US" sz="1200">
                  <a:solidFill>
                    <a:schemeClr val="tx1">
                      <a:lumMod val="65000"/>
                      <a:lumOff val="35000"/>
                    </a:schemeClr>
                  </a:solidFill>
                  <a:latin typeface="思源黑体 Normal"/>
                  <a:ea typeface="思源黑体 CN Normal" panose="020b0400000000000000" charset="-122"/>
                  <a:cs typeface="字魂创中黑" panose="00000500000000000000" charset="-122"/>
                  <a:sym typeface="+mn-ea"/>
                </a:rPr>
                <a:t>Add your text content here</a:t>
              </a:r>
              <a:r>
                <a:rPr lang="en-US" altLang="zh-CN" sz="1200">
                  <a:solidFill>
                    <a:schemeClr val="tx1">
                      <a:lumMod val="65000"/>
                      <a:lumOff val="35000"/>
                    </a:schemeClr>
                  </a:solidFill>
                  <a:latin typeface="思源黑体 Normal"/>
                  <a:ea typeface="思源黑体 CN Normal" panose="020b0400000000000000" charset="-122"/>
                  <a:cs typeface="字魂创中黑" panose="00000500000000000000" charset="-122"/>
                  <a:sym typeface="+mn-ea"/>
                </a:rPr>
                <a:t>.</a:t>
              </a:r>
              <a:r>
                <a:rPr lang="en-US" altLang="en-US" sz="1200">
                  <a:solidFill>
                    <a:schemeClr val="tx1">
                      <a:lumMod val="65000"/>
                      <a:lumOff val="35000"/>
                    </a:schemeClr>
                  </a:solidFill>
                  <a:latin typeface="思源黑体 Normal"/>
                  <a:ea typeface="思源黑体 CN Normal" panose="020b0400000000000000" charset="-122"/>
                  <a:cs typeface="字魂创中黑" panose="00000500000000000000" charset="-122"/>
                  <a:sym typeface="+mn-ea"/>
                </a:rPr>
                <a:t>Add your text content</a:t>
              </a:r>
              <a:r>
                <a:rPr lang="en-US" altLang="zh-CN" sz="1200">
                  <a:solidFill>
                    <a:schemeClr val="tx1">
                      <a:lumMod val="65000"/>
                      <a:lumOff val="35000"/>
                    </a:schemeClr>
                  </a:solidFill>
                  <a:latin typeface="思源黑体 Normal"/>
                  <a:ea typeface="思源黑体 CN Normal" panose="020b0400000000000000" charset="-122"/>
                  <a:cs typeface="字魂创中黑" panose="00000500000000000000" charset="-122"/>
                  <a:sym typeface="+mn-ea"/>
                </a:rPr>
                <a:t>.</a:t>
              </a:r>
              <a:endParaRPr lang="en-US" altLang="zh-CN" sz="1200">
                <a:solidFill>
                  <a:schemeClr val="tx1">
                    <a:lumMod val="65000"/>
                    <a:lumOff val="35000"/>
                  </a:schemeClr>
                </a:solidFill>
                <a:latin typeface="思源黑体 CN Normal" panose="020b0400000000000000" charset="-122"/>
                <a:ea typeface="思源黑体 CN Normal" panose="020b0400000000000000" charset="-122"/>
                <a:cs typeface="字魂创中黑" panose="00000500000000000000" charset="-122"/>
                <a:sym typeface="+mn-ea"/>
              </a:endParaRPr>
            </a:p>
            <a:p>
              <a:pPr algn="l">
                <a:lnSpc>
                  <a:spcPct val="150000"/>
                </a:lnSpc>
              </a:pPr>
              <a:r>
                <a:rPr lang="en-US" altLang="en-US" sz="1200">
                  <a:solidFill>
                    <a:schemeClr val="tx1">
                      <a:lumMod val="65000"/>
                      <a:lumOff val="35000"/>
                    </a:schemeClr>
                  </a:solidFill>
                  <a:latin typeface="思源黑体 Normal"/>
                  <a:ea typeface="思源黑体 CN Normal" panose="020b0400000000000000" charset="-122"/>
                  <a:cs typeface="字魂创中黑" panose="00000500000000000000" charset="-122"/>
                  <a:sym typeface="+mn-ea"/>
                </a:rPr>
                <a:t>Add your text content here</a:t>
              </a:r>
              <a:r>
                <a:rPr lang="en-US" altLang="zh-CN" sz="1200">
                  <a:solidFill>
                    <a:schemeClr val="tx1">
                      <a:lumMod val="65000"/>
                      <a:lumOff val="35000"/>
                    </a:schemeClr>
                  </a:solidFill>
                  <a:latin typeface="思源黑体 Normal"/>
                  <a:ea typeface="思源黑体 CN Normal" panose="020b0400000000000000" charset="-122"/>
                  <a:cs typeface="字魂创中黑" panose="00000500000000000000" charset="-122"/>
                  <a:sym typeface="+mn-ea"/>
                </a:rPr>
                <a:t>.</a:t>
              </a:r>
              <a:r>
                <a:rPr lang="en-US" altLang="en-US" sz="1200">
                  <a:solidFill>
                    <a:schemeClr val="tx1">
                      <a:lumMod val="65000"/>
                      <a:lumOff val="35000"/>
                    </a:schemeClr>
                  </a:solidFill>
                  <a:latin typeface="思源黑体 Normal"/>
                  <a:ea typeface="思源黑体 CN Normal" panose="020b0400000000000000" charset="-122"/>
                  <a:cs typeface="字魂创中黑" panose="00000500000000000000" charset="-122"/>
                  <a:sym typeface="+mn-ea"/>
                </a:rPr>
                <a:t>Add your text</a:t>
              </a:r>
              <a:r>
                <a:rPr lang="en-US" altLang="zh-CN" sz="1200">
                  <a:solidFill>
                    <a:schemeClr val="tx1">
                      <a:lumMod val="65000"/>
                      <a:lumOff val="35000"/>
                    </a:schemeClr>
                  </a:solidFill>
                  <a:latin typeface="思源黑体 Normal"/>
                  <a:ea typeface="思源黑体 CN Normal" panose="020b0400000000000000" charset="-122"/>
                  <a:cs typeface="字魂创中黑" panose="00000500000000000000" charset="-122"/>
                  <a:sym typeface="+mn-ea"/>
                </a:rPr>
                <a:t>.</a:t>
              </a:r>
              <a:endParaRPr kumimoji="1" lang="en-US" altLang="zh-CN" sz="1200" b="0" i="0" u="none" strike="noStrike" kern="1200" cap="none" spc="0" normalizeH="0" baseline="0" noProof="0">
                <a:ln>
                  <a:noFill/>
                </a:ln>
                <a:solidFill>
                  <a:schemeClr val="tx1">
                    <a:lumMod val="65000"/>
                    <a:lumOff val="35000"/>
                  </a:schemeClr>
                </a:solidFill>
                <a:effectLst/>
                <a:uLnTx/>
                <a:uFillTx/>
                <a:latin typeface="思源黑体 CN Normal" panose="020b0400000000000000" charset="-122"/>
                <a:ea typeface="思源黑体 CN Normal" panose="020b0400000000000000" charset="-122"/>
                <a:cs typeface="字魂创中黑" panose="00000500000000000000" charset="-122"/>
                <a:sym typeface="+mn-ea"/>
              </a:endParaRPr>
            </a:p>
          </p:txBody>
        </p:sp>
        <p:sp>
          <p:nvSpPr>
            <p:cNvPr id="80" name="图形"/>
            <p:cNvSpPr/>
            <p:nvPr/>
          </p:nvSpPr>
          <p:spPr>
            <a:xfrm rot="2700000">
              <a:off x="17580" y="5526"/>
              <a:ext cx="418" cy="418"/>
            </a:xfrm>
            <a:custGeom>
              <a:gdLst>
                <a:gd name="connsiteX0" fmla="*/ 5998 w 437175"/>
                <a:gd name="connsiteY0" fmla="*/ 15238 h 437175"/>
                <a:gd name="connsiteX1" fmla="*/ 42785 w 437175"/>
                <a:gd name="connsiteY1" fmla="*/ 0 h 437175"/>
                <a:gd name="connsiteX2" fmla="*/ 385150 w 437175"/>
                <a:gd name="connsiteY2" fmla="*/ 0 h 437175"/>
                <a:gd name="connsiteX3" fmla="*/ 437175 w 437175"/>
                <a:gd name="connsiteY3" fmla="*/ 52025 h 437175"/>
                <a:gd name="connsiteX4" fmla="*/ 437175 w 437175"/>
                <a:gd name="connsiteY4" fmla="*/ 394390 h 437175"/>
                <a:gd name="connsiteX5" fmla="*/ 421937 w 437175"/>
                <a:gd name="connsiteY5" fmla="*/ 431177 h 437175"/>
                <a:gd name="connsiteX6" fmla="*/ 407458 w 437175"/>
                <a:gd name="connsiteY6" fmla="*/ 437175 h 437175"/>
                <a:gd name="connsiteX7" fmla="*/ 0 w 437175"/>
                <a:gd name="connsiteY7" fmla="*/ 29717 h 437175"/>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7175" h="437175">
                  <a:moveTo>
                    <a:pt x="5998" y="15238"/>
                  </a:moveTo>
                  <a:cubicBezTo>
                    <a:pt x="15412" y="5823"/>
                    <a:pt x="28419" y="0"/>
                    <a:pt x="42785" y="0"/>
                  </a:cubicBezTo>
                  <a:lnTo>
                    <a:pt x="385150" y="0"/>
                  </a:lnTo>
                  <a:cubicBezTo>
                    <a:pt x="413883" y="0"/>
                    <a:pt x="437175" y="23292"/>
                    <a:pt x="437175" y="52025"/>
                  </a:cubicBezTo>
                  <a:lnTo>
                    <a:pt x="437175" y="394390"/>
                  </a:lnTo>
                  <a:cubicBezTo>
                    <a:pt x="437175" y="408756"/>
                    <a:pt x="431352" y="421763"/>
                    <a:pt x="421937" y="431177"/>
                  </a:cubicBezTo>
                  <a:lnTo>
                    <a:pt x="407458" y="437175"/>
                  </a:lnTo>
                  <a:lnTo>
                    <a:pt x="0" y="29717"/>
                  </a:lnTo>
                  <a:close/>
                </a:path>
              </a:pathLst>
            </a:custGeom>
            <a:solidFill>
              <a:srgbClr val="3281F6"/>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sp>
          <p:nvSpPr>
            <p:cNvPr id="31" name="图形"/>
            <p:cNvSpPr/>
            <p:nvPr/>
          </p:nvSpPr>
          <p:spPr>
            <a:xfrm>
              <a:off x="16488" y="4918"/>
              <a:ext cx="588" cy="588"/>
            </a:xfrm>
            <a:prstGeom prst="ellipse">
              <a:avLst/>
            </a:prstGeom>
            <a:solidFill>
              <a:srgbClr val="BCD7FC"/>
            </a:solidFill>
            <a:ln>
              <a:noFill/>
            </a:ln>
            <a:effectLst>
              <a:outerShdw blurRad="50800" dist="38100" dir="7800000" sx="116000" sy="116000" algn="t" rotWithShape="0">
                <a:srgbClr val="2BB76E">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sp>
          <p:nvSpPr>
            <p:cNvPr id="23" name="图形"/>
            <p:cNvSpPr txBox="1"/>
            <p:nvPr/>
          </p:nvSpPr>
          <p:spPr>
            <a:xfrm>
              <a:off x="11212" y="4918"/>
              <a:ext cx="5864" cy="720"/>
            </a:xfrm>
            <a:prstGeom prst="rect">
              <a:avLst/>
            </a:prstGeom>
            <a:noFill/>
          </p:spPr>
          <p:txBody>
            <a:bodyPr wrap="square" rtlCol="0">
              <a:normAutofit lnSpcReduction="20000"/>
            </a:bodyPr>
            <a:lstStyle/>
            <a:p>
              <a:pPr algn="dist"/>
              <a:r>
                <a:rPr lang="en-US" altLang="en-US" sz="2400">
                  <a:latin typeface="思源黑体 Medium"/>
                  <a:ea typeface="思源黑体 CN Medium" panose="020b0600000000000000" charset="-122"/>
                  <a:cs typeface="字魂创中黑" panose="00000500000000000000" charset="-122"/>
                  <a:sym typeface="+mn-ea"/>
                </a:rPr>
                <a:t>Internship Description</a:t>
              </a:r>
              <a:endParaRPr lang="zh-CN" altLang="en-US" sz="4400">
                <a:latin typeface="思源黑体 CN Medium" panose="020b0600000000000000" charset="-122"/>
                <a:ea typeface="思源黑体 CN Medium" panose="020b0600000000000000" charset="-122"/>
                <a:cs typeface="字魂创中黑" panose="00000500000000000000" charset="-122"/>
                <a:sym typeface="+mn-ea"/>
              </a:endParaRPr>
            </a:p>
          </p:txBody>
        </p:sp>
        <p:grpSp>
          <p:nvGrpSpPr>
            <p:cNvPr id="3" name="组合 2"/>
            <p:cNvGrpSpPr/>
            <p:nvPr/>
          </p:nvGrpSpPr>
          <p:grpSpPr>
            <a:xfrm>
              <a:off x="15176" y="1561"/>
              <a:ext cx="2514" cy="466"/>
              <a:chOff x="1700" y="1492"/>
              <a:chExt cx="2514" cy="466"/>
            </a:xfrm>
          </p:grpSpPr>
          <p:sp>
            <p:nvSpPr>
              <p:cNvPr id="2" name="图形"/>
              <p:cNvSpPr/>
              <p:nvPr/>
            </p:nvSpPr>
            <p:spPr>
              <a:xfrm>
                <a:off x="1804" y="1505"/>
                <a:ext cx="453" cy="453"/>
              </a:xfrm>
              <a:prstGeom prst="ellipse">
                <a:avLst/>
              </a:prstGeom>
              <a:solidFill>
                <a:srgbClr val="3281F6"/>
              </a:solidFill>
              <a:ln>
                <a:noFill/>
              </a:ln>
              <a:effectLst>
                <a:outerShdw blurRad="50800" dist="38100" dir="7800000" sx="116000" sy="116000" algn="t" rotWithShape="0">
                  <a:srgbClr val="2BB76E">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sp>
            <p:nvSpPr>
              <p:cNvPr id="21" name="图形"/>
              <p:cNvSpPr/>
              <p:nvPr/>
            </p:nvSpPr>
            <p:spPr>
              <a:xfrm>
                <a:off x="2257" y="1492"/>
                <a:ext cx="1957" cy="412"/>
              </a:xfrm>
              <a:prstGeom prst="rect">
                <a:avLst/>
              </a:prstGeom>
            </p:spPr>
            <p:txBody>
              <a:bodyPr wrap="none">
                <a:normAutofit/>
              </a:bodyPr>
              <a:lstStyle/>
              <a:p>
                <a:r>
                  <a:rPr lang="en-US" altLang="zh-CN" sz="1100">
                    <a:solidFill>
                      <a:schemeClr val="tx1"/>
                    </a:solidFill>
                    <a:latin typeface="思源黑体 Normal"/>
                    <a:ea typeface="思源黑体 CN Normal" panose="020b0400000000000000" charset="-122"/>
                    <a:cs typeface="字魂创中黑" panose="00000500000000000000" charset="-122"/>
                  </a:rPr>
                  <a:t>www.slidesdocs</a:t>
                </a:r>
                <a:endParaRPr lang="en-US" altLang="zh-CN" sz="1200">
                  <a:solidFill>
                    <a:schemeClr val="tx1"/>
                  </a:solidFill>
                  <a:latin typeface="思源黑体 CN Normal" panose="020b0400000000000000" charset="-122"/>
                  <a:ea typeface="思源黑体 CN Normal" panose="020b0400000000000000" charset="-122"/>
                  <a:cs typeface="字魂创中黑" panose="00000500000000000000" charset="-122"/>
                </a:endParaRPr>
              </a:p>
            </p:txBody>
          </p:sp>
          <p:sp>
            <p:nvSpPr>
              <p:cNvPr id="29" name="图形"/>
              <p:cNvSpPr txBox="1"/>
              <p:nvPr/>
            </p:nvSpPr>
            <p:spPr>
              <a:xfrm>
                <a:off x="1700" y="1583"/>
                <a:ext cx="709" cy="289"/>
              </a:xfrm>
              <a:prstGeom prst="rect">
                <a:avLst/>
              </a:prstGeom>
              <a:noFill/>
            </p:spPr>
            <p:txBody>
              <a:bodyPr wrap="square" rtlCol="0">
                <a:normAutofit/>
              </a:bodyPr>
              <a:lstStyle/>
              <a:p>
                <a:r>
                  <a:rPr lang="en-US" altLang="zh-CN" sz="600" b="1">
                    <a:solidFill>
                      <a:schemeClr val="bg1"/>
                    </a:solidFill>
                    <a:latin typeface="思源黑体 Normal"/>
                    <a:ea typeface="思源黑体 CN Normal" panose="020b0400000000000000" charset="-122"/>
                    <a:cs typeface="字魂创中黑" panose="00000500000000000000" charset="-122"/>
                  </a:rPr>
                  <a:t>LOGO</a:t>
                </a:r>
                <a:endParaRPr lang="en-US" altLang="zh-CN" sz="600" b="1">
                  <a:solidFill>
                    <a:schemeClr val="bg1"/>
                  </a:solidFill>
                  <a:latin typeface="思源黑体 CN Normal" panose="020b0400000000000000" charset="-122"/>
                  <a:ea typeface="思源黑体 CN Normal" panose="020b0400000000000000" charset="-122"/>
                  <a:cs typeface="字魂创中黑" panose="00000500000000000000" charset="-122"/>
                </a:endParaRPr>
              </a:p>
            </p:txBody>
          </p:sp>
        </p:grpSp>
        <p:grpSp>
          <p:nvGrpSpPr>
            <p:cNvPr id="14" name="组合 13"/>
            <p:cNvGrpSpPr/>
            <p:nvPr/>
          </p:nvGrpSpPr>
          <p:grpSpPr>
            <a:xfrm>
              <a:off x="16180" y="8114"/>
              <a:ext cx="799" cy="182"/>
              <a:chOff x="9270" y="2823"/>
              <a:chExt cx="799" cy="182"/>
            </a:xfrm>
          </p:grpSpPr>
          <p:sp>
            <p:nvSpPr>
              <p:cNvPr id="71" name="图形"/>
              <p:cNvSpPr/>
              <p:nvPr/>
            </p:nvSpPr>
            <p:spPr>
              <a:xfrm>
                <a:off x="9270" y="2823"/>
                <a:ext cx="183" cy="183"/>
              </a:xfrm>
              <a:prstGeom prst="ellipse">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lumMod val="100000"/>
                    </a:prstClr>
                  </a:solidFill>
                  <a:effectLst/>
                  <a:uLnTx/>
                  <a:uFillTx/>
                  <a:latin typeface="字魂创中黑"/>
                  <a:ea typeface="字魂创中黑"/>
                  <a:cs typeface="字魂创中黑" panose="00000500000000000000" charset="-122"/>
                </a:endParaRPr>
              </a:p>
            </p:txBody>
          </p:sp>
          <p:sp>
            <p:nvSpPr>
              <p:cNvPr id="72" name="图形"/>
              <p:cNvSpPr/>
              <p:nvPr/>
            </p:nvSpPr>
            <p:spPr>
              <a:xfrm>
                <a:off x="9578" y="2823"/>
                <a:ext cx="183" cy="183"/>
              </a:xfrm>
              <a:prstGeom prst="ellipse">
                <a:avLst/>
              </a:prstGeom>
              <a:solidFill>
                <a:srgbClr val="3281F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lumMod val="100000"/>
                    </a:prstClr>
                  </a:solidFill>
                  <a:effectLst/>
                  <a:uLnTx/>
                  <a:uFillTx/>
                  <a:latin typeface="字魂创中黑"/>
                  <a:ea typeface="字魂创中黑"/>
                  <a:cs typeface="字魂创中黑" panose="00000500000000000000" charset="-122"/>
                </a:endParaRPr>
              </a:p>
            </p:txBody>
          </p:sp>
          <p:sp>
            <p:nvSpPr>
              <p:cNvPr id="65" name="图形"/>
              <p:cNvSpPr/>
              <p:nvPr/>
            </p:nvSpPr>
            <p:spPr>
              <a:xfrm>
                <a:off x="9887" y="2823"/>
                <a:ext cx="183" cy="183"/>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grpSp>
      </p:grpSp>
    </p:spTree>
    <p:custDataLst>
      <p:tags r:id="rId3"/>
    </p:custDataLst>
  </p:cSld>
  <p:clrMapOvr>
    <a:masterClrMapping/>
  </p:clrMapOvr>
  <p:transition advTm="2000">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2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grpSp>
        <p:nvGrpSpPr>
          <p:cNvPr id="7" name="图形"/>
          <p:cNvGrpSpPr/>
          <p:nvPr/>
        </p:nvGrpSpPr>
        <p:grpSpPr>
          <a:xfrm>
            <a:off x="673735" y="810260"/>
            <a:ext cx="3173730" cy="528955"/>
            <a:chOff x="1061" y="1276"/>
            <a:chExt cx="4998" cy="833"/>
          </a:xfrm>
        </p:grpSpPr>
        <p:sp>
          <p:nvSpPr>
            <p:cNvPr id="3" name="图形"/>
            <p:cNvSpPr/>
            <p:nvPr/>
          </p:nvSpPr>
          <p:spPr>
            <a:xfrm rot="3300000">
              <a:off x="1061" y="1276"/>
              <a:ext cx="793" cy="793"/>
            </a:xfrm>
            <a:prstGeom prst="roundRect">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Normal" panose="020b0400000000000000" charset="-122"/>
                <a:ea typeface="思源黑体 CN Normal" panose="020b0400000000000000" charset="-122"/>
                <a:cs typeface="字魂创中黑" panose="00000500000000000000" charset="-122"/>
              </a:endParaRPr>
            </a:p>
          </p:txBody>
        </p:sp>
        <p:sp>
          <p:nvSpPr>
            <p:cNvPr id="5" name="图形"/>
            <p:cNvSpPr/>
            <p:nvPr/>
          </p:nvSpPr>
          <p:spPr>
            <a:xfrm rot="3300000">
              <a:off x="1341" y="1316"/>
              <a:ext cx="793" cy="793"/>
            </a:xfrm>
            <a:prstGeom prst="roundRect">
              <a:avLst/>
            </a:prstGeom>
            <a:solidFill>
              <a:schemeClr val="accent1"/>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Normal" panose="020b0400000000000000" charset="-122"/>
                <a:ea typeface="思源黑体 CN Normal" panose="020b0400000000000000" charset="-122"/>
                <a:cs typeface="字魂创中黑" panose="00000500000000000000" charset="-122"/>
              </a:endParaRPr>
            </a:p>
          </p:txBody>
        </p:sp>
        <p:sp>
          <p:nvSpPr>
            <p:cNvPr id="23" name="图形"/>
            <p:cNvSpPr txBox="1"/>
            <p:nvPr/>
          </p:nvSpPr>
          <p:spPr>
            <a:xfrm>
              <a:off x="2183" y="1301"/>
              <a:ext cx="3876" cy="528"/>
            </a:xfrm>
            <a:prstGeom prst="rect">
              <a:avLst/>
            </a:prstGeom>
            <a:noFill/>
          </p:spPr>
          <p:txBody>
            <a:bodyPr wrap="square" rtlCol="0">
              <a:normAutofit/>
            </a:bodyPr>
            <a:lstStyle/>
            <a:p>
              <a:pPr algn="l"/>
              <a:r>
                <a:rPr lang="en-US" altLang="en-US" sz="1600">
                  <a:solidFill>
                    <a:schemeClr val="tx1"/>
                  </a:solidFill>
                  <a:latin typeface="Source Han Sans SC"/>
                  <a:ea typeface="Source Han Sans SC"/>
                  <a:cs typeface="字魂创中黑" panose="00000500000000000000" charset="-122"/>
                  <a:sym typeface="+mn-ea"/>
                </a:rPr>
                <a:t>Internship Description</a:t>
              </a:r>
              <a:endParaRPr lang="zh-CN" altLang="en-US" sz="2800">
                <a:solidFill>
                  <a:schemeClr val="tx1"/>
                </a:solidFill>
                <a:latin typeface="字魂创粗黑" panose="00000500000000000000" charset="-122"/>
                <a:ea typeface="字魂创粗黑" panose="00000500000000000000" charset="-122"/>
                <a:cs typeface="字魂创中黑" panose="00000500000000000000" charset="-122"/>
                <a:sym typeface="+mn-ea"/>
              </a:endParaRPr>
            </a:p>
          </p:txBody>
        </p:sp>
        <p:sp>
          <p:nvSpPr>
            <p:cNvPr id="4" name="图形"/>
            <p:cNvSpPr txBox="1"/>
            <p:nvPr/>
          </p:nvSpPr>
          <p:spPr>
            <a:xfrm>
              <a:off x="1251" y="1293"/>
              <a:ext cx="932" cy="725"/>
            </a:xfrm>
            <a:prstGeom prst="rect">
              <a:avLst/>
            </a:prstGeom>
            <a:noFill/>
          </p:spPr>
          <p:txBody>
            <a:bodyPr wrap="square" rtlCol="0">
              <a:normAutofit/>
            </a:bodyPr>
            <a:lstStyle/>
            <a:p>
              <a:pPr algn="ctr"/>
              <a:r>
                <a:rPr lang="en-US" altLang="zh-CN" sz="2400">
                  <a:solidFill>
                    <a:schemeClr val="bg1"/>
                  </a:solidFill>
                  <a:latin typeface="Source Han Sans SC"/>
                  <a:ea typeface="Source Han Sans SC"/>
                  <a:cs typeface="字魂创中黑" panose="00000500000000000000" charset="-122"/>
                </a:rPr>
                <a:t>01</a:t>
              </a:r>
              <a:endParaRPr lang="en-US" altLang="zh-CN" sz="2400">
                <a:solidFill>
                  <a:schemeClr val="bg1"/>
                </a:solidFill>
                <a:latin typeface="字魂创粗黑" panose="00000500000000000000" charset="-122"/>
                <a:ea typeface="字魂创粗黑" panose="00000500000000000000" charset="-122"/>
                <a:cs typeface="字魂创中黑" panose="00000500000000000000" charset="-122"/>
              </a:endParaRPr>
            </a:p>
          </p:txBody>
        </p:sp>
      </p:grpSp>
      <p:grpSp>
        <p:nvGrpSpPr>
          <p:cNvPr id="2" name="组合 1"/>
          <p:cNvGrpSpPr/>
          <p:nvPr/>
        </p:nvGrpSpPr>
        <p:grpSpPr>
          <a:xfrm>
            <a:off x="1111885" y="1567815"/>
            <a:ext cx="10241280" cy="4171950"/>
            <a:chOff x="1751" y="2469"/>
            <a:chExt cx="16128" cy="6570"/>
          </a:xfrm>
        </p:grpSpPr>
        <p:sp>
          <p:nvSpPr>
            <p:cNvPr id="61" name="图形"/>
            <p:cNvSpPr/>
            <p:nvPr/>
          </p:nvSpPr>
          <p:spPr>
            <a:xfrm>
              <a:off x="1751" y="3595"/>
              <a:ext cx="2824" cy="634"/>
            </a:xfrm>
            <a:prstGeom prst="roundRect">
              <a:avLst>
                <a:gd name="adj" fmla="val 4683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altLang="en-US" sz="1300" b="1">
                  <a:solidFill>
                    <a:schemeClr val="bg1"/>
                  </a:solidFill>
                  <a:latin typeface="Source Han Sans SC"/>
                  <a:ea typeface="Source Han Sans SC"/>
                  <a:cs typeface="字魂创中黑" panose="00000500000000000000" charset="-122"/>
                  <a:sym typeface="+mn-ea"/>
                </a:rPr>
                <a:t>Default title text</a:t>
              </a:r>
              <a:endParaRPr lang="zh-CN" altLang="en-US" b="1">
                <a:solidFill>
                  <a:schemeClr val="bg1"/>
                </a:solidFill>
                <a:latin typeface="字魂创中黑"/>
                <a:ea typeface="字魂创中黑"/>
                <a:cs typeface="字魂创中黑" panose="00000500000000000000" charset="-122"/>
                <a:sym typeface="+mn-ea"/>
              </a:endParaRPr>
            </a:p>
          </p:txBody>
        </p:sp>
        <p:sp>
          <p:nvSpPr>
            <p:cNvPr id="64" name="图形"/>
            <p:cNvSpPr txBox="1"/>
            <p:nvPr/>
          </p:nvSpPr>
          <p:spPr>
            <a:xfrm>
              <a:off x="1751" y="4468"/>
              <a:ext cx="4433" cy="412"/>
            </a:xfrm>
            <a:prstGeom prst="rect">
              <a:avLst/>
            </a:prstGeom>
            <a:noFill/>
          </p:spPr>
          <p:txBody>
            <a:bodyPr wrap="square" lIns="49634" tIns="24817" rIns="49634" bIns="24817" rtlCol="0">
              <a:normAutofit/>
            </a:bodyPr>
            <a:lstStyle/>
            <a:p>
              <a:pPr>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sym typeface="+mn-ea"/>
                </a:rPr>
                <a:t>Add your text here add your text</a:t>
              </a:r>
              <a:endParaRPr lang="zh-CN" altLang="en-US" sz="1200">
                <a:solidFill>
                  <a:schemeClr val="tx1">
                    <a:lumMod val="75000"/>
                    <a:lumOff val="25000"/>
                  </a:schemeClr>
                </a:solidFill>
                <a:latin typeface="字魂创中黑"/>
                <a:ea typeface="字魂创中黑"/>
                <a:cs typeface="字魂创中黑" panose="00000500000000000000" charset="-122"/>
                <a:sym typeface="+mn-ea"/>
              </a:endParaRPr>
            </a:p>
          </p:txBody>
        </p:sp>
        <p:sp>
          <p:nvSpPr>
            <p:cNvPr id="10" name="图形"/>
            <p:cNvSpPr/>
            <p:nvPr/>
          </p:nvSpPr>
          <p:spPr>
            <a:xfrm>
              <a:off x="6335" y="3595"/>
              <a:ext cx="2824" cy="634"/>
            </a:xfrm>
            <a:prstGeom prst="roundRect">
              <a:avLst>
                <a:gd name="adj" fmla="val 4683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altLang="en-US" sz="1300" b="1">
                  <a:solidFill>
                    <a:schemeClr val="bg1"/>
                  </a:solidFill>
                  <a:latin typeface="Source Han Sans SC"/>
                  <a:ea typeface="Source Han Sans SC"/>
                  <a:cs typeface="字魂创中黑" panose="00000500000000000000" charset="-122"/>
                  <a:sym typeface="+mn-ea"/>
                </a:rPr>
                <a:t>Default title text</a:t>
              </a:r>
              <a:endParaRPr lang="zh-CN" altLang="en-US" b="1">
                <a:solidFill>
                  <a:schemeClr val="bg1"/>
                </a:solidFill>
                <a:latin typeface="字魂创中黑"/>
                <a:ea typeface="字魂创中黑"/>
                <a:cs typeface="字魂创中黑" panose="00000500000000000000" charset="-122"/>
                <a:sym typeface="+mn-ea"/>
              </a:endParaRPr>
            </a:p>
          </p:txBody>
        </p:sp>
        <p:sp>
          <p:nvSpPr>
            <p:cNvPr id="11" name="图形"/>
            <p:cNvSpPr txBox="1"/>
            <p:nvPr/>
          </p:nvSpPr>
          <p:spPr>
            <a:xfrm>
              <a:off x="6335" y="4468"/>
              <a:ext cx="4433" cy="412"/>
            </a:xfrm>
            <a:prstGeom prst="rect">
              <a:avLst/>
            </a:prstGeom>
            <a:noFill/>
          </p:spPr>
          <p:txBody>
            <a:bodyPr wrap="square" lIns="49634" tIns="24817" rIns="49634" bIns="24817" rtlCol="0">
              <a:normAutofit/>
            </a:bodyPr>
            <a:lstStyle/>
            <a:p>
              <a:pPr>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sym typeface="+mn-ea"/>
                </a:rPr>
                <a:t>Add your text here add your text</a:t>
              </a:r>
              <a:endParaRPr lang="zh-CN" altLang="en-US" sz="1200">
                <a:solidFill>
                  <a:schemeClr val="tx1">
                    <a:lumMod val="75000"/>
                    <a:lumOff val="25000"/>
                  </a:schemeClr>
                </a:solidFill>
                <a:latin typeface="字魂创中黑"/>
                <a:ea typeface="字魂创中黑"/>
                <a:cs typeface="字魂创中黑" panose="00000500000000000000" charset="-122"/>
                <a:sym typeface="+mn-ea"/>
              </a:endParaRPr>
            </a:p>
          </p:txBody>
        </p:sp>
        <p:sp>
          <p:nvSpPr>
            <p:cNvPr id="12" name="图形"/>
            <p:cNvSpPr/>
            <p:nvPr/>
          </p:nvSpPr>
          <p:spPr>
            <a:xfrm>
              <a:off x="1751" y="6504"/>
              <a:ext cx="2824" cy="634"/>
            </a:xfrm>
            <a:prstGeom prst="roundRect">
              <a:avLst>
                <a:gd name="adj" fmla="val 4683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altLang="en-US" sz="1300" b="1">
                  <a:solidFill>
                    <a:schemeClr val="bg1"/>
                  </a:solidFill>
                  <a:latin typeface="Source Han Sans SC"/>
                  <a:ea typeface="Source Han Sans SC"/>
                  <a:cs typeface="字魂创中黑" panose="00000500000000000000" charset="-122"/>
                  <a:sym typeface="+mn-ea"/>
                </a:rPr>
                <a:t>Default title text</a:t>
              </a:r>
              <a:endParaRPr lang="zh-CN" altLang="en-US" b="1">
                <a:solidFill>
                  <a:schemeClr val="bg1"/>
                </a:solidFill>
                <a:latin typeface="字魂创中黑"/>
                <a:ea typeface="字魂创中黑"/>
                <a:cs typeface="字魂创中黑" panose="00000500000000000000" charset="-122"/>
                <a:sym typeface="+mn-ea"/>
              </a:endParaRPr>
            </a:p>
          </p:txBody>
        </p:sp>
        <p:sp>
          <p:nvSpPr>
            <p:cNvPr id="13" name="图形"/>
            <p:cNvSpPr txBox="1"/>
            <p:nvPr/>
          </p:nvSpPr>
          <p:spPr>
            <a:xfrm>
              <a:off x="1751" y="7377"/>
              <a:ext cx="4433" cy="412"/>
            </a:xfrm>
            <a:prstGeom prst="rect">
              <a:avLst/>
            </a:prstGeom>
            <a:noFill/>
          </p:spPr>
          <p:txBody>
            <a:bodyPr wrap="square" lIns="49634" tIns="24817" rIns="49634" bIns="24817" rtlCol="0">
              <a:normAutofit/>
            </a:bodyPr>
            <a:lstStyle/>
            <a:p>
              <a:pPr>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sym typeface="+mn-ea"/>
                </a:rPr>
                <a:t>Add your text here add your text</a:t>
              </a:r>
              <a:endParaRPr lang="zh-CN" altLang="en-US" sz="1200">
                <a:solidFill>
                  <a:schemeClr val="tx1">
                    <a:lumMod val="75000"/>
                    <a:lumOff val="25000"/>
                  </a:schemeClr>
                </a:solidFill>
                <a:latin typeface="字魂创中黑"/>
                <a:ea typeface="字魂创中黑"/>
                <a:cs typeface="字魂创中黑" panose="00000500000000000000" charset="-122"/>
                <a:sym typeface="+mn-ea"/>
              </a:endParaRPr>
            </a:p>
          </p:txBody>
        </p:sp>
        <p:sp>
          <p:nvSpPr>
            <p:cNvPr id="14" name="图形"/>
            <p:cNvSpPr/>
            <p:nvPr/>
          </p:nvSpPr>
          <p:spPr>
            <a:xfrm>
              <a:off x="6335" y="6504"/>
              <a:ext cx="2824" cy="634"/>
            </a:xfrm>
            <a:prstGeom prst="roundRect">
              <a:avLst>
                <a:gd name="adj" fmla="val 4683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altLang="en-US" sz="1300" b="1">
                  <a:solidFill>
                    <a:schemeClr val="bg1"/>
                  </a:solidFill>
                  <a:latin typeface="Source Han Sans SC"/>
                  <a:ea typeface="Source Han Sans SC"/>
                  <a:cs typeface="字魂创中黑" panose="00000500000000000000" charset="-122"/>
                  <a:sym typeface="+mn-ea"/>
                </a:rPr>
                <a:t>Default title text</a:t>
              </a:r>
              <a:endParaRPr lang="zh-CN" altLang="en-US" b="1">
                <a:solidFill>
                  <a:schemeClr val="bg1"/>
                </a:solidFill>
                <a:latin typeface="字魂创中黑"/>
                <a:ea typeface="字魂创中黑"/>
                <a:cs typeface="字魂创中黑" panose="00000500000000000000" charset="-122"/>
                <a:sym typeface="+mn-ea"/>
              </a:endParaRPr>
            </a:p>
          </p:txBody>
        </p:sp>
        <p:sp>
          <p:nvSpPr>
            <p:cNvPr id="15" name="图形"/>
            <p:cNvSpPr txBox="1"/>
            <p:nvPr/>
          </p:nvSpPr>
          <p:spPr>
            <a:xfrm>
              <a:off x="6335" y="7377"/>
              <a:ext cx="4433" cy="412"/>
            </a:xfrm>
            <a:prstGeom prst="rect">
              <a:avLst/>
            </a:prstGeom>
            <a:noFill/>
          </p:spPr>
          <p:txBody>
            <a:bodyPr wrap="square" lIns="49634" tIns="24817" rIns="49634" bIns="24817" rtlCol="0">
              <a:normAutofit/>
            </a:bodyPr>
            <a:lstStyle/>
            <a:p>
              <a:pPr>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sym typeface="+mn-ea"/>
                </a:rPr>
                <a:t>Add your text here add your text</a:t>
              </a:r>
              <a:endParaRPr lang="zh-CN" altLang="en-US" sz="1200">
                <a:solidFill>
                  <a:schemeClr val="tx1">
                    <a:lumMod val="75000"/>
                    <a:lumOff val="25000"/>
                  </a:schemeClr>
                </a:solidFill>
                <a:latin typeface="字魂创中黑"/>
                <a:ea typeface="字魂创中黑"/>
                <a:cs typeface="字魂创中黑" panose="00000500000000000000" charset="-122"/>
                <a:sym typeface="+mn-ea"/>
              </a:endParaRPr>
            </a:p>
          </p:txBody>
        </p:sp>
        <p:pic>
          <p:nvPicPr>
            <p:cNvPr id="16" name="图形" descr="预览图_千图网_编号36473034"/>
            <p:cNvPicPr>
              <a:picLocks noChangeAspect="1"/>
            </p:cNvPicPr>
            <p:nvPr/>
          </p:nvPicPr>
          <p:blipFill>
            <a:blip r:embed="rId2"/>
            <a:stretch>
              <a:fillRect/>
            </a:stretch>
          </p:blipFill>
          <p:spPr>
            <a:xfrm>
              <a:off x="11309" y="2469"/>
              <a:ext cx="6571" cy="6571"/>
            </a:xfrm>
            <a:prstGeom prst="rect">
              <a:avLst/>
            </a:prstGeom>
          </p:spPr>
        </p:pic>
      </p:grpSp>
    </p:spTree>
    <p:custDataLst>
      <p:tags r:id="rId3"/>
    </p:custDataLst>
  </p:cSld>
  <p:clrMapOvr>
    <a:masterClrMapping/>
  </p:clrMapOvr>
  <p:transition advTm="2000">
    <p:split orient="vert" dir="in"/>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2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grpSp>
        <p:nvGrpSpPr>
          <p:cNvPr id="7" name="图形"/>
          <p:cNvGrpSpPr/>
          <p:nvPr/>
        </p:nvGrpSpPr>
        <p:grpSpPr>
          <a:xfrm>
            <a:off x="673735" y="810260"/>
            <a:ext cx="3173730" cy="528955"/>
            <a:chOff x="1061" y="1276"/>
            <a:chExt cx="4998" cy="833"/>
          </a:xfrm>
        </p:grpSpPr>
        <p:sp>
          <p:nvSpPr>
            <p:cNvPr id="3" name="图形"/>
            <p:cNvSpPr/>
            <p:nvPr/>
          </p:nvSpPr>
          <p:spPr>
            <a:xfrm rot="3300000">
              <a:off x="1061" y="1276"/>
              <a:ext cx="793" cy="793"/>
            </a:xfrm>
            <a:prstGeom prst="roundRect">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Normal" panose="020b0400000000000000" charset="-122"/>
                <a:ea typeface="思源黑体 CN Normal" panose="020b0400000000000000" charset="-122"/>
                <a:cs typeface="字魂创中黑" panose="00000500000000000000" charset="-122"/>
              </a:endParaRPr>
            </a:p>
          </p:txBody>
        </p:sp>
        <p:sp>
          <p:nvSpPr>
            <p:cNvPr id="5" name="图形"/>
            <p:cNvSpPr/>
            <p:nvPr/>
          </p:nvSpPr>
          <p:spPr>
            <a:xfrm rot="3300000">
              <a:off x="1341" y="1316"/>
              <a:ext cx="793" cy="793"/>
            </a:xfrm>
            <a:prstGeom prst="roundRect">
              <a:avLst/>
            </a:prstGeom>
            <a:solidFill>
              <a:schemeClr val="accent1"/>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Normal" panose="020b0400000000000000" charset="-122"/>
                <a:ea typeface="思源黑体 CN Normal" panose="020b0400000000000000" charset="-122"/>
                <a:cs typeface="字魂创中黑" panose="00000500000000000000" charset="-122"/>
              </a:endParaRPr>
            </a:p>
          </p:txBody>
        </p:sp>
        <p:sp>
          <p:nvSpPr>
            <p:cNvPr id="23" name="图形"/>
            <p:cNvSpPr txBox="1"/>
            <p:nvPr/>
          </p:nvSpPr>
          <p:spPr>
            <a:xfrm>
              <a:off x="2183" y="1301"/>
              <a:ext cx="3876" cy="528"/>
            </a:xfrm>
            <a:prstGeom prst="rect">
              <a:avLst/>
            </a:prstGeom>
            <a:noFill/>
          </p:spPr>
          <p:txBody>
            <a:bodyPr wrap="square" rtlCol="0">
              <a:normAutofit/>
            </a:bodyPr>
            <a:lstStyle/>
            <a:p>
              <a:pPr algn="l"/>
              <a:r>
                <a:rPr lang="en-US" altLang="en-US" sz="1600">
                  <a:solidFill>
                    <a:schemeClr val="tx1"/>
                  </a:solidFill>
                  <a:latin typeface="Source Han Sans SC"/>
                  <a:ea typeface="Source Han Sans SC"/>
                  <a:cs typeface="字魂创中黑" panose="00000500000000000000" charset="-122"/>
                  <a:sym typeface="+mn-ea"/>
                </a:rPr>
                <a:t>Internship Description</a:t>
              </a:r>
              <a:endParaRPr lang="zh-CN" altLang="en-US" sz="2800">
                <a:solidFill>
                  <a:schemeClr val="tx1"/>
                </a:solidFill>
                <a:latin typeface="字魂创粗黑" panose="00000500000000000000" charset="-122"/>
                <a:ea typeface="字魂创粗黑" panose="00000500000000000000" charset="-122"/>
                <a:cs typeface="字魂创中黑" panose="00000500000000000000" charset="-122"/>
                <a:sym typeface="+mn-ea"/>
              </a:endParaRPr>
            </a:p>
          </p:txBody>
        </p:sp>
        <p:sp>
          <p:nvSpPr>
            <p:cNvPr id="4" name="图形"/>
            <p:cNvSpPr txBox="1"/>
            <p:nvPr/>
          </p:nvSpPr>
          <p:spPr>
            <a:xfrm>
              <a:off x="1251" y="1293"/>
              <a:ext cx="932" cy="725"/>
            </a:xfrm>
            <a:prstGeom prst="rect">
              <a:avLst/>
            </a:prstGeom>
            <a:noFill/>
          </p:spPr>
          <p:txBody>
            <a:bodyPr wrap="square" rtlCol="0">
              <a:normAutofit/>
            </a:bodyPr>
            <a:lstStyle/>
            <a:p>
              <a:pPr algn="ctr"/>
              <a:r>
                <a:rPr lang="en-US" altLang="zh-CN" sz="2400">
                  <a:solidFill>
                    <a:schemeClr val="bg1"/>
                  </a:solidFill>
                  <a:latin typeface="Source Han Sans SC"/>
                  <a:ea typeface="Source Han Sans SC"/>
                  <a:cs typeface="字魂创中黑" panose="00000500000000000000" charset="-122"/>
                </a:rPr>
                <a:t>01</a:t>
              </a:r>
              <a:endParaRPr lang="en-US" altLang="zh-CN" sz="2400">
                <a:solidFill>
                  <a:schemeClr val="bg1"/>
                </a:solidFill>
                <a:latin typeface="字魂创粗黑" panose="00000500000000000000" charset="-122"/>
                <a:ea typeface="字魂创粗黑" panose="00000500000000000000" charset="-122"/>
                <a:cs typeface="字魂创中黑" panose="00000500000000000000" charset="-122"/>
              </a:endParaRPr>
            </a:p>
          </p:txBody>
        </p:sp>
      </p:grpSp>
      <p:grpSp>
        <p:nvGrpSpPr>
          <p:cNvPr id="2" name="组合 1"/>
          <p:cNvGrpSpPr/>
          <p:nvPr/>
        </p:nvGrpSpPr>
        <p:grpSpPr>
          <a:xfrm>
            <a:off x="1066165" y="1875155"/>
            <a:ext cx="9013190" cy="3566795"/>
            <a:chOff x="1679" y="2953"/>
            <a:chExt cx="14194" cy="5617"/>
          </a:xfrm>
        </p:grpSpPr>
        <p:sp>
          <p:nvSpPr>
            <p:cNvPr id="157" name="图形"/>
            <p:cNvSpPr/>
            <p:nvPr/>
          </p:nvSpPr>
          <p:spPr>
            <a:xfrm>
              <a:off x="14771" y="5149"/>
              <a:ext cx="1103" cy="748"/>
            </a:xfrm>
            <a:prstGeom prst="rect">
              <a:avLst/>
            </a:prstGeom>
          </p:spPr>
          <p:txBody>
            <a:bodyPr wrap="none" lIns="0" tIns="0" rIns="0" bIns="0">
              <a:normAutofit fontScale="97500" lnSpcReduction="10000"/>
            </a:bodyPr>
            <a:lstStyle/>
            <a:p>
              <a:pPr>
                <a:lnSpc>
                  <a:spcPct val="120000"/>
                </a:lnSpc>
              </a:pPr>
              <a:r>
                <a:rPr lang="en-US" sz="2800">
                  <a:solidFill>
                    <a:schemeClr val="tx1">
                      <a:lumMod val="75000"/>
                      <a:lumOff val="25000"/>
                    </a:schemeClr>
                  </a:solidFill>
                  <a:latin typeface="Source Han Sans SC"/>
                  <a:ea typeface="Source Han Sans SC"/>
                  <a:cs typeface="+mn-ea"/>
                  <a:sym typeface="Arial" panose="020b0604020202020204" pitchFamily="34" charset="0"/>
                </a:rPr>
                <a:t>80%</a:t>
              </a:r>
              <a:endParaRPr lang="en-US" sz="2800">
                <a:solidFill>
                  <a:schemeClr val="tx1">
                    <a:lumMod val="75000"/>
                    <a:lumOff val="25000"/>
                  </a:schemeClr>
                </a:solidFill>
                <a:latin typeface="字魂创中黑"/>
                <a:ea typeface="字魂创中黑"/>
                <a:cs typeface="+mn-ea"/>
                <a:sym typeface="Arial" panose="020b0604020202020204" pitchFamily="34" charset="0"/>
              </a:endParaRPr>
            </a:p>
          </p:txBody>
        </p:sp>
        <p:sp>
          <p:nvSpPr>
            <p:cNvPr id="169" name="图形"/>
            <p:cNvSpPr/>
            <p:nvPr/>
          </p:nvSpPr>
          <p:spPr>
            <a:xfrm>
              <a:off x="14771" y="3684"/>
              <a:ext cx="1101" cy="748"/>
            </a:xfrm>
            <a:prstGeom prst="rect">
              <a:avLst/>
            </a:prstGeom>
          </p:spPr>
          <p:txBody>
            <a:bodyPr wrap="none" lIns="0" tIns="0" rIns="0" bIns="0">
              <a:normAutofit fontScale="97500" lnSpcReduction="10000"/>
            </a:bodyPr>
            <a:lstStyle/>
            <a:p>
              <a:pPr>
                <a:lnSpc>
                  <a:spcPct val="120000"/>
                </a:lnSpc>
              </a:pPr>
              <a:r>
                <a:rPr lang="en-US" sz="2800">
                  <a:solidFill>
                    <a:schemeClr val="tx1">
                      <a:lumMod val="75000"/>
                      <a:lumOff val="25000"/>
                    </a:schemeClr>
                  </a:solidFill>
                  <a:latin typeface="Source Han Sans SC"/>
                  <a:ea typeface="Source Han Sans SC"/>
                  <a:cs typeface="+mn-ea"/>
                  <a:sym typeface="Arial" panose="020b0604020202020204" pitchFamily="34" charset="0"/>
                </a:rPr>
                <a:t>50%</a:t>
              </a:r>
              <a:endParaRPr lang="en-US" sz="2800">
                <a:solidFill>
                  <a:schemeClr val="tx1">
                    <a:lumMod val="75000"/>
                    <a:lumOff val="25000"/>
                  </a:schemeClr>
                </a:solidFill>
                <a:latin typeface="字魂创中黑"/>
                <a:ea typeface="字魂创中黑"/>
                <a:cs typeface="+mn-ea"/>
                <a:sym typeface="Arial" panose="020b0604020202020204" pitchFamily="34" charset="0"/>
              </a:endParaRPr>
            </a:p>
          </p:txBody>
        </p:sp>
        <p:sp>
          <p:nvSpPr>
            <p:cNvPr id="204" name="图形"/>
            <p:cNvSpPr>
              <a:spLocks noChangeArrowheads="1"/>
            </p:cNvSpPr>
            <p:nvPr/>
          </p:nvSpPr>
          <p:spPr bwMode="auto">
            <a:xfrm>
              <a:off x="9674" y="4990"/>
              <a:ext cx="156" cy="156"/>
            </a:xfrm>
            <a:prstGeom prst="ellipse">
              <a:avLst/>
            </a:prstGeom>
            <a:solidFill>
              <a:schemeClr val="accent3"/>
            </a:solidFill>
            <a:ln w="9525">
              <a:noFill/>
              <a:round/>
            </a:ln>
          </p:spPr>
          <p:txBody>
            <a:bodyPr vert="horz" wrap="square" lIns="111664" tIns="55832" rIns="111664" bIns="55832" numCol="1" anchor="t" anchorCtr="0" compatLnSpc="1"/>
            <a:lstStyle/>
            <a:p>
              <a:pPr>
                <a:lnSpc>
                  <a:spcPct val="120000"/>
                </a:lnSpc>
              </a:pPr>
              <a:endParaRPr lang="en-US" sz="800">
                <a:solidFill>
                  <a:schemeClr val="accent3">
                    <a:lumMod val="60000"/>
                    <a:lumOff val="40000"/>
                  </a:schemeClr>
                </a:solidFill>
                <a:latin typeface="字魂创中黑"/>
                <a:ea typeface="字魂创中黑"/>
                <a:cs typeface="+mn-ea"/>
                <a:sym typeface="Arial" panose="020b0604020202020204" pitchFamily="34" charset="0"/>
              </a:endParaRPr>
            </a:p>
          </p:txBody>
        </p:sp>
        <p:sp>
          <p:nvSpPr>
            <p:cNvPr id="205" name="图形"/>
            <p:cNvSpPr/>
            <p:nvPr/>
          </p:nvSpPr>
          <p:spPr bwMode="auto">
            <a:xfrm>
              <a:off x="9508" y="5179"/>
              <a:ext cx="484" cy="849"/>
            </a:xfrm>
            <a:custGeom>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chemeClr val="accent3"/>
            </a:solidFill>
            <a:ln w="9525">
              <a:noFill/>
              <a:round/>
            </a:ln>
          </p:spPr>
          <p:txBody>
            <a:bodyPr vert="horz" wrap="square" lIns="111664" tIns="55832" rIns="111664" bIns="55832" numCol="1" anchor="t" anchorCtr="0" compatLnSpc="1"/>
            <a:lstStyle/>
            <a:p>
              <a:pPr>
                <a:lnSpc>
                  <a:spcPct val="120000"/>
                </a:lnSpc>
              </a:pPr>
              <a:endParaRPr lang="en-US" sz="800">
                <a:solidFill>
                  <a:schemeClr val="accent3">
                    <a:lumMod val="60000"/>
                    <a:lumOff val="40000"/>
                  </a:schemeClr>
                </a:solidFill>
                <a:latin typeface="字魂创中黑"/>
                <a:ea typeface="字魂创中黑"/>
                <a:cs typeface="+mn-ea"/>
                <a:sym typeface="Arial" panose="020b0604020202020204" pitchFamily="34" charset="0"/>
              </a:endParaRPr>
            </a:p>
          </p:txBody>
        </p:sp>
        <p:sp>
          <p:nvSpPr>
            <p:cNvPr id="202" name="图形"/>
            <p:cNvSpPr>
              <a:spLocks noChangeArrowheads="1"/>
            </p:cNvSpPr>
            <p:nvPr/>
          </p:nvSpPr>
          <p:spPr bwMode="auto">
            <a:xfrm>
              <a:off x="10169" y="4990"/>
              <a:ext cx="156" cy="156"/>
            </a:xfrm>
            <a:prstGeom prst="ellipse">
              <a:avLst/>
            </a:prstGeom>
            <a:solidFill>
              <a:schemeClr val="accent3"/>
            </a:solidFill>
            <a:ln w="9525">
              <a:noFill/>
              <a:round/>
            </a:ln>
          </p:spPr>
          <p:txBody>
            <a:bodyPr vert="horz" wrap="square" lIns="111664" tIns="55832" rIns="111664" bIns="55832" numCol="1" anchor="t" anchorCtr="0" compatLnSpc="1"/>
            <a:lstStyle/>
            <a:p>
              <a:pPr>
                <a:lnSpc>
                  <a:spcPct val="120000"/>
                </a:lnSpc>
              </a:pPr>
              <a:endParaRPr lang="en-US" sz="800">
                <a:solidFill>
                  <a:schemeClr val="accent3">
                    <a:lumMod val="60000"/>
                    <a:lumOff val="40000"/>
                  </a:schemeClr>
                </a:solidFill>
                <a:latin typeface="字魂创中黑"/>
                <a:ea typeface="字魂创中黑"/>
                <a:cs typeface="+mn-ea"/>
                <a:sym typeface="Arial" panose="020b0604020202020204" pitchFamily="34" charset="0"/>
              </a:endParaRPr>
            </a:p>
          </p:txBody>
        </p:sp>
        <p:sp>
          <p:nvSpPr>
            <p:cNvPr id="203" name="图形"/>
            <p:cNvSpPr/>
            <p:nvPr/>
          </p:nvSpPr>
          <p:spPr bwMode="auto">
            <a:xfrm>
              <a:off x="10003" y="5179"/>
              <a:ext cx="484" cy="849"/>
            </a:xfrm>
            <a:custGeom>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chemeClr val="accent3"/>
            </a:solidFill>
            <a:ln w="9525">
              <a:noFill/>
              <a:round/>
            </a:ln>
          </p:spPr>
          <p:txBody>
            <a:bodyPr vert="horz" wrap="square" lIns="111664" tIns="55832" rIns="111664" bIns="55832" numCol="1" anchor="t" anchorCtr="0" compatLnSpc="1"/>
            <a:lstStyle/>
            <a:p>
              <a:pPr>
                <a:lnSpc>
                  <a:spcPct val="120000"/>
                </a:lnSpc>
              </a:pPr>
              <a:endParaRPr lang="en-US" sz="800">
                <a:solidFill>
                  <a:schemeClr val="accent3">
                    <a:lumMod val="60000"/>
                    <a:lumOff val="40000"/>
                  </a:schemeClr>
                </a:solidFill>
                <a:latin typeface="字魂创中黑"/>
                <a:ea typeface="字魂创中黑"/>
                <a:cs typeface="+mn-ea"/>
                <a:sym typeface="Arial" panose="020b0604020202020204" pitchFamily="34" charset="0"/>
              </a:endParaRPr>
            </a:p>
          </p:txBody>
        </p:sp>
        <p:sp>
          <p:nvSpPr>
            <p:cNvPr id="200" name="图形"/>
            <p:cNvSpPr>
              <a:spLocks noChangeArrowheads="1"/>
            </p:cNvSpPr>
            <p:nvPr/>
          </p:nvSpPr>
          <p:spPr bwMode="auto">
            <a:xfrm>
              <a:off x="10663" y="4990"/>
              <a:ext cx="156" cy="156"/>
            </a:xfrm>
            <a:prstGeom prst="ellipse">
              <a:avLst/>
            </a:prstGeom>
            <a:solidFill>
              <a:schemeClr val="accent3"/>
            </a:solidFill>
            <a:ln w="9525">
              <a:noFill/>
              <a:round/>
            </a:ln>
          </p:spPr>
          <p:txBody>
            <a:bodyPr vert="horz" wrap="square" lIns="111664" tIns="55832" rIns="111664" bIns="55832" numCol="1" anchor="t" anchorCtr="0" compatLnSpc="1"/>
            <a:lstStyle/>
            <a:p>
              <a:pPr>
                <a:lnSpc>
                  <a:spcPct val="120000"/>
                </a:lnSpc>
              </a:pPr>
              <a:endParaRPr lang="en-US" sz="800">
                <a:solidFill>
                  <a:schemeClr val="accent3">
                    <a:lumMod val="60000"/>
                    <a:lumOff val="40000"/>
                  </a:schemeClr>
                </a:solidFill>
                <a:latin typeface="字魂创中黑"/>
                <a:ea typeface="字魂创中黑"/>
                <a:cs typeface="+mn-ea"/>
                <a:sym typeface="Arial" panose="020b0604020202020204" pitchFamily="34" charset="0"/>
              </a:endParaRPr>
            </a:p>
          </p:txBody>
        </p:sp>
        <p:sp>
          <p:nvSpPr>
            <p:cNvPr id="201" name="图形"/>
            <p:cNvSpPr/>
            <p:nvPr/>
          </p:nvSpPr>
          <p:spPr bwMode="auto">
            <a:xfrm>
              <a:off x="10497" y="5179"/>
              <a:ext cx="484" cy="849"/>
            </a:xfrm>
            <a:custGeom>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chemeClr val="accent3"/>
            </a:solidFill>
            <a:ln w="9525">
              <a:noFill/>
              <a:round/>
            </a:ln>
          </p:spPr>
          <p:txBody>
            <a:bodyPr vert="horz" wrap="square" lIns="111664" tIns="55832" rIns="111664" bIns="55832" numCol="1" anchor="t" anchorCtr="0" compatLnSpc="1"/>
            <a:lstStyle/>
            <a:p>
              <a:pPr>
                <a:lnSpc>
                  <a:spcPct val="120000"/>
                </a:lnSpc>
              </a:pPr>
              <a:endParaRPr lang="en-US" sz="800">
                <a:solidFill>
                  <a:schemeClr val="accent3">
                    <a:lumMod val="60000"/>
                    <a:lumOff val="40000"/>
                  </a:schemeClr>
                </a:solidFill>
                <a:latin typeface="字魂创中黑"/>
                <a:ea typeface="字魂创中黑"/>
                <a:cs typeface="+mn-ea"/>
                <a:sym typeface="Arial" panose="020b0604020202020204" pitchFamily="34" charset="0"/>
              </a:endParaRPr>
            </a:p>
          </p:txBody>
        </p:sp>
        <p:sp>
          <p:nvSpPr>
            <p:cNvPr id="198" name="图形"/>
            <p:cNvSpPr>
              <a:spLocks noChangeArrowheads="1"/>
            </p:cNvSpPr>
            <p:nvPr/>
          </p:nvSpPr>
          <p:spPr bwMode="auto">
            <a:xfrm>
              <a:off x="11158" y="4990"/>
              <a:ext cx="156" cy="156"/>
            </a:xfrm>
            <a:prstGeom prst="ellipse">
              <a:avLst/>
            </a:prstGeom>
            <a:solidFill>
              <a:schemeClr val="accent3"/>
            </a:solidFill>
            <a:ln w="9525">
              <a:noFill/>
              <a:round/>
            </a:ln>
          </p:spPr>
          <p:txBody>
            <a:bodyPr vert="horz" wrap="square" lIns="111664" tIns="55832" rIns="111664" bIns="55832" numCol="1" anchor="t" anchorCtr="0" compatLnSpc="1"/>
            <a:lstStyle/>
            <a:p>
              <a:pPr>
                <a:lnSpc>
                  <a:spcPct val="120000"/>
                </a:lnSpc>
              </a:pPr>
              <a:endParaRPr lang="en-US" sz="800">
                <a:solidFill>
                  <a:schemeClr val="accent3">
                    <a:lumMod val="60000"/>
                    <a:lumOff val="40000"/>
                  </a:schemeClr>
                </a:solidFill>
                <a:latin typeface="字魂创中黑"/>
                <a:ea typeface="字魂创中黑"/>
                <a:cs typeface="+mn-ea"/>
                <a:sym typeface="Arial" panose="020b0604020202020204" pitchFamily="34" charset="0"/>
              </a:endParaRPr>
            </a:p>
          </p:txBody>
        </p:sp>
        <p:sp>
          <p:nvSpPr>
            <p:cNvPr id="199" name="图形"/>
            <p:cNvSpPr/>
            <p:nvPr/>
          </p:nvSpPr>
          <p:spPr bwMode="auto">
            <a:xfrm>
              <a:off x="10992" y="5179"/>
              <a:ext cx="484" cy="849"/>
            </a:xfrm>
            <a:custGeom>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chemeClr val="accent3"/>
            </a:solidFill>
            <a:ln w="9525">
              <a:noFill/>
              <a:round/>
            </a:ln>
          </p:spPr>
          <p:txBody>
            <a:bodyPr vert="horz" wrap="square" lIns="111664" tIns="55832" rIns="111664" bIns="55832" numCol="1" anchor="t" anchorCtr="0" compatLnSpc="1"/>
            <a:lstStyle/>
            <a:p>
              <a:pPr>
                <a:lnSpc>
                  <a:spcPct val="120000"/>
                </a:lnSpc>
              </a:pPr>
              <a:endParaRPr lang="en-US" sz="800">
                <a:solidFill>
                  <a:schemeClr val="accent3">
                    <a:lumMod val="60000"/>
                    <a:lumOff val="40000"/>
                  </a:schemeClr>
                </a:solidFill>
                <a:latin typeface="字魂创中黑"/>
                <a:ea typeface="字魂创中黑"/>
                <a:cs typeface="+mn-ea"/>
                <a:sym typeface="Arial" panose="020b0604020202020204" pitchFamily="34" charset="0"/>
              </a:endParaRPr>
            </a:p>
          </p:txBody>
        </p:sp>
        <p:sp>
          <p:nvSpPr>
            <p:cNvPr id="196" name="图形"/>
            <p:cNvSpPr>
              <a:spLocks noChangeArrowheads="1"/>
            </p:cNvSpPr>
            <p:nvPr/>
          </p:nvSpPr>
          <p:spPr bwMode="auto">
            <a:xfrm>
              <a:off x="11652" y="4990"/>
              <a:ext cx="156" cy="156"/>
            </a:xfrm>
            <a:prstGeom prst="ellipse">
              <a:avLst/>
            </a:prstGeom>
            <a:solidFill>
              <a:schemeClr val="accent3"/>
            </a:solidFill>
            <a:ln w="9525">
              <a:noFill/>
              <a:round/>
            </a:ln>
          </p:spPr>
          <p:txBody>
            <a:bodyPr vert="horz" wrap="square" lIns="111664" tIns="55832" rIns="111664" bIns="55832" numCol="1" anchor="t" anchorCtr="0" compatLnSpc="1"/>
            <a:lstStyle/>
            <a:p>
              <a:pPr>
                <a:lnSpc>
                  <a:spcPct val="120000"/>
                </a:lnSpc>
              </a:pPr>
              <a:endParaRPr lang="en-US" sz="800">
                <a:solidFill>
                  <a:schemeClr val="accent3">
                    <a:lumMod val="60000"/>
                    <a:lumOff val="40000"/>
                  </a:schemeClr>
                </a:solidFill>
                <a:latin typeface="字魂创中黑"/>
                <a:ea typeface="字魂创中黑"/>
                <a:cs typeface="+mn-ea"/>
                <a:sym typeface="Arial" panose="020b0604020202020204" pitchFamily="34" charset="0"/>
              </a:endParaRPr>
            </a:p>
          </p:txBody>
        </p:sp>
        <p:sp>
          <p:nvSpPr>
            <p:cNvPr id="197" name="图形"/>
            <p:cNvSpPr/>
            <p:nvPr/>
          </p:nvSpPr>
          <p:spPr bwMode="auto">
            <a:xfrm>
              <a:off x="11486" y="5179"/>
              <a:ext cx="484" cy="849"/>
            </a:xfrm>
            <a:custGeom>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chemeClr val="accent3"/>
            </a:solidFill>
            <a:ln w="9525">
              <a:noFill/>
              <a:round/>
            </a:ln>
          </p:spPr>
          <p:txBody>
            <a:bodyPr vert="horz" wrap="square" lIns="111664" tIns="55832" rIns="111664" bIns="55832" numCol="1" anchor="t" anchorCtr="0" compatLnSpc="1"/>
            <a:lstStyle/>
            <a:p>
              <a:pPr>
                <a:lnSpc>
                  <a:spcPct val="120000"/>
                </a:lnSpc>
              </a:pPr>
              <a:endParaRPr lang="en-US" sz="800">
                <a:solidFill>
                  <a:schemeClr val="accent3">
                    <a:lumMod val="60000"/>
                    <a:lumOff val="40000"/>
                  </a:schemeClr>
                </a:solidFill>
                <a:latin typeface="字魂创中黑"/>
                <a:ea typeface="字魂创中黑"/>
                <a:cs typeface="+mn-ea"/>
                <a:sym typeface="Arial" panose="020b0604020202020204" pitchFamily="34" charset="0"/>
              </a:endParaRPr>
            </a:p>
          </p:txBody>
        </p:sp>
        <p:sp>
          <p:nvSpPr>
            <p:cNvPr id="194" name="图形"/>
            <p:cNvSpPr>
              <a:spLocks noChangeArrowheads="1"/>
            </p:cNvSpPr>
            <p:nvPr/>
          </p:nvSpPr>
          <p:spPr bwMode="auto">
            <a:xfrm>
              <a:off x="12147" y="4990"/>
              <a:ext cx="156" cy="156"/>
            </a:xfrm>
            <a:prstGeom prst="ellipse">
              <a:avLst/>
            </a:prstGeom>
            <a:solidFill>
              <a:schemeClr val="accent3"/>
            </a:solidFill>
            <a:ln w="9525">
              <a:noFill/>
              <a:round/>
            </a:ln>
          </p:spPr>
          <p:txBody>
            <a:bodyPr vert="horz" wrap="square" lIns="111664" tIns="55832" rIns="111664" bIns="55832" numCol="1" anchor="t" anchorCtr="0" compatLnSpc="1"/>
            <a:lstStyle/>
            <a:p>
              <a:pPr>
                <a:lnSpc>
                  <a:spcPct val="120000"/>
                </a:lnSpc>
              </a:pPr>
              <a:endParaRPr lang="en-US" sz="800">
                <a:solidFill>
                  <a:schemeClr val="accent3">
                    <a:lumMod val="60000"/>
                    <a:lumOff val="40000"/>
                  </a:schemeClr>
                </a:solidFill>
                <a:latin typeface="字魂创中黑"/>
                <a:ea typeface="字魂创中黑"/>
                <a:cs typeface="+mn-ea"/>
                <a:sym typeface="Arial" panose="020b0604020202020204" pitchFamily="34" charset="0"/>
              </a:endParaRPr>
            </a:p>
          </p:txBody>
        </p:sp>
        <p:sp>
          <p:nvSpPr>
            <p:cNvPr id="195" name="图形"/>
            <p:cNvSpPr/>
            <p:nvPr/>
          </p:nvSpPr>
          <p:spPr bwMode="auto">
            <a:xfrm>
              <a:off x="11981" y="5179"/>
              <a:ext cx="484" cy="849"/>
            </a:xfrm>
            <a:custGeom>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chemeClr val="accent3"/>
            </a:solidFill>
            <a:ln w="9525">
              <a:noFill/>
              <a:round/>
            </a:ln>
          </p:spPr>
          <p:txBody>
            <a:bodyPr vert="horz" wrap="square" lIns="111664" tIns="55832" rIns="111664" bIns="55832" numCol="1" anchor="t" anchorCtr="0" compatLnSpc="1"/>
            <a:lstStyle/>
            <a:p>
              <a:pPr>
                <a:lnSpc>
                  <a:spcPct val="120000"/>
                </a:lnSpc>
              </a:pPr>
              <a:endParaRPr lang="en-US" sz="800">
                <a:solidFill>
                  <a:schemeClr val="accent3">
                    <a:lumMod val="60000"/>
                    <a:lumOff val="40000"/>
                  </a:schemeClr>
                </a:solidFill>
                <a:latin typeface="字魂创中黑"/>
                <a:ea typeface="字魂创中黑"/>
                <a:cs typeface="+mn-ea"/>
                <a:sym typeface="Arial" panose="020b0604020202020204" pitchFamily="34" charset="0"/>
              </a:endParaRPr>
            </a:p>
          </p:txBody>
        </p:sp>
        <p:sp>
          <p:nvSpPr>
            <p:cNvPr id="192" name="图形"/>
            <p:cNvSpPr>
              <a:spLocks noChangeArrowheads="1"/>
            </p:cNvSpPr>
            <p:nvPr/>
          </p:nvSpPr>
          <p:spPr bwMode="auto">
            <a:xfrm>
              <a:off x="12642" y="4990"/>
              <a:ext cx="156" cy="156"/>
            </a:xfrm>
            <a:prstGeom prst="ellipse">
              <a:avLst/>
            </a:prstGeom>
            <a:solidFill>
              <a:schemeClr val="accent3"/>
            </a:solidFill>
            <a:ln w="9525">
              <a:noFill/>
              <a:round/>
            </a:ln>
          </p:spPr>
          <p:txBody>
            <a:bodyPr vert="horz" wrap="square" lIns="111664" tIns="55832" rIns="111664" bIns="55832" numCol="1" anchor="t" anchorCtr="0" compatLnSpc="1"/>
            <a:lstStyle/>
            <a:p>
              <a:pPr>
                <a:lnSpc>
                  <a:spcPct val="120000"/>
                </a:lnSpc>
              </a:pPr>
              <a:endParaRPr lang="en-US" sz="800">
                <a:solidFill>
                  <a:schemeClr val="accent3">
                    <a:lumMod val="60000"/>
                    <a:lumOff val="40000"/>
                  </a:schemeClr>
                </a:solidFill>
                <a:latin typeface="字魂创中黑"/>
                <a:ea typeface="字魂创中黑"/>
                <a:cs typeface="+mn-ea"/>
                <a:sym typeface="Arial" panose="020b0604020202020204" pitchFamily="34" charset="0"/>
              </a:endParaRPr>
            </a:p>
          </p:txBody>
        </p:sp>
        <p:sp>
          <p:nvSpPr>
            <p:cNvPr id="193" name="图形"/>
            <p:cNvSpPr/>
            <p:nvPr/>
          </p:nvSpPr>
          <p:spPr bwMode="auto">
            <a:xfrm>
              <a:off x="12476" y="5179"/>
              <a:ext cx="484" cy="849"/>
            </a:xfrm>
            <a:custGeom>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chemeClr val="accent3"/>
            </a:solidFill>
            <a:ln w="9525">
              <a:noFill/>
              <a:round/>
            </a:ln>
          </p:spPr>
          <p:txBody>
            <a:bodyPr vert="horz" wrap="square" lIns="111664" tIns="55832" rIns="111664" bIns="55832" numCol="1" anchor="t" anchorCtr="0" compatLnSpc="1"/>
            <a:lstStyle/>
            <a:p>
              <a:pPr>
                <a:lnSpc>
                  <a:spcPct val="120000"/>
                </a:lnSpc>
              </a:pPr>
              <a:endParaRPr lang="en-US" sz="800">
                <a:solidFill>
                  <a:schemeClr val="accent3">
                    <a:lumMod val="60000"/>
                    <a:lumOff val="40000"/>
                  </a:schemeClr>
                </a:solidFill>
                <a:latin typeface="字魂创中黑"/>
                <a:ea typeface="字魂创中黑"/>
                <a:cs typeface="+mn-ea"/>
                <a:sym typeface="Arial" panose="020b0604020202020204" pitchFamily="34" charset="0"/>
              </a:endParaRPr>
            </a:p>
          </p:txBody>
        </p:sp>
        <p:sp>
          <p:nvSpPr>
            <p:cNvPr id="190" name="图形"/>
            <p:cNvSpPr>
              <a:spLocks noChangeArrowheads="1"/>
            </p:cNvSpPr>
            <p:nvPr/>
          </p:nvSpPr>
          <p:spPr bwMode="auto">
            <a:xfrm>
              <a:off x="13136" y="4990"/>
              <a:ext cx="156" cy="156"/>
            </a:xfrm>
            <a:prstGeom prst="ellipse">
              <a:avLst/>
            </a:prstGeom>
            <a:solidFill>
              <a:schemeClr val="accent3"/>
            </a:solidFill>
            <a:ln w="9525">
              <a:noFill/>
              <a:round/>
            </a:ln>
          </p:spPr>
          <p:txBody>
            <a:bodyPr vert="horz" wrap="square" lIns="111664" tIns="55832" rIns="111664" bIns="55832" numCol="1" anchor="t" anchorCtr="0" compatLnSpc="1"/>
            <a:lstStyle/>
            <a:p>
              <a:pPr>
                <a:lnSpc>
                  <a:spcPct val="120000"/>
                </a:lnSpc>
              </a:pPr>
              <a:endParaRPr lang="en-US" sz="800">
                <a:solidFill>
                  <a:schemeClr val="accent3">
                    <a:lumMod val="60000"/>
                    <a:lumOff val="40000"/>
                  </a:schemeClr>
                </a:solidFill>
                <a:latin typeface="字魂创中黑"/>
                <a:ea typeface="字魂创中黑"/>
                <a:cs typeface="+mn-ea"/>
                <a:sym typeface="Arial" panose="020b0604020202020204" pitchFamily="34" charset="0"/>
              </a:endParaRPr>
            </a:p>
          </p:txBody>
        </p:sp>
        <p:sp>
          <p:nvSpPr>
            <p:cNvPr id="191" name="图形"/>
            <p:cNvSpPr/>
            <p:nvPr/>
          </p:nvSpPr>
          <p:spPr bwMode="auto">
            <a:xfrm>
              <a:off x="12970" y="5179"/>
              <a:ext cx="484" cy="849"/>
            </a:xfrm>
            <a:custGeom>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chemeClr val="accent3"/>
            </a:solidFill>
            <a:ln w="9525">
              <a:noFill/>
              <a:round/>
            </a:ln>
          </p:spPr>
          <p:txBody>
            <a:bodyPr vert="horz" wrap="square" lIns="111664" tIns="55832" rIns="111664" bIns="55832" numCol="1" anchor="t" anchorCtr="0" compatLnSpc="1"/>
            <a:lstStyle/>
            <a:p>
              <a:pPr>
                <a:lnSpc>
                  <a:spcPct val="120000"/>
                </a:lnSpc>
              </a:pPr>
              <a:endParaRPr lang="en-US" sz="800">
                <a:solidFill>
                  <a:schemeClr val="accent3">
                    <a:lumMod val="60000"/>
                    <a:lumOff val="40000"/>
                  </a:schemeClr>
                </a:solidFill>
                <a:latin typeface="字魂创中黑"/>
                <a:ea typeface="字魂创中黑"/>
                <a:cs typeface="+mn-ea"/>
                <a:sym typeface="Arial" panose="020b0604020202020204" pitchFamily="34" charset="0"/>
              </a:endParaRPr>
            </a:p>
          </p:txBody>
        </p:sp>
        <p:grpSp>
          <p:nvGrpSpPr>
            <p:cNvPr id="184" name="图形"/>
            <p:cNvGrpSpPr/>
            <p:nvPr/>
          </p:nvGrpSpPr>
          <p:grpSpPr>
            <a:xfrm>
              <a:off x="13465" y="4990"/>
              <a:ext cx="484" cy="1038"/>
              <a:chOff x="6213475" y="1668463"/>
              <a:chExt cx="227013" cy="487362"/>
            </a:xfrm>
            <a:solidFill>
              <a:schemeClr val="accent2"/>
            </a:solidFill>
          </p:grpSpPr>
          <p:sp>
            <p:nvSpPr>
              <p:cNvPr id="188" name="图形"/>
              <p:cNvSpPr>
                <a:spLocks noChangeArrowheads="1"/>
              </p:cNvSpPr>
              <p:nvPr/>
            </p:nvSpPr>
            <p:spPr bwMode="auto">
              <a:xfrm>
                <a:off x="6291263" y="1668463"/>
                <a:ext cx="73025" cy="73025"/>
              </a:xfrm>
              <a:prstGeom prst="ellipse">
                <a:avLst/>
              </a:prstGeom>
              <a:grpFill/>
              <a:ln w="9525">
                <a:noFill/>
                <a:round/>
              </a:ln>
            </p:spPr>
            <p:txBody>
              <a:bodyPr vert="horz" wrap="square" lIns="111664" tIns="55832" rIns="111664" bIns="55832" numCol="1" anchor="t" anchorCtr="0" compatLnSpc="1"/>
              <a:lstStyle/>
              <a:p>
                <a:pPr>
                  <a:lnSpc>
                    <a:spcPct val="120000"/>
                  </a:lnSpc>
                </a:pPr>
                <a:endParaRPr lang="en-US" sz="800">
                  <a:latin typeface="字魂创中黑"/>
                  <a:ea typeface="字魂创中黑"/>
                  <a:cs typeface="+mn-ea"/>
                  <a:sym typeface="Arial" panose="020b0604020202020204" pitchFamily="34" charset="0"/>
                </a:endParaRPr>
              </a:p>
            </p:txBody>
          </p:sp>
          <p:sp>
            <p:nvSpPr>
              <p:cNvPr id="189" name="图形"/>
              <p:cNvSpPr/>
              <p:nvPr/>
            </p:nvSpPr>
            <p:spPr bwMode="auto">
              <a:xfrm>
                <a:off x="6213475" y="1757363"/>
                <a:ext cx="227013" cy="398462"/>
              </a:xfrm>
              <a:custGeom>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grpFill/>
              <a:ln w="9525">
                <a:noFill/>
                <a:round/>
              </a:ln>
            </p:spPr>
            <p:txBody>
              <a:bodyPr vert="horz" wrap="square" lIns="111664" tIns="55832" rIns="111664" bIns="55832" numCol="1" anchor="t" anchorCtr="0" compatLnSpc="1"/>
              <a:lstStyle/>
              <a:p>
                <a:pPr>
                  <a:lnSpc>
                    <a:spcPct val="120000"/>
                  </a:lnSpc>
                </a:pPr>
                <a:endParaRPr lang="en-US" sz="800">
                  <a:latin typeface="字魂创中黑"/>
                  <a:ea typeface="字魂创中黑"/>
                  <a:cs typeface="+mn-ea"/>
                  <a:sym typeface="Arial" panose="020b0604020202020204" pitchFamily="34" charset="0"/>
                </a:endParaRPr>
              </a:p>
            </p:txBody>
          </p:sp>
        </p:grpSp>
        <p:grpSp>
          <p:nvGrpSpPr>
            <p:cNvPr id="185" name="图形"/>
            <p:cNvGrpSpPr/>
            <p:nvPr/>
          </p:nvGrpSpPr>
          <p:grpSpPr>
            <a:xfrm>
              <a:off x="13959" y="4990"/>
              <a:ext cx="484" cy="1038"/>
              <a:chOff x="6213475" y="1668463"/>
              <a:chExt cx="227013" cy="487362"/>
            </a:xfrm>
            <a:solidFill>
              <a:schemeClr val="accent2"/>
            </a:solidFill>
          </p:grpSpPr>
          <p:sp>
            <p:nvSpPr>
              <p:cNvPr id="186" name="图形"/>
              <p:cNvSpPr>
                <a:spLocks noChangeArrowheads="1"/>
              </p:cNvSpPr>
              <p:nvPr/>
            </p:nvSpPr>
            <p:spPr bwMode="auto">
              <a:xfrm>
                <a:off x="6291263" y="1668463"/>
                <a:ext cx="73025" cy="73025"/>
              </a:xfrm>
              <a:prstGeom prst="ellipse">
                <a:avLst/>
              </a:prstGeom>
              <a:grpFill/>
              <a:ln w="9525">
                <a:noFill/>
                <a:round/>
              </a:ln>
            </p:spPr>
            <p:txBody>
              <a:bodyPr vert="horz" wrap="square" lIns="111664" tIns="55832" rIns="111664" bIns="55832" numCol="1" anchor="t" anchorCtr="0" compatLnSpc="1"/>
              <a:lstStyle/>
              <a:p>
                <a:pPr>
                  <a:lnSpc>
                    <a:spcPct val="120000"/>
                  </a:lnSpc>
                </a:pPr>
                <a:endParaRPr lang="en-US" sz="800">
                  <a:latin typeface="字魂创中黑"/>
                  <a:ea typeface="字魂创中黑"/>
                  <a:cs typeface="+mn-ea"/>
                  <a:sym typeface="Arial" panose="020b0604020202020204" pitchFamily="34" charset="0"/>
                </a:endParaRPr>
              </a:p>
            </p:txBody>
          </p:sp>
          <p:sp>
            <p:nvSpPr>
              <p:cNvPr id="187" name="图形"/>
              <p:cNvSpPr/>
              <p:nvPr/>
            </p:nvSpPr>
            <p:spPr bwMode="auto">
              <a:xfrm>
                <a:off x="6213475" y="1757363"/>
                <a:ext cx="227013" cy="398462"/>
              </a:xfrm>
              <a:custGeom>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grpFill/>
              <a:ln w="9525">
                <a:noFill/>
                <a:round/>
              </a:ln>
            </p:spPr>
            <p:txBody>
              <a:bodyPr vert="horz" wrap="square" lIns="111664" tIns="55832" rIns="111664" bIns="55832" numCol="1" anchor="t" anchorCtr="0" compatLnSpc="1"/>
              <a:lstStyle/>
              <a:p>
                <a:pPr>
                  <a:lnSpc>
                    <a:spcPct val="120000"/>
                  </a:lnSpc>
                </a:pPr>
                <a:endParaRPr lang="en-US" sz="800">
                  <a:latin typeface="字魂创中黑"/>
                  <a:ea typeface="字魂创中黑"/>
                  <a:cs typeface="+mn-ea"/>
                  <a:sym typeface="Arial" panose="020b0604020202020204" pitchFamily="34" charset="0"/>
                </a:endParaRPr>
              </a:p>
            </p:txBody>
          </p:sp>
        </p:grpSp>
        <p:sp>
          <p:nvSpPr>
            <p:cNvPr id="235" name="图形"/>
            <p:cNvSpPr/>
            <p:nvPr/>
          </p:nvSpPr>
          <p:spPr bwMode="auto">
            <a:xfrm>
              <a:off x="9579" y="3723"/>
              <a:ext cx="429" cy="913"/>
            </a:xfrm>
            <a:custGeom>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solidFill>
              <a:schemeClr val="accent1"/>
            </a:solidFill>
            <a:ln w="9525">
              <a:noFill/>
              <a:round/>
            </a:ln>
          </p:spPr>
          <p:txBody>
            <a:bodyPr vert="horz" wrap="square" lIns="111664" tIns="55832" rIns="111664" bIns="55832" numCol="1" anchor="t" anchorCtr="0" compatLnSpc="1"/>
            <a:lstStyle/>
            <a:p>
              <a:pPr>
                <a:lnSpc>
                  <a:spcPct val="120000"/>
                </a:lnSpc>
              </a:pPr>
              <a:endParaRPr lang="en-US" sz="800">
                <a:latin typeface="字魂创中黑"/>
                <a:ea typeface="字魂创中黑"/>
                <a:cs typeface="+mn-ea"/>
                <a:sym typeface="Arial" panose="020b0604020202020204" pitchFamily="34" charset="0"/>
              </a:endParaRPr>
            </a:p>
          </p:txBody>
        </p:sp>
        <p:sp>
          <p:nvSpPr>
            <p:cNvPr id="236" name="图形"/>
            <p:cNvSpPr>
              <a:spLocks noChangeArrowheads="1"/>
            </p:cNvSpPr>
            <p:nvPr/>
          </p:nvSpPr>
          <p:spPr bwMode="auto">
            <a:xfrm>
              <a:off x="9706" y="3537"/>
              <a:ext cx="171" cy="175"/>
            </a:xfrm>
            <a:prstGeom prst="ellipse">
              <a:avLst/>
            </a:prstGeom>
            <a:solidFill>
              <a:schemeClr val="accent1"/>
            </a:solidFill>
            <a:ln w="9525">
              <a:noFill/>
              <a:round/>
            </a:ln>
          </p:spPr>
          <p:txBody>
            <a:bodyPr vert="horz" wrap="square" lIns="111664" tIns="55832" rIns="111664" bIns="55832" numCol="1" anchor="t" anchorCtr="0" compatLnSpc="1"/>
            <a:lstStyle/>
            <a:p>
              <a:pPr>
                <a:lnSpc>
                  <a:spcPct val="120000"/>
                </a:lnSpc>
              </a:pPr>
              <a:endParaRPr lang="en-US" sz="800">
                <a:latin typeface="字魂创中黑"/>
                <a:ea typeface="字魂创中黑"/>
                <a:cs typeface="+mn-ea"/>
                <a:sym typeface="Arial" panose="020b0604020202020204" pitchFamily="34" charset="0"/>
              </a:endParaRPr>
            </a:p>
          </p:txBody>
        </p:sp>
        <p:sp>
          <p:nvSpPr>
            <p:cNvPr id="233" name="图形"/>
            <p:cNvSpPr/>
            <p:nvPr/>
          </p:nvSpPr>
          <p:spPr bwMode="auto">
            <a:xfrm>
              <a:off x="10062" y="3723"/>
              <a:ext cx="429" cy="913"/>
            </a:xfrm>
            <a:custGeom>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solidFill>
              <a:schemeClr val="accent1"/>
            </a:solidFill>
            <a:ln w="9525">
              <a:noFill/>
              <a:round/>
            </a:ln>
          </p:spPr>
          <p:txBody>
            <a:bodyPr vert="horz" wrap="square" lIns="111664" tIns="55832" rIns="111664" bIns="55832" numCol="1" anchor="t" anchorCtr="0" compatLnSpc="1"/>
            <a:lstStyle/>
            <a:p>
              <a:pPr>
                <a:lnSpc>
                  <a:spcPct val="120000"/>
                </a:lnSpc>
              </a:pPr>
              <a:endParaRPr lang="en-US" sz="800">
                <a:latin typeface="字魂创中黑"/>
                <a:ea typeface="字魂创中黑"/>
                <a:cs typeface="+mn-ea"/>
                <a:sym typeface="Arial" panose="020b0604020202020204" pitchFamily="34" charset="0"/>
              </a:endParaRPr>
            </a:p>
          </p:txBody>
        </p:sp>
        <p:sp>
          <p:nvSpPr>
            <p:cNvPr id="234" name="图形"/>
            <p:cNvSpPr>
              <a:spLocks noChangeArrowheads="1"/>
            </p:cNvSpPr>
            <p:nvPr/>
          </p:nvSpPr>
          <p:spPr bwMode="auto">
            <a:xfrm>
              <a:off x="10189" y="3537"/>
              <a:ext cx="171" cy="175"/>
            </a:xfrm>
            <a:prstGeom prst="ellipse">
              <a:avLst/>
            </a:prstGeom>
            <a:solidFill>
              <a:schemeClr val="accent1"/>
            </a:solidFill>
            <a:ln w="9525">
              <a:noFill/>
              <a:round/>
            </a:ln>
          </p:spPr>
          <p:txBody>
            <a:bodyPr vert="horz" wrap="square" lIns="111664" tIns="55832" rIns="111664" bIns="55832" numCol="1" anchor="t" anchorCtr="0" compatLnSpc="1"/>
            <a:lstStyle/>
            <a:p>
              <a:pPr>
                <a:lnSpc>
                  <a:spcPct val="120000"/>
                </a:lnSpc>
              </a:pPr>
              <a:endParaRPr lang="en-US" sz="800">
                <a:latin typeface="字魂创中黑"/>
                <a:ea typeface="字魂创中黑"/>
                <a:cs typeface="+mn-ea"/>
                <a:sym typeface="Arial" panose="020b0604020202020204" pitchFamily="34" charset="0"/>
              </a:endParaRPr>
            </a:p>
          </p:txBody>
        </p:sp>
        <p:sp>
          <p:nvSpPr>
            <p:cNvPr id="231" name="图形"/>
            <p:cNvSpPr/>
            <p:nvPr/>
          </p:nvSpPr>
          <p:spPr bwMode="auto">
            <a:xfrm>
              <a:off x="10544" y="3723"/>
              <a:ext cx="429" cy="913"/>
            </a:xfrm>
            <a:custGeom>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solidFill>
              <a:schemeClr val="accent1"/>
            </a:solidFill>
            <a:ln w="9525">
              <a:noFill/>
              <a:round/>
            </a:ln>
          </p:spPr>
          <p:txBody>
            <a:bodyPr vert="horz" wrap="square" lIns="111664" tIns="55832" rIns="111664" bIns="55832" numCol="1" anchor="t" anchorCtr="0" compatLnSpc="1"/>
            <a:lstStyle/>
            <a:p>
              <a:pPr>
                <a:lnSpc>
                  <a:spcPct val="120000"/>
                </a:lnSpc>
              </a:pPr>
              <a:endParaRPr lang="en-US" sz="800">
                <a:latin typeface="字魂创中黑"/>
                <a:ea typeface="字魂创中黑"/>
                <a:cs typeface="+mn-ea"/>
                <a:sym typeface="Arial" panose="020b0604020202020204" pitchFamily="34" charset="0"/>
              </a:endParaRPr>
            </a:p>
          </p:txBody>
        </p:sp>
        <p:sp>
          <p:nvSpPr>
            <p:cNvPr id="232" name="图形"/>
            <p:cNvSpPr>
              <a:spLocks noChangeArrowheads="1"/>
            </p:cNvSpPr>
            <p:nvPr/>
          </p:nvSpPr>
          <p:spPr bwMode="auto">
            <a:xfrm>
              <a:off x="10671" y="3537"/>
              <a:ext cx="171" cy="175"/>
            </a:xfrm>
            <a:prstGeom prst="ellipse">
              <a:avLst/>
            </a:prstGeom>
            <a:solidFill>
              <a:schemeClr val="accent1"/>
            </a:solidFill>
            <a:ln w="9525">
              <a:noFill/>
              <a:round/>
            </a:ln>
          </p:spPr>
          <p:txBody>
            <a:bodyPr vert="horz" wrap="square" lIns="111664" tIns="55832" rIns="111664" bIns="55832" numCol="1" anchor="t" anchorCtr="0" compatLnSpc="1"/>
            <a:lstStyle/>
            <a:p>
              <a:pPr>
                <a:lnSpc>
                  <a:spcPct val="120000"/>
                </a:lnSpc>
              </a:pPr>
              <a:endParaRPr lang="en-US" sz="800">
                <a:latin typeface="字魂创中黑"/>
                <a:ea typeface="字魂创中黑"/>
                <a:cs typeface="+mn-ea"/>
                <a:sym typeface="Arial" panose="020b0604020202020204" pitchFamily="34" charset="0"/>
              </a:endParaRPr>
            </a:p>
          </p:txBody>
        </p:sp>
        <p:sp>
          <p:nvSpPr>
            <p:cNvPr id="229" name="图形"/>
            <p:cNvSpPr/>
            <p:nvPr/>
          </p:nvSpPr>
          <p:spPr bwMode="auto">
            <a:xfrm>
              <a:off x="11027" y="3723"/>
              <a:ext cx="429" cy="913"/>
            </a:xfrm>
            <a:custGeom>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solidFill>
              <a:schemeClr val="accent1"/>
            </a:solidFill>
            <a:ln w="9525">
              <a:noFill/>
              <a:round/>
            </a:ln>
          </p:spPr>
          <p:txBody>
            <a:bodyPr vert="horz" wrap="square" lIns="111664" tIns="55832" rIns="111664" bIns="55832" numCol="1" anchor="t" anchorCtr="0" compatLnSpc="1"/>
            <a:lstStyle/>
            <a:p>
              <a:pPr>
                <a:lnSpc>
                  <a:spcPct val="120000"/>
                </a:lnSpc>
              </a:pPr>
              <a:endParaRPr lang="en-US" sz="800">
                <a:latin typeface="字魂创中黑"/>
                <a:ea typeface="字魂创中黑"/>
                <a:cs typeface="+mn-ea"/>
                <a:sym typeface="Arial" panose="020b0604020202020204" pitchFamily="34" charset="0"/>
              </a:endParaRPr>
            </a:p>
          </p:txBody>
        </p:sp>
        <p:sp>
          <p:nvSpPr>
            <p:cNvPr id="230" name="图形"/>
            <p:cNvSpPr>
              <a:spLocks noChangeArrowheads="1"/>
            </p:cNvSpPr>
            <p:nvPr/>
          </p:nvSpPr>
          <p:spPr bwMode="auto">
            <a:xfrm>
              <a:off x="11154" y="3537"/>
              <a:ext cx="171" cy="175"/>
            </a:xfrm>
            <a:prstGeom prst="ellipse">
              <a:avLst/>
            </a:prstGeom>
            <a:solidFill>
              <a:schemeClr val="accent1"/>
            </a:solidFill>
            <a:ln w="9525">
              <a:noFill/>
              <a:round/>
            </a:ln>
          </p:spPr>
          <p:txBody>
            <a:bodyPr vert="horz" wrap="square" lIns="111664" tIns="55832" rIns="111664" bIns="55832" numCol="1" anchor="t" anchorCtr="0" compatLnSpc="1"/>
            <a:lstStyle/>
            <a:p>
              <a:pPr>
                <a:lnSpc>
                  <a:spcPct val="120000"/>
                </a:lnSpc>
              </a:pPr>
              <a:endParaRPr lang="en-US" sz="800">
                <a:latin typeface="字魂创中黑"/>
                <a:ea typeface="字魂创中黑"/>
                <a:cs typeface="+mn-ea"/>
                <a:sym typeface="Arial" panose="020b0604020202020204" pitchFamily="34" charset="0"/>
              </a:endParaRPr>
            </a:p>
          </p:txBody>
        </p:sp>
        <p:sp>
          <p:nvSpPr>
            <p:cNvPr id="227" name="图形"/>
            <p:cNvSpPr/>
            <p:nvPr/>
          </p:nvSpPr>
          <p:spPr bwMode="auto">
            <a:xfrm>
              <a:off x="11510" y="3723"/>
              <a:ext cx="429" cy="913"/>
            </a:xfrm>
            <a:custGeom>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solidFill>
              <a:schemeClr val="accent1"/>
            </a:solidFill>
            <a:ln w="9525">
              <a:noFill/>
              <a:round/>
            </a:ln>
          </p:spPr>
          <p:txBody>
            <a:bodyPr vert="horz" wrap="square" lIns="111664" tIns="55832" rIns="111664" bIns="55832" numCol="1" anchor="t" anchorCtr="0" compatLnSpc="1"/>
            <a:lstStyle/>
            <a:p>
              <a:pPr>
                <a:lnSpc>
                  <a:spcPct val="120000"/>
                </a:lnSpc>
              </a:pPr>
              <a:endParaRPr lang="en-US" sz="800">
                <a:latin typeface="字魂创中黑"/>
                <a:ea typeface="字魂创中黑"/>
                <a:cs typeface="+mn-ea"/>
                <a:sym typeface="Arial" panose="020b0604020202020204" pitchFamily="34" charset="0"/>
              </a:endParaRPr>
            </a:p>
          </p:txBody>
        </p:sp>
        <p:sp>
          <p:nvSpPr>
            <p:cNvPr id="228" name="图形"/>
            <p:cNvSpPr>
              <a:spLocks noChangeArrowheads="1"/>
            </p:cNvSpPr>
            <p:nvPr/>
          </p:nvSpPr>
          <p:spPr bwMode="auto">
            <a:xfrm>
              <a:off x="11637" y="3537"/>
              <a:ext cx="171" cy="175"/>
            </a:xfrm>
            <a:prstGeom prst="ellipse">
              <a:avLst/>
            </a:prstGeom>
            <a:solidFill>
              <a:schemeClr val="accent1"/>
            </a:solidFill>
            <a:ln w="9525">
              <a:noFill/>
              <a:round/>
            </a:ln>
          </p:spPr>
          <p:txBody>
            <a:bodyPr vert="horz" wrap="square" lIns="111664" tIns="55832" rIns="111664" bIns="55832" numCol="1" anchor="t" anchorCtr="0" compatLnSpc="1"/>
            <a:lstStyle/>
            <a:p>
              <a:pPr>
                <a:lnSpc>
                  <a:spcPct val="120000"/>
                </a:lnSpc>
              </a:pPr>
              <a:endParaRPr lang="en-US" sz="800">
                <a:latin typeface="字魂创中黑"/>
                <a:ea typeface="字魂创中黑"/>
                <a:cs typeface="+mn-ea"/>
                <a:sym typeface="Arial" panose="020b0604020202020204" pitchFamily="34" charset="0"/>
              </a:endParaRPr>
            </a:p>
          </p:txBody>
        </p:sp>
        <p:grpSp>
          <p:nvGrpSpPr>
            <p:cNvPr id="212" name="图形"/>
            <p:cNvGrpSpPr/>
            <p:nvPr/>
          </p:nvGrpSpPr>
          <p:grpSpPr>
            <a:xfrm>
              <a:off x="11992" y="3537"/>
              <a:ext cx="429" cy="1099"/>
              <a:chOff x="5054600" y="1652588"/>
              <a:chExt cx="187325" cy="479424"/>
            </a:xfrm>
            <a:solidFill>
              <a:schemeClr val="accent2"/>
            </a:solidFill>
          </p:grpSpPr>
          <p:sp>
            <p:nvSpPr>
              <p:cNvPr id="225" name="图形"/>
              <p:cNvSpPr/>
              <p:nvPr/>
            </p:nvSpPr>
            <p:spPr bwMode="auto">
              <a:xfrm>
                <a:off x="5054600" y="1733550"/>
                <a:ext cx="187325" cy="398462"/>
              </a:xfrm>
              <a:custGeom>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grpFill/>
              <a:ln w="9525">
                <a:noFill/>
                <a:round/>
              </a:ln>
            </p:spPr>
            <p:txBody>
              <a:bodyPr vert="horz" wrap="square" lIns="111664" tIns="55832" rIns="111664" bIns="55832" numCol="1" anchor="t" anchorCtr="0" compatLnSpc="1"/>
              <a:lstStyle/>
              <a:p>
                <a:pPr>
                  <a:lnSpc>
                    <a:spcPct val="120000"/>
                  </a:lnSpc>
                </a:pPr>
                <a:endParaRPr lang="en-US" sz="800">
                  <a:latin typeface="字魂创中黑"/>
                  <a:ea typeface="字魂创中黑"/>
                  <a:cs typeface="+mn-ea"/>
                  <a:sym typeface="Arial" panose="020b0604020202020204" pitchFamily="34" charset="0"/>
                </a:endParaRPr>
              </a:p>
            </p:txBody>
          </p:sp>
          <p:sp>
            <p:nvSpPr>
              <p:cNvPr id="226" name="图形"/>
              <p:cNvSpPr>
                <a:spLocks noChangeArrowheads="1"/>
              </p:cNvSpPr>
              <p:nvPr/>
            </p:nvSpPr>
            <p:spPr bwMode="auto">
              <a:xfrm>
                <a:off x="5110163" y="1652588"/>
                <a:ext cx="74613" cy="76200"/>
              </a:xfrm>
              <a:prstGeom prst="ellipse">
                <a:avLst/>
              </a:prstGeom>
              <a:grpFill/>
              <a:ln w="9525">
                <a:noFill/>
                <a:round/>
              </a:ln>
            </p:spPr>
            <p:txBody>
              <a:bodyPr vert="horz" wrap="square" lIns="111664" tIns="55832" rIns="111664" bIns="55832" numCol="1" anchor="t" anchorCtr="0" compatLnSpc="1"/>
              <a:lstStyle/>
              <a:p>
                <a:pPr>
                  <a:lnSpc>
                    <a:spcPct val="120000"/>
                  </a:lnSpc>
                </a:pPr>
                <a:endParaRPr lang="en-US" sz="800">
                  <a:latin typeface="字魂创中黑"/>
                  <a:ea typeface="字魂创中黑"/>
                  <a:cs typeface="+mn-ea"/>
                  <a:sym typeface="Arial" panose="020b0604020202020204" pitchFamily="34" charset="0"/>
                </a:endParaRPr>
              </a:p>
            </p:txBody>
          </p:sp>
        </p:grpSp>
        <p:grpSp>
          <p:nvGrpSpPr>
            <p:cNvPr id="213" name="图形"/>
            <p:cNvGrpSpPr/>
            <p:nvPr/>
          </p:nvGrpSpPr>
          <p:grpSpPr>
            <a:xfrm>
              <a:off x="12475" y="3537"/>
              <a:ext cx="429" cy="1099"/>
              <a:chOff x="5054600" y="1652588"/>
              <a:chExt cx="187325" cy="479424"/>
            </a:xfrm>
            <a:solidFill>
              <a:schemeClr val="accent2"/>
            </a:solidFill>
          </p:grpSpPr>
          <p:sp>
            <p:nvSpPr>
              <p:cNvPr id="223" name="图形"/>
              <p:cNvSpPr/>
              <p:nvPr/>
            </p:nvSpPr>
            <p:spPr bwMode="auto">
              <a:xfrm>
                <a:off x="5054600" y="1733550"/>
                <a:ext cx="187325" cy="398462"/>
              </a:xfrm>
              <a:custGeom>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grpFill/>
              <a:ln w="9525">
                <a:noFill/>
                <a:round/>
              </a:ln>
            </p:spPr>
            <p:txBody>
              <a:bodyPr vert="horz" wrap="square" lIns="111664" tIns="55832" rIns="111664" bIns="55832" numCol="1" anchor="t" anchorCtr="0" compatLnSpc="1"/>
              <a:lstStyle/>
              <a:p>
                <a:pPr>
                  <a:lnSpc>
                    <a:spcPct val="120000"/>
                  </a:lnSpc>
                </a:pPr>
                <a:endParaRPr lang="en-US" sz="800">
                  <a:latin typeface="字魂创中黑"/>
                  <a:ea typeface="字魂创中黑"/>
                  <a:cs typeface="+mn-ea"/>
                  <a:sym typeface="Arial" panose="020b0604020202020204" pitchFamily="34" charset="0"/>
                </a:endParaRPr>
              </a:p>
            </p:txBody>
          </p:sp>
          <p:sp>
            <p:nvSpPr>
              <p:cNvPr id="224" name="图形"/>
              <p:cNvSpPr>
                <a:spLocks noChangeArrowheads="1"/>
              </p:cNvSpPr>
              <p:nvPr/>
            </p:nvSpPr>
            <p:spPr bwMode="auto">
              <a:xfrm>
                <a:off x="5110163" y="1652588"/>
                <a:ext cx="74613" cy="76200"/>
              </a:xfrm>
              <a:prstGeom prst="ellipse">
                <a:avLst/>
              </a:prstGeom>
              <a:grpFill/>
              <a:ln w="9525">
                <a:noFill/>
                <a:round/>
              </a:ln>
            </p:spPr>
            <p:txBody>
              <a:bodyPr vert="horz" wrap="square" lIns="111664" tIns="55832" rIns="111664" bIns="55832" numCol="1" anchor="t" anchorCtr="0" compatLnSpc="1"/>
              <a:lstStyle/>
              <a:p>
                <a:pPr>
                  <a:lnSpc>
                    <a:spcPct val="120000"/>
                  </a:lnSpc>
                </a:pPr>
                <a:endParaRPr lang="en-US" sz="800">
                  <a:latin typeface="字魂创中黑"/>
                  <a:ea typeface="字魂创中黑"/>
                  <a:cs typeface="+mn-ea"/>
                  <a:sym typeface="Arial" panose="020b0604020202020204" pitchFamily="34" charset="0"/>
                </a:endParaRPr>
              </a:p>
            </p:txBody>
          </p:sp>
        </p:grpSp>
        <p:grpSp>
          <p:nvGrpSpPr>
            <p:cNvPr id="214" name="图形"/>
            <p:cNvGrpSpPr/>
            <p:nvPr/>
          </p:nvGrpSpPr>
          <p:grpSpPr>
            <a:xfrm>
              <a:off x="12957" y="3537"/>
              <a:ext cx="429" cy="1099"/>
              <a:chOff x="5054600" y="1652588"/>
              <a:chExt cx="187325" cy="479424"/>
            </a:xfrm>
            <a:solidFill>
              <a:schemeClr val="accent2"/>
            </a:solidFill>
          </p:grpSpPr>
          <p:sp>
            <p:nvSpPr>
              <p:cNvPr id="221" name="图形"/>
              <p:cNvSpPr/>
              <p:nvPr/>
            </p:nvSpPr>
            <p:spPr bwMode="auto">
              <a:xfrm>
                <a:off x="5054600" y="1733550"/>
                <a:ext cx="187325" cy="398462"/>
              </a:xfrm>
              <a:custGeom>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grpFill/>
              <a:ln w="9525">
                <a:noFill/>
                <a:round/>
              </a:ln>
            </p:spPr>
            <p:txBody>
              <a:bodyPr vert="horz" wrap="square" lIns="111664" tIns="55832" rIns="111664" bIns="55832" numCol="1" anchor="t" anchorCtr="0" compatLnSpc="1"/>
              <a:lstStyle/>
              <a:p>
                <a:pPr>
                  <a:lnSpc>
                    <a:spcPct val="120000"/>
                  </a:lnSpc>
                </a:pPr>
                <a:endParaRPr lang="en-US" sz="800">
                  <a:latin typeface="字魂创中黑"/>
                  <a:ea typeface="字魂创中黑"/>
                  <a:cs typeface="+mn-ea"/>
                  <a:sym typeface="Arial" panose="020b0604020202020204" pitchFamily="34" charset="0"/>
                </a:endParaRPr>
              </a:p>
            </p:txBody>
          </p:sp>
          <p:sp>
            <p:nvSpPr>
              <p:cNvPr id="222" name="图形"/>
              <p:cNvSpPr>
                <a:spLocks noChangeArrowheads="1"/>
              </p:cNvSpPr>
              <p:nvPr/>
            </p:nvSpPr>
            <p:spPr bwMode="auto">
              <a:xfrm>
                <a:off x="5110163" y="1652588"/>
                <a:ext cx="74613" cy="76200"/>
              </a:xfrm>
              <a:prstGeom prst="ellipse">
                <a:avLst/>
              </a:prstGeom>
              <a:grpFill/>
              <a:ln w="9525">
                <a:noFill/>
                <a:round/>
              </a:ln>
            </p:spPr>
            <p:txBody>
              <a:bodyPr vert="horz" wrap="square" lIns="111664" tIns="55832" rIns="111664" bIns="55832" numCol="1" anchor="t" anchorCtr="0" compatLnSpc="1"/>
              <a:lstStyle/>
              <a:p>
                <a:pPr>
                  <a:lnSpc>
                    <a:spcPct val="120000"/>
                  </a:lnSpc>
                </a:pPr>
                <a:endParaRPr lang="en-US" sz="800">
                  <a:latin typeface="字魂创中黑"/>
                  <a:ea typeface="字魂创中黑"/>
                  <a:cs typeface="+mn-ea"/>
                  <a:sym typeface="Arial" panose="020b0604020202020204" pitchFamily="34" charset="0"/>
                </a:endParaRPr>
              </a:p>
            </p:txBody>
          </p:sp>
        </p:grpSp>
        <p:grpSp>
          <p:nvGrpSpPr>
            <p:cNvPr id="215" name="图形"/>
            <p:cNvGrpSpPr/>
            <p:nvPr/>
          </p:nvGrpSpPr>
          <p:grpSpPr>
            <a:xfrm>
              <a:off x="13440" y="3537"/>
              <a:ext cx="429" cy="1099"/>
              <a:chOff x="5054600" y="1652588"/>
              <a:chExt cx="187325" cy="479424"/>
            </a:xfrm>
            <a:solidFill>
              <a:schemeClr val="accent2"/>
            </a:solidFill>
          </p:grpSpPr>
          <p:sp>
            <p:nvSpPr>
              <p:cNvPr id="219" name="图形"/>
              <p:cNvSpPr/>
              <p:nvPr/>
            </p:nvSpPr>
            <p:spPr bwMode="auto">
              <a:xfrm>
                <a:off x="5054600" y="1733550"/>
                <a:ext cx="187325" cy="398462"/>
              </a:xfrm>
              <a:custGeom>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grpFill/>
              <a:ln w="9525">
                <a:noFill/>
                <a:round/>
              </a:ln>
            </p:spPr>
            <p:txBody>
              <a:bodyPr vert="horz" wrap="square" lIns="111664" tIns="55832" rIns="111664" bIns="55832" numCol="1" anchor="t" anchorCtr="0" compatLnSpc="1"/>
              <a:lstStyle/>
              <a:p>
                <a:pPr>
                  <a:lnSpc>
                    <a:spcPct val="120000"/>
                  </a:lnSpc>
                </a:pPr>
                <a:endParaRPr lang="en-US" sz="800">
                  <a:latin typeface="字魂创中黑"/>
                  <a:ea typeface="字魂创中黑"/>
                  <a:cs typeface="+mn-ea"/>
                  <a:sym typeface="Arial" panose="020b0604020202020204" pitchFamily="34" charset="0"/>
                </a:endParaRPr>
              </a:p>
            </p:txBody>
          </p:sp>
          <p:sp>
            <p:nvSpPr>
              <p:cNvPr id="220" name="图形"/>
              <p:cNvSpPr>
                <a:spLocks noChangeArrowheads="1"/>
              </p:cNvSpPr>
              <p:nvPr/>
            </p:nvSpPr>
            <p:spPr bwMode="auto">
              <a:xfrm>
                <a:off x="5110163" y="1652588"/>
                <a:ext cx="74613" cy="76200"/>
              </a:xfrm>
              <a:prstGeom prst="ellipse">
                <a:avLst/>
              </a:prstGeom>
              <a:grpFill/>
              <a:ln w="9525">
                <a:noFill/>
                <a:round/>
              </a:ln>
            </p:spPr>
            <p:txBody>
              <a:bodyPr vert="horz" wrap="square" lIns="111664" tIns="55832" rIns="111664" bIns="55832" numCol="1" anchor="t" anchorCtr="0" compatLnSpc="1"/>
              <a:lstStyle/>
              <a:p>
                <a:pPr>
                  <a:lnSpc>
                    <a:spcPct val="120000"/>
                  </a:lnSpc>
                </a:pPr>
                <a:endParaRPr lang="en-US" sz="800">
                  <a:latin typeface="字魂创中黑"/>
                  <a:ea typeface="字魂创中黑"/>
                  <a:cs typeface="+mn-ea"/>
                  <a:sym typeface="Arial" panose="020b0604020202020204" pitchFamily="34" charset="0"/>
                </a:endParaRPr>
              </a:p>
            </p:txBody>
          </p:sp>
        </p:grpSp>
        <p:grpSp>
          <p:nvGrpSpPr>
            <p:cNvPr id="216" name="图形"/>
            <p:cNvGrpSpPr/>
            <p:nvPr/>
          </p:nvGrpSpPr>
          <p:grpSpPr>
            <a:xfrm>
              <a:off x="13923" y="3537"/>
              <a:ext cx="429" cy="1099"/>
              <a:chOff x="5054600" y="1652588"/>
              <a:chExt cx="187325" cy="479424"/>
            </a:xfrm>
            <a:solidFill>
              <a:schemeClr val="accent2"/>
            </a:solidFill>
          </p:grpSpPr>
          <p:sp>
            <p:nvSpPr>
              <p:cNvPr id="217" name="图形"/>
              <p:cNvSpPr/>
              <p:nvPr/>
            </p:nvSpPr>
            <p:spPr bwMode="auto">
              <a:xfrm>
                <a:off x="5054600" y="1733550"/>
                <a:ext cx="187325" cy="398462"/>
              </a:xfrm>
              <a:custGeom>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grpFill/>
              <a:ln w="9525">
                <a:noFill/>
                <a:round/>
              </a:ln>
            </p:spPr>
            <p:txBody>
              <a:bodyPr vert="horz" wrap="square" lIns="111664" tIns="55832" rIns="111664" bIns="55832" numCol="1" anchor="t" anchorCtr="0" compatLnSpc="1"/>
              <a:lstStyle/>
              <a:p>
                <a:pPr>
                  <a:lnSpc>
                    <a:spcPct val="120000"/>
                  </a:lnSpc>
                </a:pPr>
                <a:endParaRPr lang="en-US" sz="800">
                  <a:latin typeface="字魂创中黑"/>
                  <a:ea typeface="字魂创中黑"/>
                  <a:cs typeface="+mn-ea"/>
                  <a:sym typeface="Arial" panose="020b0604020202020204" pitchFamily="34" charset="0"/>
                </a:endParaRPr>
              </a:p>
            </p:txBody>
          </p:sp>
          <p:sp>
            <p:nvSpPr>
              <p:cNvPr id="218" name="图形"/>
              <p:cNvSpPr>
                <a:spLocks noChangeArrowheads="1"/>
              </p:cNvSpPr>
              <p:nvPr/>
            </p:nvSpPr>
            <p:spPr bwMode="auto">
              <a:xfrm>
                <a:off x="5110163" y="1652588"/>
                <a:ext cx="74613" cy="76200"/>
              </a:xfrm>
              <a:prstGeom prst="ellipse">
                <a:avLst/>
              </a:prstGeom>
              <a:grpFill/>
              <a:ln w="9525">
                <a:noFill/>
                <a:round/>
              </a:ln>
            </p:spPr>
            <p:txBody>
              <a:bodyPr vert="horz" wrap="square" lIns="111664" tIns="55832" rIns="111664" bIns="55832" numCol="1" anchor="t" anchorCtr="0" compatLnSpc="1"/>
              <a:lstStyle/>
              <a:p>
                <a:pPr>
                  <a:lnSpc>
                    <a:spcPct val="120000"/>
                  </a:lnSpc>
                </a:pPr>
                <a:endParaRPr lang="en-US" sz="800">
                  <a:latin typeface="字魂创中黑"/>
                  <a:ea typeface="字魂创中黑"/>
                  <a:cs typeface="+mn-ea"/>
                  <a:sym typeface="Arial" panose="020b0604020202020204" pitchFamily="34" charset="0"/>
                </a:endParaRPr>
              </a:p>
            </p:txBody>
          </p:sp>
        </p:grpSp>
        <p:sp>
          <p:nvSpPr>
            <p:cNvPr id="237" name="图形"/>
            <p:cNvSpPr txBox="1"/>
            <p:nvPr/>
          </p:nvSpPr>
          <p:spPr>
            <a:xfrm>
              <a:off x="3001" y="3865"/>
              <a:ext cx="5555" cy="680"/>
            </a:xfrm>
            <a:prstGeom prst="rect">
              <a:avLst/>
            </a:prstGeom>
            <a:noFill/>
          </p:spPr>
          <p:txBody>
            <a:bodyPr wrap="square" lIns="0" tIns="0" rIns="0" bIns="0" rtlCol="0">
              <a:normAutofit/>
            </a:bodyPr>
            <a:lstStyle/>
            <a:p>
              <a:pPr algn="l">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 Add your text here Add your text here</a:t>
              </a:r>
              <a:endParaRPr lang="zh-CN" altLang="en-US" sz="1200">
                <a:solidFill>
                  <a:schemeClr val="tx1">
                    <a:lumMod val="75000"/>
                    <a:lumOff val="25000"/>
                  </a:schemeClr>
                </a:solidFill>
                <a:latin typeface="字魂创中黑"/>
                <a:ea typeface="字魂创中黑"/>
                <a:cs typeface="+mn-ea"/>
                <a:sym typeface="+mn-ea"/>
              </a:endParaRPr>
            </a:p>
          </p:txBody>
        </p:sp>
        <p:sp>
          <p:nvSpPr>
            <p:cNvPr id="238" name="图形"/>
            <p:cNvSpPr txBox="1"/>
            <p:nvPr/>
          </p:nvSpPr>
          <p:spPr>
            <a:xfrm>
              <a:off x="1820" y="2953"/>
              <a:ext cx="4239" cy="552"/>
            </a:xfrm>
            <a:prstGeom prst="rect">
              <a:avLst/>
            </a:prstGeom>
            <a:noFill/>
          </p:spPr>
          <p:txBody>
            <a:bodyPr wrap="square" lIns="0" tIns="0" rIns="0" bIns="0" rtlCol="0" anchor="t">
              <a:normAutofit/>
            </a:bodyPr>
            <a:lstStyle/>
            <a:p>
              <a:pPr eaLnBrk="1" hangingPunct="1"/>
              <a:r>
                <a:rPr lang="en-US" altLang="en-US" sz="2300" b="1">
                  <a:solidFill>
                    <a:schemeClr val="tx1">
                      <a:lumMod val="75000"/>
                      <a:lumOff val="25000"/>
                    </a:schemeClr>
                  </a:solidFill>
                  <a:latin typeface="Source Han Sans SC"/>
                  <a:ea typeface="Source Han Sans SC"/>
                  <a:cs typeface="字魂创中黑" panose="00000500000000000000" charset="-122"/>
                  <a:sym typeface="+mn-ea"/>
                </a:rPr>
                <a:t>Default title text</a:t>
              </a:r>
              <a:endParaRPr lang="zh-CN" altLang="en-US" sz="3200" b="1">
                <a:solidFill>
                  <a:schemeClr val="tx1">
                    <a:lumMod val="75000"/>
                    <a:lumOff val="25000"/>
                  </a:schemeClr>
                </a:solidFill>
                <a:latin typeface="字魂创中黑"/>
                <a:ea typeface="字魂创中黑"/>
                <a:cs typeface="+mn-ea"/>
                <a:sym typeface="+mn-ea"/>
              </a:endParaRPr>
            </a:p>
          </p:txBody>
        </p:sp>
        <p:sp>
          <p:nvSpPr>
            <p:cNvPr id="239" name="图形"/>
            <p:cNvSpPr/>
            <p:nvPr/>
          </p:nvSpPr>
          <p:spPr>
            <a:xfrm>
              <a:off x="1839" y="3850"/>
              <a:ext cx="1103" cy="748"/>
            </a:xfrm>
            <a:prstGeom prst="rect">
              <a:avLst/>
            </a:prstGeom>
          </p:spPr>
          <p:txBody>
            <a:bodyPr wrap="none" lIns="0" tIns="0" rIns="0" bIns="0">
              <a:normAutofit fontScale="97500" lnSpcReduction="10000"/>
            </a:bodyPr>
            <a:lstStyle/>
            <a:p>
              <a:pPr>
                <a:lnSpc>
                  <a:spcPct val="120000"/>
                </a:lnSpc>
              </a:pPr>
              <a:r>
                <a:rPr lang="en-US" sz="2800">
                  <a:solidFill>
                    <a:schemeClr val="accent1"/>
                  </a:solidFill>
                  <a:latin typeface="Source Han Sans SC"/>
                  <a:ea typeface="Source Han Sans SC"/>
                  <a:cs typeface="+mn-ea"/>
                  <a:sym typeface="Arial" panose="020b0604020202020204" pitchFamily="34" charset="0"/>
                </a:rPr>
                <a:t>80%</a:t>
              </a:r>
              <a:endParaRPr lang="en-US" sz="2800">
                <a:solidFill>
                  <a:schemeClr val="accent1"/>
                </a:solidFill>
                <a:latin typeface="字魂创中黑"/>
                <a:ea typeface="字魂创中黑"/>
                <a:cs typeface="+mn-ea"/>
                <a:sym typeface="Arial" panose="020b0604020202020204" pitchFamily="34" charset="0"/>
              </a:endParaRPr>
            </a:p>
          </p:txBody>
        </p:sp>
        <p:sp>
          <p:nvSpPr>
            <p:cNvPr id="240" name="图形"/>
            <p:cNvSpPr txBox="1"/>
            <p:nvPr/>
          </p:nvSpPr>
          <p:spPr>
            <a:xfrm>
              <a:off x="1839" y="4720"/>
              <a:ext cx="6717" cy="334"/>
            </a:xfrm>
            <a:prstGeom prst="rect">
              <a:avLst/>
            </a:prstGeom>
            <a:noFill/>
          </p:spPr>
          <p:txBody>
            <a:bodyPr wrap="square" lIns="0" tIns="0" rIns="0" bIns="0" rtlCol="0">
              <a:normAutofit/>
            </a:bodyPr>
            <a:lstStyle/>
            <a:p>
              <a:pPr algn="l">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 add your text here</a:t>
              </a:r>
              <a:endParaRPr lang="zh-CN" altLang="en-US" sz="1200">
                <a:solidFill>
                  <a:schemeClr val="tx1">
                    <a:lumMod val="75000"/>
                    <a:lumOff val="25000"/>
                  </a:schemeClr>
                </a:solidFill>
                <a:latin typeface="字魂创中黑"/>
                <a:ea typeface="字魂创中黑"/>
                <a:cs typeface="+mn-ea"/>
                <a:sym typeface="+mn-ea"/>
              </a:endParaRPr>
            </a:p>
          </p:txBody>
        </p:sp>
        <p:sp>
          <p:nvSpPr>
            <p:cNvPr id="8" name="图形"/>
            <p:cNvSpPr/>
            <p:nvPr/>
          </p:nvSpPr>
          <p:spPr>
            <a:xfrm>
              <a:off x="1679" y="6916"/>
              <a:ext cx="6527" cy="1655"/>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创中黑" panose="00000500000000000000" charset="-122"/>
              </a:endParaRPr>
            </a:p>
          </p:txBody>
        </p:sp>
        <p:sp>
          <p:nvSpPr>
            <p:cNvPr id="29" name="图形"/>
            <p:cNvSpPr txBox="1"/>
            <p:nvPr/>
          </p:nvSpPr>
          <p:spPr>
            <a:xfrm>
              <a:off x="2707" y="7228"/>
              <a:ext cx="5467" cy="916"/>
            </a:xfrm>
            <a:prstGeom prst="rect">
              <a:avLst/>
            </a:prstGeom>
            <a:noFill/>
            <a:ln>
              <a:noFill/>
            </a:ln>
          </p:spPr>
          <p:txBody>
            <a:bodyPr wrap="square" lIns="91440" tIns="45720" rIns="91440" bIns="45720" anchor="t" anchorCtr="0">
              <a:normAutofit/>
            </a:bodyPr>
            <a:lstStyle/>
            <a:p>
              <a:pPr algn="l">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 Add your text here Add your text here</a:t>
              </a:r>
              <a:endParaRPr lang="zh-CN" altLang="en-US" sz="1200" b="1">
                <a:solidFill>
                  <a:schemeClr val="tx1">
                    <a:lumMod val="75000"/>
                    <a:lumOff val="25000"/>
                  </a:schemeClr>
                </a:solidFill>
                <a:latin typeface="字魂创中黑"/>
                <a:ea typeface="字魂创中黑"/>
                <a:cs typeface="字魂创中黑" panose="00000500000000000000" charset="-122"/>
                <a:sym typeface="+mn-ea"/>
              </a:endParaRPr>
            </a:p>
          </p:txBody>
        </p:sp>
        <p:sp>
          <p:nvSpPr>
            <p:cNvPr id="9" name="图形"/>
            <p:cNvSpPr/>
            <p:nvPr/>
          </p:nvSpPr>
          <p:spPr>
            <a:xfrm>
              <a:off x="9175" y="6916"/>
              <a:ext cx="6527" cy="1655"/>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创中黑" panose="00000500000000000000" charset="-122"/>
              </a:endParaRPr>
            </a:p>
          </p:txBody>
        </p:sp>
        <p:sp>
          <p:nvSpPr>
            <p:cNvPr id="10" name="图形"/>
            <p:cNvSpPr txBox="1"/>
            <p:nvPr/>
          </p:nvSpPr>
          <p:spPr>
            <a:xfrm>
              <a:off x="10203" y="7228"/>
              <a:ext cx="5467" cy="916"/>
            </a:xfrm>
            <a:prstGeom prst="rect">
              <a:avLst/>
            </a:prstGeom>
            <a:noFill/>
            <a:ln>
              <a:noFill/>
            </a:ln>
          </p:spPr>
          <p:txBody>
            <a:bodyPr wrap="square" lIns="91440" tIns="45720" rIns="91440" bIns="45720" anchor="t" anchorCtr="0">
              <a:normAutofit/>
            </a:bodyPr>
            <a:lstStyle/>
            <a:p>
              <a:pPr algn="l">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 Add your text here Add your text here</a:t>
              </a:r>
              <a:endParaRPr lang="zh-CN" altLang="en-US" sz="1200" b="1">
                <a:solidFill>
                  <a:schemeClr val="tx1">
                    <a:lumMod val="75000"/>
                    <a:lumOff val="25000"/>
                  </a:schemeClr>
                </a:solidFill>
                <a:latin typeface="字魂创中黑"/>
                <a:ea typeface="字魂创中黑"/>
                <a:cs typeface="字魂创中黑" panose="00000500000000000000" charset="-122"/>
                <a:sym typeface="+mn-ea"/>
              </a:endParaRPr>
            </a:p>
          </p:txBody>
        </p:sp>
        <p:sp>
          <p:nvSpPr>
            <p:cNvPr id="17" name="图形"/>
            <p:cNvSpPr>
              <a:spLocks noChangeArrowheads="1"/>
            </p:cNvSpPr>
            <p:nvPr/>
          </p:nvSpPr>
          <p:spPr bwMode="auto">
            <a:xfrm>
              <a:off x="9718" y="7130"/>
              <a:ext cx="156" cy="156"/>
            </a:xfrm>
            <a:prstGeom prst="ellipse">
              <a:avLst/>
            </a:prstGeom>
            <a:solidFill>
              <a:schemeClr val="accent3"/>
            </a:solidFill>
            <a:ln w="9525">
              <a:noFill/>
              <a:round/>
            </a:ln>
          </p:spPr>
          <p:txBody>
            <a:bodyPr vert="horz" wrap="square" lIns="111664" tIns="55832" rIns="111664" bIns="55832" numCol="1" anchor="t" anchorCtr="0" compatLnSpc="1"/>
            <a:lstStyle/>
            <a:p>
              <a:pPr>
                <a:lnSpc>
                  <a:spcPct val="120000"/>
                </a:lnSpc>
              </a:pPr>
              <a:endParaRPr lang="en-US" sz="800">
                <a:solidFill>
                  <a:schemeClr val="accent3">
                    <a:lumMod val="60000"/>
                    <a:lumOff val="40000"/>
                  </a:schemeClr>
                </a:solidFill>
                <a:latin typeface="字魂创中黑"/>
                <a:ea typeface="字魂创中黑"/>
                <a:cs typeface="+mn-ea"/>
                <a:sym typeface="Arial" panose="020b0604020202020204" pitchFamily="34" charset="0"/>
              </a:endParaRPr>
            </a:p>
          </p:txBody>
        </p:sp>
        <p:sp>
          <p:nvSpPr>
            <p:cNvPr id="18" name="图形"/>
            <p:cNvSpPr/>
            <p:nvPr/>
          </p:nvSpPr>
          <p:spPr bwMode="auto">
            <a:xfrm>
              <a:off x="9552" y="7319"/>
              <a:ext cx="484" cy="849"/>
            </a:xfrm>
            <a:custGeom>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chemeClr val="accent3"/>
            </a:solidFill>
            <a:ln w="9525">
              <a:noFill/>
              <a:round/>
            </a:ln>
          </p:spPr>
          <p:txBody>
            <a:bodyPr vert="horz" wrap="square" lIns="111664" tIns="55832" rIns="111664" bIns="55832" numCol="1" anchor="t" anchorCtr="0" compatLnSpc="1"/>
            <a:lstStyle/>
            <a:p>
              <a:pPr>
                <a:lnSpc>
                  <a:spcPct val="120000"/>
                </a:lnSpc>
              </a:pPr>
              <a:endParaRPr lang="en-US" sz="800">
                <a:solidFill>
                  <a:schemeClr val="accent3">
                    <a:lumMod val="60000"/>
                    <a:lumOff val="40000"/>
                  </a:schemeClr>
                </a:solidFill>
                <a:latin typeface="字魂创中黑"/>
                <a:ea typeface="字魂创中黑"/>
                <a:cs typeface="+mn-ea"/>
                <a:sym typeface="Arial" panose="020b0604020202020204" pitchFamily="34" charset="0"/>
              </a:endParaRPr>
            </a:p>
          </p:txBody>
        </p:sp>
        <p:sp>
          <p:nvSpPr>
            <p:cNvPr id="19" name="图形"/>
            <p:cNvSpPr/>
            <p:nvPr/>
          </p:nvSpPr>
          <p:spPr bwMode="auto">
            <a:xfrm>
              <a:off x="2176" y="7319"/>
              <a:ext cx="429" cy="913"/>
            </a:xfrm>
            <a:custGeom>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solidFill>
              <a:schemeClr val="accent1"/>
            </a:solidFill>
            <a:ln w="9525">
              <a:noFill/>
              <a:round/>
            </a:ln>
          </p:spPr>
          <p:txBody>
            <a:bodyPr vert="horz" wrap="square" lIns="111664" tIns="55832" rIns="111664" bIns="55832" numCol="1" anchor="t" anchorCtr="0" compatLnSpc="1"/>
            <a:lstStyle/>
            <a:p>
              <a:pPr>
                <a:lnSpc>
                  <a:spcPct val="120000"/>
                </a:lnSpc>
              </a:pPr>
              <a:endParaRPr lang="en-US" sz="800">
                <a:latin typeface="字魂创中黑"/>
                <a:ea typeface="字魂创中黑"/>
                <a:cs typeface="+mn-ea"/>
                <a:sym typeface="Arial" panose="020b0604020202020204" pitchFamily="34" charset="0"/>
              </a:endParaRPr>
            </a:p>
          </p:txBody>
        </p:sp>
        <p:sp>
          <p:nvSpPr>
            <p:cNvPr id="31" name="图形"/>
            <p:cNvSpPr>
              <a:spLocks noChangeArrowheads="1"/>
            </p:cNvSpPr>
            <p:nvPr/>
          </p:nvSpPr>
          <p:spPr bwMode="auto">
            <a:xfrm>
              <a:off x="2303" y="7133"/>
              <a:ext cx="171" cy="175"/>
            </a:xfrm>
            <a:prstGeom prst="ellipse">
              <a:avLst/>
            </a:prstGeom>
            <a:solidFill>
              <a:schemeClr val="accent1"/>
            </a:solidFill>
            <a:ln w="9525">
              <a:noFill/>
              <a:round/>
            </a:ln>
          </p:spPr>
          <p:txBody>
            <a:bodyPr vert="horz" wrap="square" lIns="111664" tIns="55832" rIns="111664" bIns="55832" numCol="1" anchor="t" anchorCtr="0" compatLnSpc="1"/>
            <a:lstStyle/>
            <a:p>
              <a:pPr>
                <a:lnSpc>
                  <a:spcPct val="120000"/>
                </a:lnSpc>
              </a:pPr>
              <a:endParaRPr lang="en-US" sz="800">
                <a:latin typeface="字魂创中黑"/>
                <a:ea typeface="字魂创中黑"/>
                <a:cs typeface="+mn-ea"/>
                <a:sym typeface="Arial" panose="020b0604020202020204" pitchFamily="34" charset="0"/>
              </a:endParaRPr>
            </a:p>
          </p:txBody>
        </p:sp>
      </p:grpSp>
    </p:spTree>
    <p:custDataLst>
      <p:tags r:id="rId2"/>
    </p:custDataLst>
  </p:cSld>
  <p:clrMapOvr>
    <a:masterClrMapping/>
  </p:clrMapOvr>
  <p:transition advTm="2000">
    <p:comb/>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1" presetClass="entr" presetSubtype="2" fill="hold" nodeType="afterEffect">
                                  <p:stCondLst>
                                    <p:cond delay="0"/>
                                  </p:stCondLst>
                                  <p:childTnLst>
                                    <p:set>
                                      <p:cBhvr>
                                        <p:cTn id="6" dur="500" fill="hold">
                                          <p:stCondLst>
                                            <p:cond delay="0"/>
                                          </p:stCondLst>
                                        </p:cTn>
                                        <p:tgtEl>
                                          <p:spTgt spid="2"/>
                                        </p:tgtEl>
                                        <p:attrNameLst>
                                          <p:attrName>style.visibility</p:attrName>
                                        </p:attrNameLst>
                                      </p:cBhvr>
                                      <p:to>
                                        <p:strVal val="visible"/>
                                      </p:to>
                                    </p:set>
                                    <p:animEffect transition="in" filter="wheel(2)">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grpSp>
        <p:nvGrpSpPr>
          <p:cNvPr id="7" name="图形"/>
          <p:cNvGrpSpPr/>
          <p:nvPr/>
        </p:nvGrpSpPr>
        <p:grpSpPr>
          <a:xfrm>
            <a:off x="673735" y="810260"/>
            <a:ext cx="3173730" cy="528955"/>
            <a:chOff x="1061" y="1276"/>
            <a:chExt cx="4998" cy="833"/>
          </a:xfrm>
        </p:grpSpPr>
        <p:sp>
          <p:nvSpPr>
            <p:cNvPr id="3" name="图形"/>
            <p:cNvSpPr/>
            <p:nvPr/>
          </p:nvSpPr>
          <p:spPr>
            <a:xfrm rot="3300000">
              <a:off x="1061" y="1276"/>
              <a:ext cx="793" cy="793"/>
            </a:xfrm>
            <a:prstGeom prst="roundRect">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Normal" panose="020b0400000000000000" charset="-122"/>
                <a:ea typeface="思源黑体 CN Normal" panose="020b0400000000000000" charset="-122"/>
                <a:cs typeface="字魂创中黑" panose="00000500000000000000" charset="-122"/>
              </a:endParaRPr>
            </a:p>
          </p:txBody>
        </p:sp>
        <p:sp>
          <p:nvSpPr>
            <p:cNvPr id="5" name="图形"/>
            <p:cNvSpPr/>
            <p:nvPr/>
          </p:nvSpPr>
          <p:spPr>
            <a:xfrm rot="3300000">
              <a:off x="1341" y="1316"/>
              <a:ext cx="793" cy="793"/>
            </a:xfrm>
            <a:prstGeom prst="roundRect">
              <a:avLst/>
            </a:prstGeom>
            <a:solidFill>
              <a:schemeClr val="accent1"/>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Normal" panose="020b0400000000000000" charset="-122"/>
                <a:ea typeface="思源黑体 CN Normal" panose="020b0400000000000000" charset="-122"/>
                <a:cs typeface="字魂创中黑" panose="00000500000000000000" charset="-122"/>
              </a:endParaRPr>
            </a:p>
          </p:txBody>
        </p:sp>
        <p:sp>
          <p:nvSpPr>
            <p:cNvPr id="23" name="图形"/>
            <p:cNvSpPr txBox="1"/>
            <p:nvPr/>
          </p:nvSpPr>
          <p:spPr>
            <a:xfrm>
              <a:off x="2183" y="1301"/>
              <a:ext cx="3876" cy="528"/>
            </a:xfrm>
            <a:prstGeom prst="rect">
              <a:avLst/>
            </a:prstGeom>
            <a:noFill/>
          </p:spPr>
          <p:txBody>
            <a:bodyPr wrap="square" rtlCol="0">
              <a:normAutofit/>
            </a:bodyPr>
            <a:lstStyle/>
            <a:p>
              <a:pPr algn="l"/>
              <a:r>
                <a:rPr lang="en-US" altLang="en-US" sz="1600">
                  <a:solidFill>
                    <a:schemeClr val="tx1"/>
                  </a:solidFill>
                  <a:latin typeface="Source Han Sans SC"/>
                  <a:ea typeface="Source Han Sans SC"/>
                  <a:cs typeface="字魂创中黑" panose="00000500000000000000" charset="-122"/>
                  <a:sym typeface="+mn-ea"/>
                </a:rPr>
                <a:t>Internship Description</a:t>
              </a:r>
              <a:endParaRPr lang="zh-CN" altLang="en-US" sz="2800">
                <a:solidFill>
                  <a:schemeClr val="tx1"/>
                </a:solidFill>
                <a:latin typeface="字魂创粗黑" panose="00000500000000000000" charset="-122"/>
                <a:ea typeface="字魂创粗黑" panose="00000500000000000000" charset="-122"/>
                <a:cs typeface="字魂创中黑" panose="00000500000000000000" charset="-122"/>
                <a:sym typeface="+mn-ea"/>
              </a:endParaRPr>
            </a:p>
          </p:txBody>
        </p:sp>
        <p:sp>
          <p:nvSpPr>
            <p:cNvPr id="4" name="图形"/>
            <p:cNvSpPr txBox="1"/>
            <p:nvPr/>
          </p:nvSpPr>
          <p:spPr>
            <a:xfrm>
              <a:off x="1251" y="1293"/>
              <a:ext cx="932" cy="725"/>
            </a:xfrm>
            <a:prstGeom prst="rect">
              <a:avLst/>
            </a:prstGeom>
            <a:noFill/>
          </p:spPr>
          <p:txBody>
            <a:bodyPr wrap="square" rtlCol="0">
              <a:normAutofit/>
            </a:bodyPr>
            <a:lstStyle/>
            <a:p>
              <a:pPr algn="ctr"/>
              <a:r>
                <a:rPr lang="en-US" altLang="zh-CN" sz="2400">
                  <a:solidFill>
                    <a:schemeClr val="bg1"/>
                  </a:solidFill>
                  <a:latin typeface="Source Han Sans SC"/>
                  <a:ea typeface="Source Han Sans SC"/>
                  <a:cs typeface="字魂创中黑" panose="00000500000000000000" charset="-122"/>
                </a:rPr>
                <a:t>01</a:t>
              </a:r>
              <a:endParaRPr lang="en-US" altLang="zh-CN" sz="2400">
                <a:solidFill>
                  <a:schemeClr val="bg1"/>
                </a:solidFill>
                <a:latin typeface="字魂创粗黑" panose="00000500000000000000" charset="-122"/>
                <a:ea typeface="字魂创粗黑" panose="00000500000000000000" charset="-122"/>
                <a:cs typeface="字魂创中黑" panose="00000500000000000000" charset="-122"/>
              </a:endParaRPr>
            </a:p>
          </p:txBody>
        </p:sp>
      </p:grpSp>
      <p:grpSp>
        <p:nvGrpSpPr>
          <p:cNvPr id="18" name="组合 17"/>
          <p:cNvGrpSpPr/>
          <p:nvPr/>
        </p:nvGrpSpPr>
        <p:grpSpPr>
          <a:xfrm>
            <a:off x="1276350" y="1833880"/>
            <a:ext cx="9818370" cy="3562350"/>
            <a:chOff x="2010" y="2888"/>
            <a:chExt cx="15462" cy="5610"/>
          </a:xfrm>
        </p:grpSpPr>
        <p:sp>
          <p:nvSpPr>
            <p:cNvPr id="11" name="图形"/>
            <p:cNvSpPr/>
            <p:nvPr/>
          </p:nvSpPr>
          <p:spPr>
            <a:xfrm>
              <a:off x="7369" y="3467"/>
              <a:ext cx="4462" cy="4583"/>
            </a:xfrm>
            <a:prstGeom prst="roundRect">
              <a:avLst/>
            </a:prstGeom>
            <a:ln w="12700">
              <a:solidFill>
                <a:schemeClr val="bg2">
                  <a:lumMod val="85000"/>
                </a:schemeClr>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cs typeface="字魂创中黑" panose="00000500000000000000" charset="-122"/>
              </a:endParaRPr>
            </a:p>
          </p:txBody>
        </p:sp>
        <p:cxnSp>
          <p:nvCxnSpPr>
            <p:cNvPr id="12" name="图形"/>
            <p:cNvCxnSpPr>
              <a:endCxn id="27" idx="3"/>
            </p:cNvCxnSpPr>
            <p:nvPr/>
          </p:nvCxnSpPr>
          <p:spPr>
            <a:xfrm flipV="1">
              <a:off x="8027" y="3901"/>
              <a:ext cx="1135" cy="1120"/>
            </a:xfrm>
            <a:prstGeom prst="straightConnector1">
              <a:avLst/>
            </a:prstGeom>
            <a:solidFill>
              <a:schemeClr val="bg1"/>
            </a:solidFill>
            <a:ln cap="rnd">
              <a:solidFill>
                <a:schemeClr val="bg2">
                  <a:lumMod val="85000"/>
                </a:schemeClr>
              </a:solidFill>
              <a:tailEnd type="arrow" w="lg" len="lg"/>
            </a:ln>
          </p:spPr>
          <p:style>
            <a:lnRef idx="2">
              <a:schemeClr val="accent1">
                <a:shade val="50000"/>
              </a:schemeClr>
            </a:lnRef>
            <a:fillRef idx="1">
              <a:schemeClr val="accent1"/>
            </a:fillRef>
            <a:effectRef idx="0">
              <a:schemeClr val="accent1"/>
            </a:effectRef>
            <a:fontRef idx="minor">
              <a:schemeClr val="lt1"/>
            </a:fontRef>
          </p:style>
        </p:cxnSp>
        <p:cxnSp>
          <p:nvCxnSpPr>
            <p:cNvPr id="13" name="图形"/>
            <p:cNvCxnSpPr/>
            <p:nvPr/>
          </p:nvCxnSpPr>
          <p:spPr>
            <a:xfrm flipH="1" flipV="1">
              <a:off x="7923" y="6293"/>
              <a:ext cx="1135" cy="1120"/>
            </a:xfrm>
            <a:prstGeom prst="straightConnector1">
              <a:avLst/>
            </a:prstGeom>
            <a:solidFill>
              <a:schemeClr val="bg1"/>
            </a:solidFill>
            <a:ln cap="rnd">
              <a:solidFill>
                <a:schemeClr val="bg2">
                  <a:lumMod val="85000"/>
                </a:schemeClr>
              </a:solidFill>
              <a:tailEnd type="arrow" w="lg" len="lg"/>
            </a:ln>
          </p:spPr>
          <p:style>
            <a:lnRef idx="2">
              <a:schemeClr val="accent1">
                <a:shade val="50000"/>
              </a:schemeClr>
            </a:lnRef>
            <a:fillRef idx="1">
              <a:schemeClr val="accent1"/>
            </a:fillRef>
            <a:effectRef idx="0">
              <a:schemeClr val="accent1"/>
            </a:effectRef>
            <a:fontRef idx="minor">
              <a:schemeClr val="lt1"/>
            </a:fontRef>
          </p:style>
        </p:cxnSp>
        <p:cxnSp>
          <p:nvCxnSpPr>
            <p:cNvPr id="14" name="图形"/>
            <p:cNvCxnSpPr/>
            <p:nvPr/>
          </p:nvCxnSpPr>
          <p:spPr>
            <a:xfrm flipH="1">
              <a:off x="10140" y="6293"/>
              <a:ext cx="1135" cy="1120"/>
            </a:xfrm>
            <a:prstGeom prst="straightConnector1">
              <a:avLst/>
            </a:prstGeom>
            <a:solidFill>
              <a:schemeClr val="bg1"/>
            </a:solidFill>
            <a:ln cap="rnd">
              <a:solidFill>
                <a:schemeClr val="bg2">
                  <a:lumMod val="85000"/>
                </a:schemeClr>
              </a:solidFill>
              <a:prstDash val="sysDash"/>
              <a:tailEnd type="arrow" w="lg" len="lg"/>
            </a:ln>
          </p:spPr>
          <p:style>
            <a:lnRef idx="2">
              <a:schemeClr val="accent1">
                <a:shade val="50000"/>
              </a:schemeClr>
            </a:lnRef>
            <a:fillRef idx="1">
              <a:schemeClr val="accent1"/>
            </a:fillRef>
            <a:effectRef idx="0">
              <a:schemeClr val="accent1"/>
            </a:effectRef>
            <a:fontRef idx="minor">
              <a:schemeClr val="lt1"/>
            </a:fontRef>
          </p:style>
        </p:cxnSp>
        <p:cxnSp>
          <p:nvCxnSpPr>
            <p:cNvPr id="15" name="图形"/>
            <p:cNvCxnSpPr/>
            <p:nvPr/>
          </p:nvCxnSpPr>
          <p:spPr>
            <a:xfrm>
              <a:off x="10140" y="4088"/>
              <a:ext cx="1135" cy="1120"/>
            </a:xfrm>
            <a:prstGeom prst="straightConnector1">
              <a:avLst/>
            </a:prstGeom>
            <a:solidFill>
              <a:schemeClr val="bg1"/>
            </a:solidFill>
            <a:ln cap="rnd">
              <a:solidFill>
                <a:schemeClr val="bg2">
                  <a:lumMod val="85000"/>
                </a:schemeClr>
              </a:solidFill>
              <a:tailEnd type="arrow" w="lg" len="lg"/>
            </a:ln>
          </p:spPr>
          <p:style>
            <a:lnRef idx="2">
              <a:schemeClr val="accent1">
                <a:shade val="50000"/>
              </a:schemeClr>
            </a:lnRef>
            <a:fillRef idx="1">
              <a:schemeClr val="accent1"/>
            </a:fillRef>
            <a:effectRef idx="0">
              <a:schemeClr val="accent1"/>
            </a:effectRef>
            <a:fontRef idx="minor">
              <a:schemeClr val="lt1"/>
            </a:fontRef>
          </p:style>
        </p:cxnSp>
        <p:sp>
          <p:nvSpPr>
            <p:cNvPr id="27" name="图形"/>
            <p:cNvSpPr/>
            <p:nvPr/>
          </p:nvSpPr>
          <p:spPr>
            <a:xfrm>
              <a:off x="8988" y="2888"/>
              <a:ext cx="1187" cy="11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cs typeface="字魂创中黑" panose="00000500000000000000" charset="-122"/>
              </a:endParaRPr>
            </a:p>
          </p:txBody>
        </p:sp>
        <p:sp>
          <p:nvSpPr>
            <p:cNvPr id="28" name="图形"/>
            <p:cNvSpPr>
              <a:spLocks noEditPoints="1"/>
            </p:cNvSpPr>
            <p:nvPr/>
          </p:nvSpPr>
          <p:spPr bwMode="auto">
            <a:xfrm>
              <a:off x="9232" y="3198"/>
              <a:ext cx="569" cy="568"/>
            </a:xfrm>
            <a:custGeom>
              <a:gdLst>
                <a:gd name="T0" fmla="*/ 653 w 1173"/>
                <a:gd name="T1" fmla="*/ 859 h 1170"/>
                <a:gd name="T2" fmla="*/ 698 w 1173"/>
                <a:gd name="T3" fmla="*/ 811 h 1170"/>
                <a:gd name="T4" fmla="*/ 811 w 1173"/>
                <a:gd name="T5" fmla="*/ 693 h 1170"/>
                <a:gd name="T6" fmla="*/ 930 w 1173"/>
                <a:gd name="T7" fmla="*/ 475 h 1170"/>
                <a:gd name="T8" fmla="*/ 906 w 1173"/>
                <a:gd name="T9" fmla="*/ 293 h 1170"/>
                <a:gd name="T10" fmla="*/ 794 w 1173"/>
                <a:gd name="T11" fmla="*/ 151 h 1170"/>
                <a:gd name="T12" fmla="*/ 622 w 1173"/>
                <a:gd name="T13" fmla="*/ 85 h 1170"/>
                <a:gd name="T14" fmla="*/ 452 w 1173"/>
                <a:gd name="T15" fmla="*/ 110 h 1170"/>
                <a:gd name="T16" fmla="*/ 309 w 1173"/>
                <a:gd name="T17" fmla="*/ 222 h 1170"/>
                <a:gd name="T18" fmla="*/ 242 w 1173"/>
                <a:gd name="T19" fmla="*/ 393 h 1170"/>
                <a:gd name="T20" fmla="*/ 289 w 1173"/>
                <a:gd name="T21" fmla="*/ 605 h 1170"/>
                <a:gd name="T22" fmla="*/ 444 w 1173"/>
                <a:gd name="T23" fmla="*/ 750 h 1170"/>
                <a:gd name="T24" fmla="*/ 660 w 1173"/>
                <a:gd name="T25" fmla="*/ 1142 h 1170"/>
                <a:gd name="T26" fmla="*/ 535 w 1173"/>
                <a:gd name="T27" fmla="*/ 1162 h 1170"/>
                <a:gd name="T28" fmla="*/ 449 w 1173"/>
                <a:gd name="T29" fmla="*/ 1117 h 1170"/>
                <a:gd name="T30" fmla="*/ 396 w 1173"/>
                <a:gd name="T31" fmla="*/ 1046 h 1170"/>
                <a:gd name="T32" fmla="*/ 310 w 1173"/>
                <a:gd name="T33" fmla="*/ 756 h 1170"/>
                <a:gd name="T34" fmla="*/ 162 w 1173"/>
                <a:gd name="T35" fmla="*/ 486 h 1170"/>
                <a:gd name="T36" fmla="*/ 192 w 1173"/>
                <a:gd name="T37" fmla="*/ 262 h 1170"/>
                <a:gd name="T38" fmla="*/ 331 w 1173"/>
                <a:gd name="T39" fmla="*/ 86 h 1170"/>
                <a:gd name="T40" fmla="*/ 543 w 1173"/>
                <a:gd name="T41" fmla="*/ 3 h 1170"/>
                <a:gd name="T42" fmla="*/ 753 w 1173"/>
                <a:gd name="T43" fmla="*/ 34 h 1170"/>
                <a:gd name="T44" fmla="*/ 930 w 1173"/>
                <a:gd name="T45" fmla="*/ 173 h 1170"/>
                <a:gd name="T46" fmla="*/ 1013 w 1173"/>
                <a:gd name="T47" fmla="*/ 385 h 1170"/>
                <a:gd name="T48" fmla="*/ 955 w 1173"/>
                <a:gd name="T49" fmla="*/ 647 h 1170"/>
                <a:gd name="T50" fmla="*/ 782 w 1173"/>
                <a:gd name="T51" fmla="*/ 815 h 1170"/>
                <a:gd name="T52" fmla="*/ 759 w 1173"/>
                <a:gd name="T53" fmla="*/ 1092 h 1170"/>
                <a:gd name="T54" fmla="*/ 668 w 1173"/>
                <a:gd name="T55" fmla="*/ 1124 h 1170"/>
                <a:gd name="T56" fmla="*/ 995 w 1173"/>
                <a:gd name="T57" fmla="*/ 660 h 1170"/>
                <a:gd name="T58" fmla="*/ 1090 w 1173"/>
                <a:gd name="T59" fmla="*/ 684 h 1170"/>
                <a:gd name="T60" fmla="*/ 1083 w 1173"/>
                <a:gd name="T61" fmla="*/ 728 h 1170"/>
                <a:gd name="T62" fmla="*/ 1021 w 1173"/>
                <a:gd name="T63" fmla="*/ 202 h 1170"/>
                <a:gd name="T64" fmla="*/ 992 w 1173"/>
                <a:gd name="T65" fmla="*/ 168 h 1170"/>
                <a:gd name="T66" fmla="*/ 1083 w 1173"/>
                <a:gd name="T67" fmla="*/ 120 h 1170"/>
                <a:gd name="T68" fmla="*/ 1090 w 1173"/>
                <a:gd name="T69" fmla="*/ 166 h 1170"/>
                <a:gd name="T70" fmla="*/ 1060 w 1173"/>
                <a:gd name="T71" fmla="*/ 435 h 1170"/>
                <a:gd name="T72" fmla="*/ 1085 w 1173"/>
                <a:gd name="T73" fmla="*/ 397 h 1170"/>
                <a:gd name="T74" fmla="*/ 1173 w 1173"/>
                <a:gd name="T75" fmla="*/ 425 h 1170"/>
                <a:gd name="T76" fmla="*/ 169 w 1173"/>
                <a:gd name="T77" fmla="*/ 152 h 1170"/>
                <a:gd name="T78" fmla="*/ 176 w 1173"/>
                <a:gd name="T79" fmla="*/ 193 h 1170"/>
                <a:gd name="T80" fmla="*/ 81 w 1173"/>
                <a:gd name="T81" fmla="*/ 161 h 1170"/>
                <a:gd name="T82" fmla="*/ 96 w 1173"/>
                <a:gd name="T83" fmla="*/ 119 h 1170"/>
                <a:gd name="T84" fmla="*/ 157 w 1173"/>
                <a:gd name="T85" fmla="*/ 646 h 1170"/>
                <a:gd name="T86" fmla="*/ 180 w 1173"/>
                <a:gd name="T87" fmla="*/ 686 h 1170"/>
                <a:gd name="T88" fmla="*/ 86 w 1173"/>
                <a:gd name="T89" fmla="*/ 726 h 1170"/>
                <a:gd name="T90" fmla="*/ 89 w 1173"/>
                <a:gd name="T91" fmla="*/ 680 h 1170"/>
                <a:gd name="T92" fmla="*/ 115 w 1173"/>
                <a:gd name="T93" fmla="*/ 419 h 1170"/>
                <a:gd name="T94" fmla="*/ 27 w 1173"/>
                <a:gd name="T95" fmla="*/ 452 h 1170"/>
                <a:gd name="T96" fmla="*/ 1 w 1173"/>
                <a:gd name="T97" fmla="*/ 419 h 1170"/>
                <a:gd name="T98" fmla="*/ 381 w 1173"/>
                <a:gd name="T99" fmla="*/ 303 h 1170"/>
                <a:gd name="T100" fmla="*/ 410 w 1173"/>
                <a:gd name="T101" fmla="*/ 268 h 1170"/>
                <a:gd name="T102" fmla="*/ 507 w 1173"/>
                <a:gd name="T103" fmla="*/ 323 h 1170"/>
                <a:gd name="T104" fmla="*/ 572 w 1173"/>
                <a:gd name="T105" fmla="*/ 252 h 1170"/>
                <a:gd name="T106" fmla="*/ 614 w 1173"/>
                <a:gd name="T107" fmla="*/ 270 h 1170"/>
                <a:gd name="T108" fmla="*/ 741 w 1173"/>
                <a:gd name="T109" fmla="*/ 288 h 1170"/>
                <a:gd name="T110" fmla="*/ 779 w 1173"/>
                <a:gd name="T111" fmla="*/ 271 h 1170"/>
                <a:gd name="T112" fmla="*/ 687 w 1173"/>
                <a:gd name="T113" fmla="*/ 656 h 1170"/>
                <a:gd name="T114" fmla="*/ 643 w 1173"/>
                <a:gd name="T115" fmla="*/ 652 h 1170"/>
                <a:gd name="T116" fmla="*/ 636 w 1173"/>
                <a:gd name="T117" fmla="*/ 373 h 1170"/>
                <a:gd name="T118" fmla="*/ 587 w 1173"/>
                <a:gd name="T119" fmla="*/ 466 h 1170"/>
                <a:gd name="T120" fmla="*/ 559 w 1173"/>
                <a:gd name="T121" fmla="*/ 371 h 1170"/>
                <a:gd name="T122" fmla="*/ 534 w 1173"/>
                <a:gd name="T123" fmla="*/ 643 h 1170"/>
                <a:gd name="T124" fmla="*/ 494 w 1173"/>
                <a:gd name="T125" fmla="*/ 663 h 1170"/>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73" h="1170">
                  <a:moveTo>
                    <a:pt x="477" y="826"/>
                  </a:moveTo>
                  <a:lnTo>
                    <a:pt x="477" y="826"/>
                  </a:lnTo>
                  <a:lnTo>
                    <a:pt x="479" y="833"/>
                  </a:lnTo>
                  <a:lnTo>
                    <a:pt x="483" y="840"/>
                  </a:lnTo>
                  <a:lnTo>
                    <a:pt x="487" y="846"/>
                  </a:lnTo>
                  <a:lnTo>
                    <a:pt x="493" y="850"/>
                  </a:lnTo>
                  <a:lnTo>
                    <a:pt x="499" y="854"/>
                  </a:lnTo>
                  <a:lnTo>
                    <a:pt x="506" y="857"/>
                  </a:lnTo>
                  <a:lnTo>
                    <a:pt x="514" y="859"/>
                  </a:lnTo>
                  <a:lnTo>
                    <a:pt x="522" y="859"/>
                  </a:lnTo>
                  <a:lnTo>
                    <a:pt x="653" y="859"/>
                  </a:lnTo>
                  <a:lnTo>
                    <a:pt x="653" y="859"/>
                  </a:lnTo>
                  <a:lnTo>
                    <a:pt x="660" y="859"/>
                  </a:lnTo>
                  <a:lnTo>
                    <a:pt x="668" y="857"/>
                  </a:lnTo>
                  <a:lnTo>
                    <a:pt x="674" y="854"/>
                  </a:lnTo>
                  <a:lnTo>
                    <a:pt x="681" y="850"/>
                  </a:lnTo>
                  <a:lnTo>
                    <a:pt x="687" y="846"/>
                  </a:lnTo>
                  <a:lnTo>
                    <a:pt x="692" y="840"/>
                  </a:lnTo>
                  <a:lnTo>
                    <a:pt x="695" y="833"/>
                  </a:lnTo>
                  <a:lnTo>
                    <a:pt x="696" y="826"/>
                  </a:lnTo>
                  <a:lnTo>
                    <a:pt x="696" y="826"/>
                  </a:lnTo>
                  <a:lnTo>
                    <a:pt x="698" y="811"/>
                  </a:lnTo>
                  <a:lnTo>
                    <a:pt x="702" y="798"/>
                  </a:lnTo>
                  <a:lnTo>
                    <a:pt x="706" y="784"/>
                  </a:lnTo>
                  <a:lnTo>
                    <a:pt x="713" y="771"/>
                  </a:lnTo>
                  <a:lnTo>
                    <a:pt x="721" y="760"/>
                  </a:lnTo>
                  <a:lnTo>
                    <a:pt x="730" y="750"/>
                  </a:lnTo>
                  <a:lnTo>
                    <a:pt x="741" y="741"/>
                  </a:lnTo>
                  <a:lnTo>
                    <a:pt x="753" y="733"/>
                  </a:lnTo>
                  <a:lnTo>
                    <a:pt x="753" y="733"/>
                  </a:lnTo>
                  <a:lnTo>
                    <a:pt x="774" y="720"/>
                  </a:lnTo>
                  <a:lnTo>
                    <a:pt x="793" y="708"/>
                  </a:lnTo>
                  <a:lnTo>
                    <a:pt x="811" y="693"/>
                  </a:lnTo>
                  <a:lnTo>
                    <a:pt x="829" y="677"/>
                  </a:lnTo>
                  <a:lnTo>
                    <a:pt x="845" y="661"/>
                  </a:lnTo>
                  <a:lnTo>
                    <a:pt x="859" y="643"/>
                  </a:lnTo>
                  <a:lnTo>
                    <a:pt x="872" y="624"/>
                  </a:lnTo>
                  <a:lnTo>
                    <a:pt x="884" y="605"/>
                  </a:lnTo>
                  <a:lnTo>
                    <a:pt x="896" y="586"/>
                  </a:lnTo>
                  <a:lnTo>
                    <a:pt x="905" y="564"/>
                  </a:lnTo>
                  <a:lnTo>
                    <a:pt x="914" y="543"/>
                  </a:lnTo>
                  <a:lnTo>
                    <a:pt x="921" y="520"/>
                  </a:lnTo>
                  <a:lnTo>
                    <a:pt x="926" y="499"/>
                  </a:lnTo>
                  <a:lnTo>
                    <a:pt x="930" y="475"/>
                  </a:lnTo>
                  <a:lnTo>
                    <a:pt x="932" y="452"/>
                  </a:lnTo>
                  <a:lnTo>
                    <a:pt x="934" y="428"/>
                  </a:lnTo>
                  <a:lnTo>
                    <a:pt x="934" y="428"/>
                  </a:lnTo>
                  <a:lnTo>
                    <a:pt x="932" y="411"/>
                  </a:lnTo>
                  <a:lnTo>
                    <a:pt x="931" y="393"/>
                  </a:lnTo>
                  <a:lnTo>
                    <a:pt x="929" y="376"/>
                  </a:lnTo>
                  <a:lnTo>
                    <a:pt x="926" y="358"/>
                  </a:lnTo>
                  <a:lnTo>
                    <a:pt x="922" y="343"/>
                  </a:lnTo>
                  <a:lnTo>
                    <a:pt x="918" y="325"/>
                  </a:lnTo>
                  <a:lnTo>
                    <a:pt x="912" y="309"/>
                  </a:lnTo>
                  <a:lnTo>
                    <a:pt x="906" y="293"/>
                  </a:lnTo>
                  <a:lnTo>
                    <a:pt x="899" y="279"/>
                  </a:lnTo>
                  <a:lnTo>
                    <a:pt x="891" y="264"/>
                  </a:lnTo>
                  <a:lnTo>
                    <a:pt x="883" y="249"/>
                  </a:lnTo>
                  <a:lnTo>
                    <a:pt x="874" y="235"/>
                  </a:lnTo>
                  <a:lnTo>
                    <a:pt x="864" y="222"/>
                  </a:lnTo>
                  <a:lnTo>
                    <a:pt x="854" y="208"/>
                  </a:lnTo>
                  <a:lnTo>
                    <a:pt x="843" y="195"/>
                  </a:lnTo>
                  <a:lnTo>
                    <a:pt x="832" y="184"/>
                  </a:lnTo>
                  <a:lnTo>
                    <a:pt x="819" y="173"/>
                  </a:lnTo>
                  <a:lnTo>
                    <a:pt x="807" y="161"/>
                  </a:lnTo>
                  <a:lnTo>
                    <a:pt x="794" y="151"/>
                  </a:lnTo>
                  <a:lnTo>
                    <a:pt x="781" y="142"/>
                  </a:lnTo>
                  <a:lnTo>
                    <a:pt x="767" y="133"/>
                  </a:lnTo>
                  <a:lnTo>
                    <a:pt x="752" y="125"/>
                  </a:lnTo>
                  <a:lnTo>
                    <a:pt x="737" y="117"/>
                  </a:lnTo>
                  <a:lnTo>
                    <a:pt x="721" y="110"/>
                  </a:lnTo>
                  <a:lnTo>
                    <a:pt x="706" y="103"/>
                  </a:lnTo>
                  <a:lnTo>
                    <a:pt x="689" y="98"/>
                  </a:lnTo>
                  <a:lnTo>
                    <a:pt x="673" y="94"/>
                  </a:lnTo>
                  <a:lnTo>
                    <a:pt x="656" y="89"/>
                  </a:lnTo>
                  <a:lnTo>
                    <a:pt x="639" y="87"/>
                  </a:lnTo>
                  <a:lnTo>
                    <a:pt x="622" y="85"/>
                  </a:lnTo>
                  <a:lnTo>
                    <a:pt x="605" y="82"/>
                  </a:lnTo>
                  <a:lnTo>
                    <a:pt x="587" y="82"/>
                  </a:lnTo>
                  <a:lnTo>
                    <a:pt x="587" y="82"/>
                  </a:lnTo>
                  <a:lnTo>
                    <a:pt x="569" y="82"/>
                  </a:lnTo>
                  <a:lnTo>
                    <a:pt x="551" y="85"/>
                  </a:lnTo>
                  <a:lnTo>
                    <a:pt x="534" y="87"/>
                  </a:lnTo>
                  <a:lnTo>
                    <a:pt x="517" y="89"/>
                  </a:lnTo>
                  <a:lnTo>
                    <a:pt x="500" y="94"/>
                  </a:lnTo>
                  <a:lnTo>
                    <a:pt x="484" y="98"/>
                  </a:lnTo>
                  <a:lnTo>
                    <a:pt x="468" y="103"/>
                  </a:lnTo>
                  <a:lnTo>
                    <a:pt x="452" y="110"/>
                  </a:lnTo>
                  <a:lnTo>
                    <a:pt x="437" y="117"/>
                  </a:lnTo>
                  <a:lnTo>
                    <a:pt x="422" y="125"/>
                  </a:lnTo>
                  <a:lnTo>
                    <a:pt x="407" y="133"/>
                  </a:lnTo>
                  <a:lnTo>
                    <a:pt x="394" y="142"/>
                  </a:lnTo>
                  <a:lnTo>
                    <a:pt x="380" y="151"/>
                  </a:lnTo>
                  <a:lnTo>
                    <a:pt x="366" y="161"/>
                  </a:lnTo>
                  <a:lnTo>
                    <a:pt x="354" y="173"/>
                  </a:lnTo>
                  <a:lnTo>
                    <a:pt x="342" y="184"/>
                  </a:lnTo>
                  <a:lnTo>
                    <a:pt x="331" y="195"/>
                  </a:lnTo>
                  <a:lnTo>
                    <a:pt x="320" y="208"/>
                  </a:lnTo>
                  <a:lnTo>
                    <a:pt x="309" y="222"/>
                  </a:lnTo>
                  <a:lnTo>
                    <a:pt x="300" y="235"/>
                  </a:lnTo>
                  <a:lnTo>
                    <a:pt x="291" y="249"/>
                  </a:lnTo>
                  <a:lnTo>
                    <a:pt x="283" y="264"/>
                  </a:lnTo>
                  <a:lnTo>
                    <a:pt x="275" y="279"/>
                  </a:lnTo>
                  <a:lnTo>
                    <a:pt x="268" y="293"/>
                  </a:lnTo>
                  <a:lnTo>
                    <a:pt x="261" y="309"/>
                  </a:lnTo>
                  <a:lnTo>
                    <a:pt x="257" y="325"/>
                  </a:lnTo>
                  <a:lnTo>
                    <a:pt x="251" y="343"/>
                  </a:lnTo>
                  <a:lnTo>
                    <a:pt x="248" y="358"/>
                  </a:lnTo>
                  <a:lnTo>
                    <a:pt x="244" y="376"/>
                  </a:lnTo>
                  <a:lnTo>
                    <a:pt x="242" y="393"/>
                  </a:lnTo>
                  <a:lnTo>
                    <a:pt x="241" y="411"/>
                  </a:lnTo>
                  <a:lnTo>
                    <a:pt x="241" y="428"/>
                  </a:lnTo>
                  <a:lnTo>
                    <a:pt x="241" y="428"/>
                  </a:lnTo>
                  <a:lnTo>
                    <a:pt x="242" y="452"/>
                  </a:lnTo>
                  <a:lnTo>
                    <a:pt x="244" y="475"/>
                  </a:lnTo>
                  <a:lnTo>
                    <a:pt x="248" y="499"/>
                  </a:lnTo>
                  <a:lnTo>
                    <a:pt x="253" y="520"/>
                  </a:lnTo>
                  <a:lnTo>
                    <a:pt x="260" y="543"/>
                  </a:lnTo>
                  <a:lnTo>
                    <a:pt x="268" y="564"/>
                  </a:lnTo>
                  <a:lnTo>
                    <a:pt x="278" y="586"/>
                  </a:lnTo>
                  <a:lnTo>
                    <a:pt x="289" y="605"/>
                  </a:lnTo>
                  <a:lnTo>
                    <a:pt x="301" y="624"/>
                  </a:lnTo>
                  <a:lnTo>
                    <a:pt x="315" y="643"/>
                  </a:lnTo>
                  <a:lnTo>
                    <a:pt x="330" y="661"/>
                  </a:lnTo>
                  <a:lnTo>
                    <a:pt x="346" y="677"/>
                  </a:lnTo>
                  <a:lnTo>
                    <a:pt x="363" y="693"/>
                  </a:lnTo>
                  <a:lnTo>
                    <a:pt x="381" y="708"/>
                  </a:lnTo>
                  <a:lnTo>
                    <a:pt x="401" y="720"/>
                  </a:lnTo>
                  <a:lnTo>
                    <a:pt x="421" y="733"/>
                  </a:lnTo>
                  <a:lnTo>
                    <a:pt x="421" y="733"/>
                  </a:lnTo>
                  <a:lnTo>
                    <a:pt x="433" y="741"/>
                  </a:lnTo>
                  <a:lnTo>
                    <a:pt x="444" y="750"/>
                  </a:lnTo>
                  <a:lnTo>
                    <a:pt x="453" y="760"/>
                  </a:lnTo>
                  <a:lnTo>
                    <a:pt x="461" y="771"/>
                  </a:lnTo>
                  <a:lnTo>
                    <a:pt x="467" y="784"/>
                  </a:lnTo>
                  <a:lnTo>
                    <a:pt x="471" y="798"/>
                  </a:lnTo>
                  <a:lnTo>
                    <a:pt x="476" y="811"/>
                  </a:lnTo>
                  <a:lnTo>
                    <a:pt x="477" y="826"/>
                  </a:lnTo>
                  <a:lnTo>
                    <a:pt x="477" y="826"/>
                  </a:lnTo>
                  <a:close/>
                  <a:moveTo>
                    <a:pt x="668" y="1124"/>
                  </a:moveTo>
                  <a:lnTo>
                    <a:pt x="668" y="1124"/>
                  </a:lnTo>
                  <a:lnTo>
                    <a:pt x="664" y="1133"/>
                  </a:lnTo>
                  <a:lnTo>
                    <a:pt x="660" y="1142"/>
                  </a:lnTo>
                  <a:lnTo>
                    <a:pt x="654" y="1150"/>
                  </a:lnTo>
                  <a:lnTo>
                    <a:pt x="647" y="1157"/>
                  </a:lnTo>
                  <a:lnTo>
                    <a:pt x="639" y="1162"/>
                  </a:lnTo>
                  <a:lnTo>
                    <a:pt x="630" y="1166"/>
                  </a:lnTo>
                  <a:lnTo>
                    <a:pt x="620" y="1169"/>
                  </a:lnTo>
                  <a:lnTo>
                    <a:pt x="609" y="1170"/>
                  </a:lnTo>
                  <a:lnTo>
                    <a:pt x="564" y="1170"/>
                  </a:lnTo>
                  <a:lnTo>
                    <a:pt x="564" y="1170"/>
                  </a:lnTo>
                  <a:lnTo>
                    <a:pt x="554" y="1169"/>
                  </a:lnTo>
                  <a:lnTo>
                    <a:pt x="544" y="1166"/>
                  </a:lnTo>
                  <a:lnTo>
                    <a:pt x="535" y="1162"/>
                  </a:lnTo>
                  <a:lnTo>
                    <a:pt x="527" y="1157"/>
                  </a:lnTo>
                  <a:lnTo>
                    <a:pt x="520" y="1150"/>
                  </a:lnTo>
                  <a:lnTo>
                    <a:pt x="514" y="1142"/>
                  </a:lnTo>
                  <a:lnTo>
                    <a:pt x="509" y="1133"/>
                  </a:lnTo>
                  <a:lnTo>
                    <a:pt x="507" y="1124"/>
                  </a:lnTo>
                  <a:lnTo>
                    <a:pt x="483" y="1124"/>
                  </a:lnTo>
                  <a:lnTo>
                    <a:pt x="483" y="1124"/>
                  </a:lnTo>
                  <a:lnTo>
                    <a:pt x="474" y="1124"/>
                  </a:lnTo>
                  <a:lnTo>
                    <a:pt x="466" y="1122"/>
                  </a:lnTo>
                  <a:lnTo>
                    <a:pt x="457" y="1121"/>
                  </a:lnTo>
                  <a:lnTo>
                    <a:pt x="449" y="1117"/>
                  </a:lnTo>
                  <a:lnTo>
                    <a:pt x="442" y="1114"/>
                  </a:lnTo>
                  <a:lnTo>
                    <a:pt x="434" y="1109"/>
                  </a:lnTo>
                  <a:lnTo>
                    <a:pt x="427" y="1105"/>
                  </a:lnTo>
                  <a:lnTo>
                    <a:pt x="421" y="1099"/>
                  </a:lnTo>
                  <a:lnTo>
                    <a:pt x="415" y="1092"/>
                  </a:lnTo>
                  <a:lnTo>
                    <a:pt x="411" y="1085"/>
                  </a:lnTo>
                  <a:lnTo>
                    <a:pt x="406" y="1078"/>
                  </a:lnTo>
                  <a:lnTo>
                    <a:pt x="402" y="1072"/>
                  </a:lnTo>
                  <a:lnTo>
                    <a:pt x="399" y="1064"/>
                  </a:lnTo>
                  <a:lnTo>
                    <a:pt x="397" y="1054"/>
                  </a:lnTo>
                  <a:lnTo>
                    <a:pt x="396" y="1046"/>
                  </a:lnTo>
                  <a:lnTo>
                    <a:pt x="395" y="1037"/>
                  </a:lnTo>
                  <a:lnTo>
                    <a:pt x="396" y="829"/>
                  </a:lnTo>
                  <a:lnTo>
                    <a:pt x="396" y="829"/>
                  </a:lnTo>
                  <a:lnTo>
                    <a:pt x="395" y="821"/>
                  </a:lnTo>
                  <a:lnTo>
                    <a:pt x="393" y="815"/>
                  </a:lnTo>
                  <a:lnTo>
                    <a:pt x="388" y="809"/>
                  </a:lnTo>
                  <a:lnTo>
                    <a:pt x="381" y="805"/>
                  </a:lnTo>
                  <a:lnTo>
                    <a:pt x="381" y="805"/>
                  </a:lnTo>
                  <a:lnTo>
                    <a:pt x="356" y="790"/>
                  </a:lnTo>
                  <a:lnTo>
                    <a:pt x="332" y="773"/>
                  </a:lnTo>
                  <a:lnTo>
                    <a:pt x="310" y="756"/>
                  </a:lnTo>
                  <a:lnTo>
                    <a:pt x="289" y="736"/>
                  </a:lnTo>
                  <a:lnTo>
                    <a:pt x="269" y="716"/>
                  </a:lnTo>
                  <a:lnTo>
                    <a:pt x="251" y="694"/>
                  </a:lnTo>
                  <a:lnTo>
                    <a:pt x="234" y="671"/>
                  </a:lnTo>
                  <a:lnTo>
                    <a:pt x="218" y="647"/>
                  </a:lnTo>
                  <a:lnTo>
                    <a:pt x="204" y="622"/>
                  </a:lnTo>
                  <a:lnTo>
                    <a:pt x="193" y="597"/>
                  </a:lnTo>
                  <a:lnTo>
                    <a:pt x="183" y="570"/>
                  </a:lnTo>
                  <a:lnTo>
                    <a:pt x="173" y="542"/>
                  </a:lnTo>
                  <a:lnTo>
                    <a:pt x="168" y="515"/>
                  </a:lnTo>
                  <a:lnTo>
                    <a:pt x="162" y="486"/>
                  </a:lnTo>
                  <a:lnTo>
                    <a:pt x="160" y="458"/>
                  </a:lnTo>
                  <a:lnTo>
                    <a:pt x="159" y="428"/>
                  </a:lnTo>
                  <a:lnTo>
                    <a:pt x="159" y="428"/>
                  </a:lnTo>
                  <a:lnTo>
                    <a:pt x="159" y="406"/>
                  </a:lnTo>
                  <a:lnTo>
                    <a:pt x="161" y="385"/>
                  </a:lnTo>
                  <a:lnTo>
                    <a:pt x="163" y="363"/>
                  </a:lnTo>
                  <a:lnTo>
                    <a:pt x="168" y="343"/>
                  </a:lnTo>
                  <a:lnTo>
                    <a:pt x="172" y="322"/>
                  </a:lnTo>
                  <a:lnTo>
                    <a:pt x="178" y="301"/>
                  </a:lnTo>
                  <a:lnTo>
                    <a:pt x="185" y="281"/>
                  </a:lnTo>
                  <a:lnTo>
                    <a:pt x="192" y="262"/>
                  </a:lnTo>
                  <a:lnTo>
                    <a:pt x="201" y="243"/>
                  </a:lnTo>
                  <a:lnTo>
                    <a:pt x="210" y="224"/>
                  </a:lnTo>
                  <a:lnTo>
                    <a:pt x="220" y="207"/>
                  </a:lnTo>
                  <a:lnTo>
                    <a:pt x="232" y="190"/>
                  </a:lnTo>
                  <a:lnTo>
                    <a:pt x="243" y="173"/>
                  </a:lnTo>
                  <a:lnTo>
                    <a:pt x="257" y="157"/>
                  </a:lnTo>
                  <a:lnTo>
                    <a:pt x="269" y="141"/>
                  </a:lnTo>
                  <a:lnTo>
                    <a:pt x="284" y="126"/>
                  </a:lnTo>
                  <a:lnTo>
                    <a:pt x="299" y="112"/>
                  </a:lnTo>
                  <a:lnTo>
                    <a:pt x="314" y="98"/>
                  </a:lnTo>
                  <a:lnTo>
                    <a:pt x="331" y="86"/>
                  </a:lnTo>
                  <a:lnTo>
                    <a:pt x="347" y="73"/>
                  </a:lnTo>
                  <a:lnTo>
                    <a:pt x="365" y="62"/>
                  </a:lnTo>
                  <a:lnTo>
                    <a:pt x="382" y="52"/>
                  </a:lnTo>
                  <a:lnTo>
                    <a:pt x="402" y="42"/>
                  </a:lnTo>
                  <a:lnTo>
                    <a:pt x="420" y="34"/>
                  </a:lnTo>
                  <a:lnTo>
                    <a:pt x="439" y="26"/>
                  </a:lnTo>
                  <a:lnTo>
                    <a:pt x="460" y="20"/>
                  </a:lnTo>
                  <a:lnTo>
                    <a:pt x="479" y="14"/>
                  </a:lnTo>
                  <a:lnTo>
                    <a:pt x="501" y="9"/>
                  </a:lnTo>
                  <a:lnTo>
                    <a:pt x="522" y="5"/>
                  </a:lnTo>
                  <a:lnTo>
                    <a:pt x="543" y="3"/>
                  </a:lnTo>
                  <a:lnTo>
                    <a:pt x="565" y="1"/>
                  </a:lnTo>
                  <a:lnTo>
                    <a:pt x="587" y="0"/>
                  </a:lnTo>
                  <a:lnTo>
                    <a:pt x="587" y="0"/>
                  </a:lnTo>
                  <a:lnTo>
                    <a:pt x="609" y="1"/>
                  </a:lnTo>
                  <a:lnTo>
                    <a:pt x="631" y="3"/>
                  </a:lnTo>
                  <a:lnTo>
                    <a:pt x="652" y="5"/>
                  </a:lnTo>
                  <a:lnTo>
                    <a:pt x="673" y="9"/>
                  </a:lnTo>
                  <a:lnTo>
                    <a:pt x="694" y="14"/>
                  </a:lnTo>
                  <a:lnTo>
                    <a:pt x="714" y="20"/>
                  </a:lnTo>
                  <a:lnTo>
                    <a:pt x="734" y="26"/>
                  </a:lnTo>
                  <a:lnTo>
                    <a:pt x="753" y="34"/>
                  </a:lnTo>
                  <a:lnTo>
                    <a:pt x="773" y="42"/>
                  </a:lnTo>
                  <a:lnTo>
                    <a:pt x="791" y="52"/>
                  </a:lnTo>
                  <a:lnTo>
                    <a:pt x="809" y="62"/>
                  </a:lnTo>
                  <a:lnTo>
                    <a:pt x="826" y="73"/>
                  </a:lnTo>
                  <a:lnTo>
                    <a:pt x="843" y="86"/>
                  </a:lnTo>
                  <a:lnTo>
                    <a:pt x="859" y="98"/>
                  </a:lnTo>
                  <a:lnTo>
                    <a:pt x="875" y="112"/>
                  </a:lnTo>
                  <a:lnTo>
                    <a:pt x="890" y="126"/>
                  </a:lnTo>
                  <a:lnTo>
                    <a:pt x="904" y="141"/>
                  </a:lnTo>
                  <a:lnTo>
                    <a:pt x="918" y="157"/>
                  </a:lnTo>
                  <a:lnTo>
                    <a:pt x="930" y="173"/>
                  </a:lnTo>
                  <a:lnTo>
                    <a:pt x="942" y="190"/>
                  </a:lnTo>
                  <a:lnTo>
                    <a:pt x="953" y="207"/>
                  </a:lnTo>
                  <a:lnTo>
                    <a:pt x="963" y="224"/>
                  </a:lnTo>
                  <a:lnTo>
                    <a:pt x="974" y="243"/>
                  </a:lnTo>
                  <a:lnTo>
                    <a:pt x="981" y="262"/>
                  </a:lnTo>
                  <a:lnTo>
                    <a:pt x="989" y="281"/>
                  </a:lnTo>
                  <a:lnTo>
                    <a:pt x="996" y="301"/>
                  </a:lnTo>
                  <a:lnTo>
                    <a:pt x="1002" y="322"/>
                  </a:lnTo>
                  <a:lnTo>
                    <a:pt x="1007" y="343"/>
                  </a:lnTo>
                  <a:lnTo>
                    <a:pt x="1010" y="363"/>
                  </a:lnTo>
                  <a:lnTo>
                    <a:pt x="1013" y="385"/>
                  </a:lnTo>
                  <a:lnTo>
                    <a:pt x="1015" y="406"/>
                  </a:lnTo>
                  <a:lnTo>
                    <a:pt x="1016" y="428"/>
                  </a:lnTo>
                  <a:lnTo>
                    <a:pt x="1016" y="428"/>
                  </a:lnTo>
                  <a:lnTo>
                    <a:pt x="1015" y="458"/>
                  </a:lnTo>
                  <a:lnTo>
                    <a:pt x="1011" y="486"/>
                  </a:lnTo>
                  <a:lnTo>
                    <a:pt x="1007" y="515"/>
                  </a:lnTo>
                  <a:lnTo>
                    <a:pt x="1000" y="542"/>
                  </a:lnTo>
                  <a:lnTo>
                    <a:pt x="992" y="570"/>
                  </a:lnTo>
                  <a:lnTo>
                    <a:pt x="981" y="597"/>
                  </a:lnTo>
                  <a:lnTo>
                    <a:pt x="969" y="622"/>
                  </a:lnTo>
                  <a:lnTo>
                    <a:pt x="955" y="647"/>
                  </a:lnTo>
                  <a:lnTo>
                    <a:pt x="940" y="671"/>
                  </a:lnTo>
                  <a:lnTo>
                    <a:pt x="923" y="694"/>
                  </a:lnTo>
                  <a:lnTo>
                    <a:pt x="905" y="716"/>
                  </a:lnTo>
                  <a:lnTo>
                    <a:pt x="886" y="736"/>
                  </a:lnTo>
                  <a:lnTo>
                    <a:pt x="864" y="756"/>
                  </a:lnTo>
                  <a:lnTo>
                    <a:pt x="841" y="773"/>
                  </a:lnTo>
                  <a:lnTo>
                    <a:pt x="817" y="790"/>
                  </a:lnTo>
                  <a:lnTo>
                    <a:pt x="792" y="805"/>
                  </a:lnTo>
                  <a:lnTo>
                    <a:pt x="792" y="805"/>
                  </a:lnTo>
                  <a:lnTo>
                    <a:pt x="786" y="809"/>
                  </a:lnTo>
                  <a:lnTo>
                    <a:pt x="782" y="815"/>
                  </a:lnTo>
                  <a:lnTo>
                    <a:pt x="779" y="821"/>
                  </a:lnTo>
                  <a:lnTo>
                    <a:pt x="778" y="829"/>
                  </a:lnTo>
                  <a:lnTo>
                    <a:pt x="778" y="1037"/>
                  </a:lnTo>
                  <a:lnTo>
                    <a:pt x="778" y="1037"/>
                  </a:lnTo>
                  <a:lnTo>
                    <a:pt x="778" y="1046"/>
                  </a:lnTo>
                  <a:lnTo>
                    <a:pt x="777" y="1054"/>
                  </a:lnTo>
                  <a:lnTo>
                    <a:pt x="775" y="1064"/>
                  </a:lnTo>
                  <a:lnTo>
                    <a:pt x="772" y="1072"/>
                  </a:lnTo>
                  <a:lnTo>
                    <a:pt x="768" y="1078"/>
                  </a:lnTo>
                  <a:lnTo>
                    <a:pt x="764" y="1085"/>
                  </a:lnTo>
                  <a:lnTo>
                    <a:pt x="759" y="1092"/>
                  </a:lnTo>
                  <a:lnTo>
                    <a:pt x="753" y="1099"/>
                  </a:lnTo>
                  <a:lnTo>
                    <a:pt x="746" y="1105"/>
                  </a:lnTo>
                  <a:lnTo>
                    <a:pt x="740" y="1109"/>
                  </a:lnTo>
                  <a:lnTo>
                    <a:pt x="733" y="1114"/>
                  </a:lnTo>
                  <a:lnTo>
                    <a:pt x="725" y="1117"/>
                  </a:lnTo>
                  <a:lnTo>
                    <a:pt x="717" y="1121"/>
                  </a:lnTo>
                  <a:lnTo>
                    <a:pt x="709" y="1122"/>
                  </a:lnTo>
                  <a:lnTo>
                    <a:pt x="700" y="1124"/>
                  </a:lnTo>
                  <a:lnTo>
                    <a:pt x="692" y="1124"/>
                  </a:lnTo>
                  <a:lnTo>
                    <a:pt x="668" y="1124"/>
                  </a:lnTo>
                  <a:lnTo>
                    <a:pt x="668" y="1124"/>
                  </a:lnTo>
                  <a:close/>
                  <a:moveTo>
                    <a:pt x="1004" y="697"/>
                  </a:moveTo>
                  <a:lnTo>
                    <a:pt x="1004" y="697"/>
                  </a:lnTo>
                  <a:lnTo>
                    <a:pt x="1000" y="694"/>
                  </a:lnTo>
                  <a:lnTo>
                    <a:pt x="996" y="689"/>
                  </a:lnTo>
                  <a:lnTo>
                    <a:pt x="994" y="686"/>
                  </a:lnTo>
                  <a:lnTo>
                    <a:pt x="992" y="680"/>
                  </a:lnTo>
                  <a:lnTo>
                    <a:pt x="991" y="676"/>
                  </a:lnTo>
                  <a:lnTo>
                    <a:pt x="992" y="670"/>
                  </a:lnTo>
                  <a:lnTo>
                    <a:pt x="993" y="664"/>
                  </a:lnTo>
                  <a:lnTo>
                    <a:pt x="995" y="660"/>
                  </a:lnTo>
                  <a:lnTo>
                    <a:pt x="995" y="660"/>
                  </a:lnTo>
                  <a:lnTo>
                    <a:pt x="999" y="655"/>
                  </a:lnTo>
                  <a:lnTo>
                    <a:pt x="1002" y="652"/>
                  </a:lnTo>
                  <a:lnTo>
                    <a:pt x="1007" y="649"/>
                  </a:lnTo>
                  <a:lnTo>
                    <a:pt x="1011" y="647"/>
                  </a:lnTo>
                  <a:lnTo>
                    <a:pt x="1017" y="646"/>
                  </a:lnTo>
                  <a:lnTo>
                    <a:pt x="1021" y="646"/>
                  </a:lnTo>
                  <a:lnTo>
                    <a:pt x="1027" y="647"/>
                  </a:lnTo>
                  <a:lnTo>
                    <a:pt x="1032" y="649"/>
                  </a:lnTo>
                  <a:lnTo>
                    <a:pt x="1085" y="680"/>
                  </a:lnTo>
                  <a:lnTo>
                    <a:pt x="1085" y="680"/>
                  </a:lnTo>
                  <a:lnTo>
                    <a:pt x="1090" y="684"/>
                  </a:lnTo>
                  <a:lnTo>
                    <a:pt x="1093" y="687"/>
                  </a:lnTo>
                  <a:lnTo>
                    <a:pt x="1096" y="692"/>
                  </a:lnTo>
                  <a:lnTo>
                    <a:pt x="1098" y="697"/>
                  </a:lnTo>
                  <a:lnTo>
                    <a:pt x="1099" y="702"/>
                  </a:lnTo>
                  <a:lnTo>
                    <a:pt x="1098" y="708"/>
                  </a:lnTo>
                  <a:lnTo>
                    <a:pt x="1097" y="712"/>
                  </a:lnTo>
                  <a:lnTo>
                    <a:pt x="1094" y="718"/>
                  </a:lnTo>
                  <a:lnTo>
                    <a:pt x="1094" y="718"/>
                  </a:lnTo>
                  <a:lnTo>
                    <a:pt x="1092" y="722"/>
                  </a:lnTo>
                  <a:lnTo>
                    <a:pt x="1088" y="726"/>
                  </a:lnTo>
                  <a:lnTo>
                    <a:pt x="1083" y="728"/>
                  </a:lnTo>
                  <a:lnTo>
                    <a:pt x="1079" y="730"/>
                  </a:lnTo>
                  <a:lnTo>
                    <a:pt x="1073" y="732"/>
                  </a:lnTo>
                  <a:lnTo>
                    <a:pt x="1068" y="732"/>
                  </a:lnTo>
                  <a:lnTo>
                    <a:pt x="1063" y="730"/>
                  </a:lnTo>
                  <a:lnTo>
                    <a:pt x="1058" y="728"/>
                  </a:lnTo>
                  <a:lnTo>
                    <a:pt x="1004" y="697"/>
                  </a:lnTo>
                  <a:lnTo>
                    <a:pt x="1004" y="697"/>
                  </a:lnTo>
                  <a:close/>
                  <a:moveTo>
                    <a:pt x="1032" y="199"/>
                  </a:moveTo>
                  <a:lnTo>
                    <a:pt x="1032" y="199"/>
                  </a:lnTo>
                  <a:lnTo>
                    <a:pt x="1027" y="201"/>
                  </a:lnTo>
                  <a:lnTo>
                    <a:pt x="1021" y="202"/>
                  </a:lnTo>
                  <a:lnTo>
                    <a:pt x="1017" y="202"/>
                  </a:lnTo>
                  <a:lnTo>
                    <a:pt x="1011" y="202"/>
                  </a:lnTo>
                  <a:lnTo>
                    <a:pt x="1007" y="200"/>
                  </a:lnTo>
                  <a:lnTo>
                    <a:pt x="1002" y="198"/>
                  </a:lnTo>
                  <a:lnTo>
                    <a:pt x="999" y="193"/>
                  </a:lnTo>
                  <a:lnTo>
                    <a:pt x="995" y="188"/>
                  </a:lnTo>
                  <a:lnTo>
                    <a:pt x="995" y="188"/>
                  </a:lnTo>
                  <a:lnTo>
                    <a:pt x="993" y="184"/>
                  </a:lnTo>
                  <a:lnTo>
                    <a:pt x="992" y="178"/>
                  </a:lnTo>
                  <a:lnTo>
                    <a:pt x="991" y="174"/>
                  </a:lnTo>
                  <a:lnTo>
                    <a:pt x="992" y="168"/>
                  </a:lnTo>
                  <a:lnTo>
                    <a:pt x="994" y="163"/>
                  </a:lnTo>
                  <a:lnTo>
                    <a:pt x="996" y="159"/>
                  </a:lnTo>
                  <a:lnTo>
                    <a:pt x="1000" y="155"/>
                  </a:lnTo>
                  <a:lnTo>
                    <a:pt x="1004" y="152"/>
                  </a:lnTo>
                  <a:lnTo>
                    <a:pt x="1058" y="121"/>
                  </a:lnTo>
                  <a:lnTo>
                    <a:pt x="1058" y="121"/>
                  </a:lnTo>
                  <a:lnTo>
                    <a:pt x="1063" y="119"/>
                  </a:lnTo>
                  <a:lnTo>
                    <a:pt x="1068" y="118"/>
                  </a:lnTo>
                  <a:lnTo>
                    <a:pt x="1073" y="118"/>
                  </a:lnTo>
                  <a:lnTo>
                    <a:pt x="1079" y="119"/>
                  </a:lnTo>
                  <a:lnTo>
                    <a:pt x="1083" y="120"/>
                  </a:lnTo>
                  <a:lnTo>
                    <a:pt x="1088" y="123"/>
                  </a:lnTo>
                  <a:lnTo>
                    <a:pt x="1092" y="127"/>
                  </a:lnTo>
                  <a:lnTo>
                    <a:pt x="1094" y="131"/>
                  </a:lnTo>
                  <a:lnTo>
                    <a:pt x="1094" y="131"/>
                  </a:lnTo>
                  <a:lnTo>
                    <a:pt x="1097" y="136"/>
                  </a:lnTo>
                  <a:lnTo>
                    <a:pt x="1098" y="142"/>
                  </a:lnTo>
                  <a:lnTo>
                    <a:pt x="1099" y="146"/>
                  </a:lnTo>
                  <a:lnTo>
                    <a:pt x="1098" y="152"/>
                  </a:lnTo>
                  <a:lnTo>
                    <a:pt x="1096" y="157"/>
                  </a:lnTo>
                  <a:lnTo>
                    <a:pt x="1093" y="161"/>
                  </a:lnTo>
                  <a:lnTo>
                    <a:pt x="1090" y="166"/>
                  </a:lnTo>
                  <a:lnTo>
                    <a:pt x="1085" y="168"/>
                  </a:lnTo>
                  <a:lnTo>
                    <a:pt x="1032" y="199"/>
                  </a:lnTo>
                  <a:lnTo>
                    <a:pt x="1032" y="199"/>
                  </a:lnTo>
                  <a:close/>
                  <a:moveTo>
                    <a:pt x="1085" y="452"/>
                  </a:moveTo>
                  <a:lnTo>
                    <a:pt x="1085" y="452"/>
                  </a:lnTo>
                  <a:lnTo>
                    <a:pt x="1080" y="451"/>
                  </a:lnTo>
                  <a:lnTo>
                    <a:pt x="1075" y="450"/>
                  </a:lnTo>
                  <a:lnTo>
                    <a:pt x="1069" y="447"/>
                  </a:lnTo>
                  <a:lnTo>
                    <a:pt x="1066" y="444"/>
                  </a:lnTo>
                  <a:lnTo>
                    <a:pt x="1063" y="439"/>
                  </a:lnTo>
                  <a:lnTo>
                    <a:pt x="1060" y="435"/>
                  </a:lnTo>
                  <a:lnTo>
                    <a:pt x="1058" y="430"/>
                  </a:lnTo>
                  <a:lnTo>
                    <a:pt x="1058" y="425"/>
                  </a:lnTo>
                  <a:lnTo>
                    <a:pt x="1058" y="425"/>
                  </a:lnTo>
                  <a:lnTo>
                    <a:pt x="1058" y="419"/>
                  </a:lnTo>
                  <a:lnTo>
                    <a:pt x="1060" y="413"/>
                  </a:lnTo>
                  <a:lnTo>
                    <a:pt x="1063" y="409"/>
                  </a:lnTo>
                  <a:lnTo>
                    <a:pt x="1066" y="405"/>
                  </a:lnTo>
                  <a:lnTo>
                    <a:pt x="1069" y="402"/>
                  </a:lnTo>
                  <a:lnTo>
                    <a:pt x="1075" y="400"/>
                  </a:lnTo>
                  <a:lnTo>
                    <a:pt x="1080" y="397"/>
                  </a:lnTo>
                  <a:lnTo>
                    <a:pt x="1085" y="397"/>
                  </a:lnTo>
                  <a:lnTo>
                    <a:pt x="1146" y="397"/>
                  </a:lnTo>
                  <a:lnTo>
                    <a:pt x="1146" y="397"/>
                  </a:lnTo>
                  <a:lnTo>
                    <a:pt x="1152" y="397"/>
                  </a:lnTo>
                  <a:lnTo>
                    <a:pt x="1157" y="400"/>
                  </a:lnTo>
                  <a:lnTo>
                    <a:pt x="1162" y="402"/>
                  </a:lnTo>
                  <a:lnTo>
                    <a:pt x="1165" y="405"/>
                  </a:lnTo>
                  <a:lnTo>
                    <a:pt x="1169" y="409"/>
                  </a:lnTo>
                  <a:lnTo>
                    <a:pt x="1171" y="413"/>
                  </a:lnTo>
                  <a:lnTo>
                    <a:pt x="1173" y="419"/>
                  </a:lnTo>
                  <a:lnTo>
                    <a:pt x="1173" y="425"/>
                  </a:lnTo>
                  <a:lnTo>
                    <a:pt x="1173" y="425"/>
                  </a:lnTo>
                  <a:lnTo>
                    <a:pt x="1173" y="430"/>
                  </a:lnTo>
                  <a:lnTo>
                    <a:pt x="1171" y="435"/>
                  </a:lnTo>
                  <a:lnTo>
                    <a:pt x="1169" y="439"/>
                  </a:lnTo>
                  <a:lnTo>
                    <a:pt x="1165" y="444"/>
                  </a:lnTo>
                  <a:lnTo>
                    <a:pt x="1162" y="447"/>
                  </a:lnTo>
                  <a:lnTo>
                    <a:pt x="1157" y="450"/>
                  </a:lnTo>
                  <a:lnTo>
                    <a:pt x="1152" y="451"/>
                  </a:lnTo>
                  <a:lnTo>
                    <a:pt x="1146" y="452"/>
                  </a:lnTo>
                  <a:lnTo>
                    <a:pt x="1085" y="452"/>
                  </a:lnTo>
                  <a:lnTo>
                    <a:pt x="1085" y="452"/>
                  </a:lnTo>
                  <a:close/>
                  <a:moveTo>
                    <a:pt x="169" y="152"/>
                  </a:moveTo>
                  <a:lnTo>
                    <a:pt x="169" y="152"/>
                  </a:lnTo>
                  <a:lnTo>
                    <a:pt x="173" y="155"/>
                  </a:lnTo>
                  <a:lnTo>
                    <a:pt x="177" y="159"/>
                  </a:lnTo>
                  <a:lnTo>
                    <a:pt x="180" y="163"/>
                  </a:lnTo>
                  <a:lnTo>
                    <a:pt x="181" y="168"/>
                  </a:lnTo>
                  <a:lnTo>
                    <a:pt x="183" y="174"/>
                  </a:lnTo>
                  <a:lnTo>
                    <a:pt x="183" y="178"/>
                  </a:lnTo>
                  <a:lnTo>
                    <a:pt x="181" y="184"/>
                  </a:lnTo>
                  <a:lnTo>
                    <a:pt x="179" y="188"/>
                  </a:lnTo>
                  <a:lnTo>
                    <a:pt x="179" y="188"/>
                  </a:lnTo>
                  <a:lnTo>
                    <a:pt x="176" y="193"/>
                  </a:lnTo>
                  <a:lnTo>
                    <a:pt x="172" y="198"/>
                  </a:lnTo>
                  <a:lnTo>
                    <a:pt x="168" y="200"/>
                  </a:lnTo>
                  <a:lnTo>
                    <a:pt x="162" y="202"/>
                  </a:lnTo>
                  <a:lnTo>
                    <a:pt x="157" y="202"/>
                  </a:lnTo>
                  <a:lnTo>
                    <a:pt x="152" y="202"/>
                  </a:lnTo>
                  <a:lnTo>
                    <a:pt x="147" y="201"/>
                  </a:lnTo>
                  <a:lnTo>
                    <a:pt x="142" y="199"/>
                  </a:lnTo>
                  <a:lnTo>
                    <a:pt x="89" y="168"/>
                  </a:lnTo>
                  <a:lnTo>
                    <a:pt x="89" y="168"/>
                  </a:lnTo>
                  <a:lnTo>
                    <a:pt x="84" y="166"/>
                  </a:lnTo>
                  <a:lnTo>
                    <a:pt x="81" y="161"/>
                  </a:lnTo>
                  <a:lnTo>
                    <a:pt x="78" y="157"/>
                  </a:lnTo>
                  <a:lnTo>
                    <a:pt x="76" y="152"/>
                  </a:lnTo>
                  <a:lnTo>
                    <a:pt x="75" y="146"/>
                  </a:lnTo>
                  <a:lnTo>
                    <a:pt x="75" y="142"/>
                  </a:lnTo>
                  <a:lnTo>
                    <a:pt x="76" y="136"/>
                  </a:lnTo>
                  <a:lnTo>
                    <a:pt x="79" y="131"/>
                  </a:lnTo>
                  <a:lnTo>
                    <a:pt x="79" y="131"/>
                  </a:lnTo>
                  <a:lnTo>
                    <a:pt x="82" y="127"/>
                  </a:lnTo>
                  <a:lnTo>
                    <a:pt x="86" y="123"/>
                  </a:lnTo>
                  <a:lnTo>
                    <a:pt x="90" y="120"/>
                  </a:lnTo>
                  <a:lnTo>
                    <a:pt x="96" y="119"/>
                  </a:lnTo>
                  <a:lnTo>
                    <a:pt x="100" y="118"/>
                  </a:lnTo>
                  <a:lnTo>
                    <a:pt x="106" y="118"/>
                  </a:lnTo>
                  <a:lnTo>
                    <a:pt x="111" y="119"/>
                  </a:lnTo>
                  <a:lnTo>
                    <a:pt x="116" y="121"/>
                  </a:lnTo>
                  <a:lnTo>
                    <a:pt x="169" y="152"/>
                  </a:lnTo>
                  <a:lnTo>
                    <a:pt x="169" y="152"/>
                  </a:lnTo>
                  <a:close/>
                  <a:moveTo>
                    <a:pt x="142" y="649"/>
                  </a:moveTo>
                  <a:lnTo>
                    <a:pt x="142" y="649"/>
                  </a:lnTo>
                  <a:lnTo>
                    <a:pt x="147" y="647"/>
                  </a:lnTo>
                  <a:lnTo>
                    <a:pt x="152" y="646"/>
                  </a:lnTo>
                  <a:lnTo>
                    <a:pt x="157" y="646"/>
                  </a:lnTo>
                  <a:lnTo>
                    <a:pt x="162" y="647"/>
                  </a:lnTo>
                  <a:lnTo>
                    <a:pt x="168" y="649"/>
                  </a:lnTo>
                  <a:lnTo>
                    <a:pt x="172" y="652"/>
                  </a:lnTo>
                  <a:lnTo>
                    <a:pt x="176" y="655"/>
                  </a:lnTo>
                  <a:lnTo>
                    <a:pt x="179" y="660"/>
                  </a:lnTo>
                  <a:lnTo>
                    <a:pt x="179" y="660"/>
                  </a:lnTo>
                  <a:lnTo>
                    <a:pt x="181" y="664"/>
                  </a:lnTo>
                  <a:lnTo>
                    <a:pt x="183" y="670"/>
                  </a:lnTo>
                  <a:lnTo>
                    <a:pt x="183" y="676"/>
                  </a:lnTo>
                  <a:lnTo>
                    <a:pt x="181" y="680"/>
                  </a:lnTo>
                  <a:lnTo>
                    <a:pt x="180" y="686"/>
                  </a:lnTo>
                  <a:lnTo>
                    <a:pt x="177" y="689"/>
                  </a:lnTo>
                  <a:lnTo>
                    <a:pt x="173" y="694"/>
                  </a:lnTo>
                  <a:lnTo>
                    <a:pt x="169" y="697"/>
                  </a:lnTo>
                  <a:lnTo>
                    <a:pt x="116" y="728"/>
                  </a:lnTo>
                  <a:lnTo>
                    <a:pt x="116" y="728"/>
                  </a:lnTo>
                  <a:lnTo>
                    <a:pt x="111" y="730"/>
                  </a:lnTo>
                  <a:lnTo>
                    <a:pt x="106" y="732"/>
                  </a:lnTo>
                  <a:lnTo>
                    <a:pt x="100" y="732"/>
                  </a:lnTo>
                  <a:lnTo>
                    <a:pt x="96" y="730"/>
                  </a:lnTo>
                  <a:lnTo>
                    <a:pt x="90" y="728"/>
                  </a:lnTo>
                  <a:lnTo>
                    <a:pt x="86" y="726"/>
                  </a:lnTo>
                  <a:lnTo>
                    <a:pt x="82" y="722"/>
                  </a:lnTo>
                  <a:lnTo>
                    <a:pt x="79" y="718"/>
                  </a:lnTo>
                  <a:lnTo>
                    <a:pt x="79" y="718"/>
                  </a:lnTo>
                  <a:lnTo>
                    <a:pt x="76" y="712"/>
                  </a:lnTo>
                  <a:lnTo>
                    <a:pt x="75" y="708"/>
                  </a:lnTo>
                  <a:lnTo>
                    <a:pt x="75" y="702"/>
                  </a:lnTo>
                  <a:lnTo>
                    <a:pt x="76" y="697"/>
                  </a:lnTo>
                  <a:lnTo>
                    <a:pt x="78" y="692"/>
                  </a:lnTo>
                  <a:lnTo>
                    <a:pt x="81" y="687"/>
                  </a:lnTo>
                  <a:lnTo>
                    <a:pt x="84" y="684"/>
                  </a:lnTo>
                  <a:lnTo>
                    <a:pt x="89" y="680"/>
                  </a:lnTo>
                  <a:lnTo>
                    <a:pt x="142" y="649"/>
                  </a:lnTo>
                  <a:lnTo>
                    <a:pt x="142" y="649"/>
                  </a:lnTo>
                  <a:close/>
                  <a:moveTo>
                    <a:pt x="89" y="397"/>
                  </a:moveTo>
                  <a:lnTo>
                    <a:pt x="89" y="397"/>
                  </a:lnTo>
                  <a:lnTo>
                    <a:pt x="94" y="397"/>
                  </a:lnTo>
                  <a:lnTo>
                    <a:pt x="99" y="400"/>
                  </a:lnTo>
                  <a:lnTo>
                    <a:pt x="104" y="402"/>
                  </a:lnTo>
                  <a:lnTo>
                    <a:pt x="108" y="405"/>
                  </a:lnTo>
                  <a:lnTo>
                    <a:pt x="112" y="409"/>
                  </a:lnTo>
                  <a:lnTo>
                    <a:pt x="114" y="413"/>
                  </a:lnTo>
                  <a:lnTo>
                    <a:pt x="115" y="419"/>
                  </a:lnTo>
                  <a:lnTo>
                    <a:pt x="116" y="425"/>
                  </a:lnTo>
                  <a:lnTo>
                    <a:pt x="116" y="425"/>
                  </a:lnTo>
                  <a:lnTo>
                    <a:pt x="115" y="430"/>
                  </a:lnTo>
                  <a:lnTo>
                    <a:pt x="114" y="435"/>
                  </a:lnTo>
                  <a:lnTo>
                    <a:pt x="112" y="439"/>
                  </a:lnTo>
                  <a:lnTo>
                    <a:pt x="108" y="444"/>
                  </a:lnTo>
                  <a:lnTo>
                    <a:pt x="104" y="447"/>
                  </a:lnTo>
                  <a:lnTo>
                    <a:pt x="99" y="450"/>
                  </a:lnTo>
                  <a:lnTo>
                    <a:pt x="94" y="451"/>
                  </a:lnTo>
                  <a:lnTo>
                    <a:pt x="89" y="452"/>
                  </a:lnTo>
                  <a:lnTo>
                    <a:pt x="27" y="452"/>
                  </a:lnTo>
                  <a:lnTo>
                    <a:pt x="27" y="452"/>
                  </a:lnTo>
                  <a:lnTo>
                    <a:pt x="22" y="451"/>
                  </a:lnTo>
                  <a:lnTo>
                    <a:pt x="17" y="450"/>
                  </a:lnTo>
                  <a:lnTo>
                    <a:pt x="13" y="447"/>
                  </a:lnTo>
                  <a:lnTo>
                    <a:pt x="8" y="444"/>
                  </a:lnTo>
                  <a:lnTo>
                    <a:pt x="5" y="439"/>
                  </a:lnTo>
                  <a:lnTo>
                    <a:pt x="2" y="435"/>
                  </a:lnTo>
                  <a:lnTo>
                    <a:pt x="1" y="430"/>
                  </a:lnTo>
                  <a:lnTo>
                    <a:pt x="0" y="425"/>
                  </a:lnTo>
                  <a:lnTo>
                    <a:pt x="0" y="425"/>
                  </a:lnTo>
                  <a:lnTo>
                    <a:pt x="1" y="419"/>
                  </a:lnTo>
                  <a:lnTo>
                    <a:pt x="2" y="413"/>
                  </a:lnTo>
                  <a:lnTo>
                    <a:pt x="5" y="409"/>
                  </a:lnTo>
                  <a:lnTo>
                    <a:pt x="8" y="405"/>
                  </a:lnTo>
                  <a:lnTo>
                    <a:pt x="13" y="402"/>
                  </a:lnTo>
                  <a:lnTo>
                    <a:pt x="17" y="400"/>
                  </a:lnTo>
                  <a:lnTo>
                    <a:pt x="22" y="397"/>
                  </a:lnTo>
                  <a:lnTo>
                    <a:pt x="27" y="397"/>
                  </a:lnTo>
                  <a:lnTo>
                    <a:pt x="89" y="397"/>
                  </a:lnTo>
                  <a:lnTo>
                    <a:pt x="89" y="397"/>
                  </a:lnTo>
                  <a:close/>
                  <a:moveTo>
                    <a:pt x="381" y="303"/>
                  </a:moveTo>
                  <a:lnTo>
                    <a:pt x="381" y="303"/>
                  </a:lnTo>
                  <a:lnTo>
                    <a:pt x="380" y="297"/>
                  </a:lnTo>
                  <a:lnTo>
                    <a:pt x="380" y="292"/>
                  </a:lnTo>
                  <a:lnTo>
                    <a:pt x="381" y="287"/>
                  </a:lnTo>
                  <a:lnTo>
                    <a:pt x="383" y="282"/>
                  </a:lnTo>
                  <a:lnTo>
                    <a:pt x="386" y="277"/>
                  </a:lnTo>
                  <a:lnTo>
                    <a:pt x="390" y="274"/>
                  </a:lnTo>
                  <a:lnTo>
                    <a:pt x="395" y="271"/>
                  </a:lnTo>
                  <a:lnTo>
                    <a:pt x="399" y="268"/>
                  </a:lnTo>
                  <a:lnTo>
                    <a:pt x="399" y="268"/>
                  </a:lnTo>
                  <a:lnTo>
                    <a:pt x="405" y="268"/>
                  </a:lnTo>
                  <a:lnTo>
                    <a:pt x="410" y="268"/>
                  </a:lnTo>
                  <a:lnTo>
                    <a:pt x="415" y="270"/>
                  </a:lnTo>
                  <a:lnTo>
                    <a:pt x="420" y="271"/>
                  </a:lnTo>
                  <a:lnTo>
                    <a:pt x="425" y="274"/>
                  </a:lnTo>
                  <a:lnTo>
                    <a:pt x="428" y="277"/>
                  </a:lnTo>
                  <a:lnTo>
                    <a:pt x="431" y="282"/>
                  </a:lnTo>
                  <a:lnTo>
                    <a:pt x="434" y="288"/>
                  </a:lnTo>
                  <a:lnTo>
                    <a:pt x="449" y="341"/>
                  </a:lnTo>
                  <a:lnTo>
                    <a:pt x="449" y="341"/>
                  </a:lnTo>
                  <a:lnTo>
                    <a:pt x="477" y="331"/>
                  </a:lnTo>
                  <a:lnTo>
                    <a:pt x="507" y="323"/>
                  </a:lnTo>
                  <a:lnTo>
                    <a:pt x="507" y="323"/>
                  </a:lnTo>
                  <a:lnTo>
                    <a:pt x="508" y="323"/>
                  </a:lnTo>
                  <a:lnTo>
                    <a:pt x="508" y="323"/>
                  </a:lnTo>
                  <a:lnTo>
                    <a:pt x="533" y="319"/>
                  </a:lnTo>
                  <a:lnTo>
                    <a:pt x="559" y="316"/>
                  </a:lnTo>
                  <a:lnTo>
                    <a:pt x="559" y="275"/>
                  </a:lnTo>
                  <a:lnTo>
                    <a:pt x="559" y="275"/>
                  </a:lnTo>
                  <a:lnTo>
                    <a:pt x="560" y="270"/>
                  </a:lnTo>
                  <a:lnTo>
                    <a:pt x="562" y="264"/>
                  </a:lnTo>
                  <a:lnTo>
                    <a:pt x="564" y="259"/>
                  </a:lnTo>
                  <a:lnTo>
                    <a:pt x="567" y="256"/>
                  </a:lnTo>
                  <a:lnTo>
                    <a:pt x="572" y="252"/>
                  </a:lnTo>
                  <a:lnTo>
                    <a:pt x="576" y="250"/>
                  </a:lnTo>
                  <a:lnTo>
                    <a:pt x="581" y="248"/>
                  </a:lnTo>
                  <a:lnTo>
                    <a:pt x="587" y="248"/>
                  </a:lnTo>
                  <a:lnTo>
                    <a:pt x="587" y="248"/>
                  </a:lnTo>
                  <a:lnTo>
                    <a:pt x="592" y="248"/>
                  </a:lnTo>
                  <a:lnTo>
                    <a:pt x="598" y="250"/>
                  </a:lnTo>
                  <a:lnTo>
                    <a:pt x="603" y="252"/>
                  </a:lnTo>
                  <a:lnTo>
                    <a:pt x="606" y="256"/>
                  </a:lnTo>
                  <a:lnTo>
                    <a:pt x="609" y="259"/>
                  </a:lnTo>
                  <a:lnTo>
                    <a:pt x="612" y="264"/>
                  </a:lnTo>
                  <a:lnTo>
                    <a:pt x="614" y="270"/>
                  </a:lnTo>
                  <a:lnTo>
                    <a:pt x="614" y="275"/>
                  </a:lnTo>
                  <a:lnTo>
                    <a:pt x="614" y="316"/>
                  </a:lnTo>
                  <a:lnTo>
                    <a:pt x="614" y="316"/>
                  </a:lnTo>
                  <a:lnTo>
                    <a:pt x="640" y="319"/>
                  </a:lnTo>
                  <a:lnTo>
                    <a:pt x="667" y="323"/>
                  </a:lnTo>
                  <a:lnTo>
                    <a:pt x="667" y="324"/>
                  </a:lnTo>
                  <a:lnTo>
                    <a:pt x="667" y="323"/>
                  </a:lnTo>
                  <a:lnTo>
                    <a:pt x="667" y="323"/>
                  </a:lnTo>
                  <a:lnTo>
                    <a:pt x="696" y="331"/>
                  </a:lnTo>
                  <a:lnTo>
                    <a:pt x="725" y="341"/>
                  </a:lnTo>
                  <a:lnTo>
                    <a:pt x="741" y="288"/>
                  </a:lnTo>
                  <a:lnTo>
                    <a:pt x="741" y="288"/>
                  </a:lnTo>
                  <a:lnTo>
                    <a:pt x="743" y="282"/>
                  </a:lnTo>
                  <a:lnTo>
                    <a:pt x="745" y="277"/>
                  </a:lnTo>
                  <a:lnTo>
                    <a:pt x="749" y="274"/>
                  </a:lnTo>
                  <a:lnTo>
                    <a:pt x="753" y="271"/>
                  </a:lnTo>
                  <a:lnTo>
                    <a:pt x="758" y="270"/>
                  </a:lnTo>
                  <a:lnTo>
                    <a:pt x="764" y="268"/>
                  </a:lnTo>
                  <a:lnTo>
                    <a:pt x="769" y="268"/>
                  </a:lnTo>
                  <a:lnTo>
                    <a:pt x="774" y="268"/>
                  </a:lnTo>
                  <a:lnTo>
                    <a:pt x="774" y="268"/>
                  </a:lnTo>
                  <a:lnTo>
                    <a:pt x="779" y="271"/>
                  </a:lnTo>
                  <a:lnTo>
                    <a:pt x="784" y="274"/>
                  </a:lnTo>
                  <a:lnTo>
                    <a:pt x="787" y="277"/>
                  </a:lnTo>
                  <a:lnTo>
                    <a:pt x="791" y="282"/>
                  </a:lnTo>
                  <a:lnTo>
                    <a:pt x="793" y="287"/>
                  </a:lnTo>
                  <a:lnTo>
                    <a:pt x="793" y="292"/>
                  </a:lnTo>
                  <a:lnTo>
                    <a:pt x="794" y="297"/>
                  </a:lnTo>
                  <a:lnTo>
                    <a:pt x="793" y="303"/>
                  </a:lnTo>
                  <a:lnTo>
                    <a:pt x="693" y="646"/>
                  </a:lnTo>
                  <a:lnTo>
                    <a:pt x="693" y="646"/>
                  </a:lnTo>
                  <a:lnTo>
                    <a:pt x="690" y="652"/>
                  </a:lnTo>
                  <a:lnTo>
                    <a:pt x="687" y="656"/>
                  </a:lnTo>
                  <a:lnTo>
                    <a:pt x="684" y="660"/>
                  </a:lnTo>
                  <a:lnTo>
                    <a:pt x="679" y="663"/>
                  </a:lnTo>
                  <a:lnTo>
                    <a:pt x="674" y="664"/>
                  </a:lnTo>
                  <a:lnTo>
                    <a:pt x="670" y="665"/>
                  </a:lnTo>
                  <a:lnTo>
                    <a:pt x="664" y="667"/>
                  </a:lnTo>
                  <a:lnTo>
                    <a:pt x="659" y="665"/>
                  </a:lnTo>
                  <a:lnTo>
                    <a:pt x="659" y="665"/>
                  </a:lnTo>
                  <a:lnTo>
                    <a:pt x="654" y="663"/>
                  </a:lnTo>
                  <a:lnTo>
                    <a:pt x="649" y="660"/>
                  </a:lnTo>
                  <a:lnTo>
                    <a:pt x="645" y="656"/>
                  </a:lnTo>
                  <a:lnTo>
                    <a:pt x="643" y="652"/>
                  </a:lnTo>
                  <a:lnTo>
                    <a:pt x="640" y="647"/>
                  </a:lnTo>
                  <a:lnTo>
                    <a:pt x="639" y="643"/>
                  </a:lnTo>
                  <a:lnTo>
                    <a:pt x="639" y="637"/>
                  </a:lnTo>
                  <a:lnTo>
                    <a:pt x="640" y="631"/>
                  </a:lnTo>
                  <a:lnTo>
                    <a:pt x="710" y="394"/>
                  </a:lnTo>
                  <a:lnTo>
                    <a:pt x="710" y="394"/>
                  </a:lnTo>
                  <a:lnTo>
                    <a:pt x="684" y="385"/>
                  </a:lnTo>
                  <a:lnTo>
                    <a:pt x="655" y="377"/>
                  </a:lnTo>
                  <a:lnTo>
                    <a:pt x="655" y="377"/>
                  </a:lnTo>
                  <a:lnTo>
                    <a:pt x="655" y="377"/>
                  </a:lnTo>
                  <a:lnTo>
                    <a:pt x="636" y="373"/>
                  </a:lnTo>
                  <a:lnTo>
                    <a:pt x="614" y="371"/>
                  </a:lnTo>
                  <a:lnTo>
                    <a:pt x="614" y="438"/>
                  </a:lnTo>
                  <a:lnTo>
                    <a:pt x="614" y="438"/>
                  </a:lnTo>
                  <a:lnTo>
                    <a:pt x="614" y="443"/>
                  </a:lnTo>
                  <a:lnTo>
                    <a:pt x="612" y="449"/>
                  </a:lnTo>
                  <a:lnTo>
                    <a:pt x="609" y="453"/>
                  </a:lnTo>
                  <a:lnTo>
                    <a:pt x="606" y="457"/>
                  </a:lnTo>
                  <a:lnTo>
                    <a:pt x="603" y="460"/>
                  </a:lnTo>
                  <a:lnTo>
                    <a:pt x="598" y="463"/>
                  </a:lnTo>
                  <a:lnTo>
                    <a:pt x="592" y="465"/>
                  </a:lnTo>
                  <a:lnTo>
                    <a:pt x="587" y="466"/>
                  </a:lnTo>
                  <a:lnTo>
                    <a:pt x="587" y="466"/>
                  </a:lnTo>
                  <a:lnTo>
                    <a:pt x="581" y="465"/>
                  </a:lnTo>
                  <a:lnTo>
                    <a:pt x="576" y="463"/>
                  </a:lnTo>
                  <a:lnTo>
                    <a:pt x="572" y="460"/>
                  </a:lnTo>
                  <a:lnTo>
                    <a:pt x="567" y="457"/>
                  </a:lnTo>
                  <a:lnTo>
                    <a:pt x="564" y="453"/>
                  </a:lnTo>
                  <a:lnTo>
                    <a:pt x="562" y="449"/>
                  </a:lnTo>
                  <a:lnTo>
                    <a:pt x="560" y="443"/>
                  </a:lnTo>
                  <a:lnTo>
                    <a:pt x="559" y="438"/>
                  </a:lnTo>
                  <a:lnTo>
                    <a:pt x="559" y="371"/>
                  </a:lnTo>
                  <a:lnTo>
                    <a:pt x="559" y="371"/>
                  </a:lnTo>
                  <a:lnTo>
                    <a:pt x="539" y="373"/>
                  </a:lnTo>
                  <a:lnTo>
                    <a:pt x="519" y="377"/>
                  </a:lnTo>
                  <a:lnTo>
                    <a:pt x="519" y="377"/>
                  </a:lnTo>
                  <a:lnTo>
                    <a:pt x="518" y="377"/>
                  </a:lnTo>
                  <a:lnTo>
                    <a:pt x="518" y="377"/>
                  </a:lnTo>
                  <a:lnTo>
                    <a:pt x="491" y="385"/>
                  </a:lnTo>
                  <a:lnTo>
                    <a:pt x="464" y="394"/>
                  </a:lnTo>
                  <a:lnTo>
                    <a:pt x="534" y="631"/>
                  </a:lnTo>
                  <a:lnTo>
                    <a:pt x="534" y="631"/>
                  </a:lnTo>
                  <a:lnTo>
                    <a:pt x="534" y="637"/>
                  </a:lnTo>
                  <a:lnTo>
                    <a:pt x="534" y="643"/>
                  </a:lnTo>
                  <a:lnTo>
                    <a:pt x="533" y="647"/>
                  </a:lnTo>
                  <a:lnTo>
                    <a:pt x="532" y="652"/>
                  </a:lnTo>
                  <a:lnTo>
                    <a:pt x="528" y="656"/>
                  </a:lnTo>
                  <a:lnTo>
                    <a:pt x="525" y="660"/>
                  </a:lnTo>
                  <a:lnTo>
                    <a:pt x="520" y="663"/>
                  </a:lnTo>
                  <a:lnTo>
                    <a:pt x="515" y="665"/>
                  </a:lnTo>
                  <a:lnTo>
                    <a:pt x="515" y="665"/>
                  </a:lnTo>
                  <a:lnTo>
                    <a:pt x="510" y="667"/>
                  </a:lnTo>
                  <a:lnTo>
                    <a:pt x="504" y="665"/>
                  </a:lnTo>
                  <a:lnTo>
                    <a:pt x="499" y="664"/>
                  </a:lnTo>
                  <a:lnTo>
                    <a:pt x="494" y="663"/>
                  </a:lnTo>
                  <a:lnTo>
                    <a:pt x="490" y="660"/>
                  </a:lnTo>
                  <a:lnTo>
                    <a:pt x="486" y="656"/>
                  </a:lnTo>
                  <a:lnTo>
                    <a:pt x="483" y="652"/>
                  </a:lnTo>
                  <a:lnTo>
                    <a:pt x="482" y="646"/>
                  </a:lnTo>
                  <a:lnTo>
                    <a:pt x="381" y="303"/>
                  </a:lnTo>
                  <a:lnTo>
                    <a:pt x="381" y="303"/>
                  </a:lnTo>
                  <a:close/>
                </a:path>
              </a:pathLst>
            </a:custGeom>
            <a:solidFill>
              <a:schemeClr val="bg1"/>
            </a:solidFill>
            <a:ln>
              <a:noFill/>
            </a:ln>
          </p:spPr>
          <p:txBody>
            <a:bodyPr vert="horz" wrap="square" lIns="91440" tIns="45720" rIns="91440" bIns="45720" numCol="1" anchor="t" anchorCtr="0" compatLnSpc="1"/>
            <a:lstStyle/>
            <a:p>
              <a:endParaRPr lang="ko-KR" altLang="en-US">
                <a:cs typeface="字魂创中黑" panose="00000500000000000000" charset="-122"/>
              </a:endParaRPr>
            </a:p>
          </p:txBody>
        </p:sp>
        <p:sp>
          <p:nvSpPr>
            <p:cNvPr id="25" name="图形"/>
            <p:cNvSpPr/>
            <p:nvPr/>
          </p:nvSpPr>
          <p:spPr>
            <a:xfrm rot="16200000">
              <a:off x="6776" y="5100"/>
              <a:ext cx="1187" cy="118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cs typeface="字魂创中黑" panose="00000500000000000000" charset="-122"/>
              </a:endParaRPr>
            </a:p>
          </p:txBody>
        </p:sp>
        <p:sp>
          <p:nvSpPr>
            <p:cNvPr id="26" name="图形"/>
            <p:cNvSpPr>
              <a:spLocks noEditPoints="1"/>
            </p:cNvSpPr>
            <p:nvPr/>
          </p:nvSpPr>
          <p:spPr bwMode="auto">
            <a:xfrm>
              <a:off x="7022" y="5410"/>
              <a:ext cx="565" cy="568"/>
            </a:xfrm>
            <a:custGeom>
              <a:gdLst>
                <a:gd name="T0" fmla="*/ 634 w 1166"/>
                <a:gd name="T1" fmla="*/ 983 h 1168"/>
                <a:gd name="T2" fmla="*/ 855 w 1166"/>
                <a:gd name="T3" fmla="*/ 885 h 1168"/>
                <a:gd name="T4" fmla="*/ 878 w 1166"/>
                <a:gd name="T5" fmla="*/ 852 h 1168"/>
                <a:gd name="T6" fmla="*/ 1163 w 1166"/>
                <a:gd name="T7" fmla="*/ 908 h 1168"/>
                <a:gd name="T8" fmla="*/ 937 w 1166"/>
                <a:gd name="T9" fmla="*/ 931 h 1168"/>
                <a:gd name="T10" fmla="*/ 921 w 1166"/>
                <a:gd name="T11" fmla="*/ 1044 h 1168"/>
                <a:gd name="T12" fmla="*/ 709 w 1166"/>
                <a:gd name="T13" fmla="*/ 1138 h 1168"/>
                <a:gd name="T14" fmla="*/ 673 w 1166"/>
                <a:gd name="T15" fmla="*/ 1168 h 1168"/>
                <a:gd name="T16" fmla="*/ 410 w 1166"/>
                <a:gd name="T17" fmla="*/ 1096 h 1168"/>
                <a:gd name="T18" fmla="*/ 209 w 1166"/>
                <a:gd name="T19" fmla="*/ 730 h 1168"/>
                <a:gd name="T20" fmla="*/ 249 w 1166"/>
                <a:gd name="T21" fmla="*/ 708 h 1168"/>
                <a:gd name="T22" fmla="*/ 257 w 1166"/>
                <a:gd name="T23" fmla="*/ 575 h 1168"/>
                <a:gd name="T24" fmla="*/ 53 w 1166"/>
                <a:gd name="T25" fmla="*/ 540 h 1168"/>
                <a:gd name="T26" fmla="*/ 10 w 1166"/>
                <a:gd name="T27" fmla="*/ 568 h 1168"/>
                <a:gd name="T28" fmla="*/ 10 w 1166"/>
                <a:gd name="T29" fmla="*/ 700 h 1168"/>
                <a:gd name="T30" fmla="*/ 223 w 1166"/>
                <a:gd name="T31" fmla="*/ 953 h 1168"/>
                <a:gd name="T32" fmla="*/ 333 w 1166"/>
                <a:gd name="T33" fmla="*/ 797 h 1168"/>
                <a:gd name="T34" fmla="*/ 489 w 1166"/>
                <a:gd name="T35" fmla="*/ 731 h 1168"/>
                <a:gd name="T36" fmla="*/ 420 w 1166"/>
                <a:gd name="T37" fmla="*/ 898 h 1168"/>
                <a:gd name="T38" fmla="*/ 298 w 1166"/>
                <a:gd name="T39" fmla="*/ 1036 h 1168"/>
                <a:gd name="T40" fmla="*/ 228 w 1166"/>
                <a:gd name="T41" fmla="*/ 1031 h 1168"/>
                <a:gd name="T42" fmla="*/ 215 w 1166"/>
                <a:gd name="T43" fmla="*/ 963 h 1168"/>
                <a:gd name="T44" fmla="*/ 566 w 1166"/>
                <a:gd name="T45" fmla="*/ 11 h 1168"/>
                <a:gd name="T46" fmla="*/ 606 w 1166"/>
                <a:gd name="T47" fmla="*/ 58 h 1168"/>
                <a:gd name="T48" fmla="*/ 610 w 1166"/>
                <a:gd name="T49" fmla="*/ 113 h 1168"/>
                <a:gd name="T50" fmla="*/ 576 w 1166"/>
                <a:gd name="T51" fmla="*/ 176 h 1168"/>
                <a:gd name="T52" fmla="*/ 517 w 1166"/>
                <a:gd name="T53" fmla="*/ 208 h 1168"/>
                <a:gd name="T54" fmla="*/ 467 w 1166"/>
                <a:gd name="T55" fmla="*/ 189 h 1168"/>
                <a:gd name="T56" fmla="*/ 435 w 1166"/>
                <a:gd name="T57" fmla="*/ 127 h 1168"/>
                <a:gd name="T58" fmla="*/ 438 w 1166"/>
                <a:gd name="T59" fmla="*/ 66 h 1168"/>
                <a:gd name="T60" fmla="*/ 474 w 1166"/>
                <a:gd name="T61" fmla="*/ 16 h 1168"/>
                <a:gd name="T62" fmla="*/ 532 w 1166"/>
                <a:gd name="T63" fmla="*/ 1 h 1168"/>
                <a:gd name="T64" fmla="*/ 564 w 1166"/>
                <a:gd name="T65" fmla="*/ 268 h 1168"/>
                <a:gd name="T66" fmla="*/ 684 w 1166"/>
                <a:gd name="T67" fmla="*/ 378 h 1168"/>
                <a:gd name="T68" fmla="*/ 822 w 1166"/>
                <a:gd name="T69" fmla="*/ 391 h 1168"/>
                <a:gd name="T70" fmla="*/ 861 w 1166"/>
                <a:gd name="T71" fmla="*/ 417 h 1168"/>
                <a:gd name="T72" fmla="*/ 851 w 1166"/>
                <a:gd name="T73" fmla="*/ 471 h 1168"/>
                <a:gd name="T74" fmla="*/ 725 w 1166"/>
                <a:gd name="T75" fmla="*/ 489 h 1168"/>
                <a:gd name="T76" fmla="*/ 633 w 1166"/>
                <a:gd name="T77" fmla="*/ 467 h 1168"/>
                <a:gd name="T78" fmla="*/ 547 w 1166"/>
                <a:gd name="T79" fmla="*/ 559 h 1168"/>
                <a:gd name="T80" fmla="*/ 683 w 1166"/>
                <a:gd name="T81" fmla="*/ 630 h 1168"/>
                <a:gd name="T82" fmla="*/ 768 w 1166"/>
                <a:gd name="T83" fmla="*/ 746 h 1168"/>
                <a:gd name="T84" fmla="*/ 805 w 1166"/>
                <a:gd name="T85" fmla="*/ 877 h 1168"/>
                <a:gd name="T86" fmla="*/ 753 w 1166"/>
                <a:gd name="T87" fmla="*/ 919 h 1168"/>
                <a:gd name="T88" fmla="*/ 700 w 1166"/>
                <a:gd name="T89" fmla="*/ 890 h 1168"/>
                <a:gd name="T90" fmla="*/ 587 w 1166"/>
                <a:gd name="T91" fmla="*/ 728 h 1168"/>
                <a:gd name="T92" fmla="*/ 331 w 1166"/>
                <a:gd name="T93" fmla="*/ 633 h 1168"/>
                <a:gd name="T94" fmla="*/ 291 w 1166"/>
                <a:gd name="T95" fmla="*/ 579 h 1168"/>
                <a:gd name="T96" fmla="*/ 266 w 1166"/>
                <a:gd name="T97" fmla="*/ 358 h 1168"/>
                <a:gd name="T98" fmla="*/ 234 w 1166"/>
                <a:gd name="T99" fmla="*/ 414 h 1168"/>
                <a:gd name="T100" fmla="*/ 205 w 1166"/>
                <a:gd name="T101" fmla="*/ 510 h 1168"/>
                <a:gd name="T102" fmla="*/ 150 w 1166"/>
                <a:gd name="T103" fmla="*/ 508 h 1168"/>
                <a:gd name="T104" fmla="*/ 136 w 1166"/>
                <a:gd name="T105" fmla="*/ 437 h 1168"/>
                <a:gd name="T106" fmla="*/ 184 w 1166"/>
                <a:gd name="T107" fmla="*/ 298 h 1168"/>
                <a:gd name="T108" fmla="*/ 353 w 1166"/>
                <a:gd name="T109" fmla="*/ 213 h 1168"/>
                <a:gd name="T110" fmla="*/ 447 w 1166"/>
                <a:gd name="T111" fmla="*/ 226 h 116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66" h="1168">
                  <a:moveTo>
                    <a:pt x="436" y="1086"/>
                  </a:moveTo>
                  <a:lnTo>
                    <a:pt x="627" y="1086"/>
                  </a:lnTo>
                  <a:lnTo>
                    <a:pt x="627" y="1004"/>
                  </a:lnTo>
                  <a:lnTo>
                    <a:pt x="627" y="1004"/>
                  </a:lnTo>
                  <a:lnTo>
                    <a:pt x="628" y="997"/>
                  </a:lnTo>
                  <a:lnTo>
                    <a:pt x="630" y="990"/>
                  </a:lnTo>
                  <a:lnTo>
                    <a:pt x="634" y="983"/>
                  </a:lnTo>
                  <a:lnTo>
                    <a:pt x="638" y="978"/>
                  </a:lnTo>
                  <a:lnTo>
                    <a:pt x="643" y="973"/>
                  </a:lnTo>
                  <a:lnTo>
                    <a:pt x="650" y="971"/>
                  </a:lnTo>
                  <a:lnTo>
                    <a:pt x="657" y="968"/>
                  </a:lnTo>
                  <a:lnTo>
                    <a:pt x="664" y="967"/>
                  </a:lnTo>
                  <a:lnTo>
                    <a:pt x="855" y="967"/>
                  </a:lnTo>
                  <a:lnTo>
                    <a:pt x="855" y="885"/>
                  </a:lnTo>
                  <a:lnTo>
                    <a:pt x="855" y="885"/>
                  </a:lnTo>
                  <a:lnTo>
                    <a:pt x="856" y="878"/>
                  </a:lnTo>
                  <a:lnTo>
                    <a:pt x="859" y="872"/>
                  </a:lnTo>
                  <a:lnTo>
                    <a:pt x="862" y="865"/>
                  </a:lnTo>
                  <a:lnTo>
                    <a:pt x="867" y="859"/>
                  </a:lnTo>
                  <a:lnTo>
                    <a:pt x="871" y="854"/>
                  </a:lnTo>
                  <a:lnTo>
                    <a:pt x="878" y="852"/>
                  </a:lnTo>
                  <a:lnTo>
                    <a:pt x="885" y="850"/>
                  </a:lnTo>
                  <a:lnTo>
                    <a:pt x="892" y="849"/>
                  </a:lnTo>
                  <a:lnTo>
                    <a:pt x="1166" y="849"/>
                  </a:lnTo>
                  <a:lnTo>
                    <a:pt x="1166" y="894"/>
                  </a:lnTo>
                  <a:lnTo>
                    <a:pt x="1166" y="894"/>
                  </a:lnTo>
                  <a:lnTo>
                    <a:pt x="1165" y="901"/>
                  </a:lnTo>
                  <a:lnTo>
                    <a:pt x="1163" y="908"/>
                  </a:lnTo>
                  <a:lnTo>
                    <a:pt x="1160" y="915"/>
                  </a:lnTo>
                  <a:lnTo>
                    <a:pt x="1155" y="921"/>
                  </a:lnTo>
                  <a:lnTo>
                    <a:pt x="1150" y="925"/>
                  </a:lnTo>
                  <a:lnTo>
                    <a:pt x="1144" y="927"/>
                  </a:lnTo>
                  <a:lnTo>
                    <a:pt x="1136" y="930"/>
                  </a:lnTo>
                  <a:lnTo>
                    <a:pt x="1129" y="931"/>
                  </a:lnTo>
                  <a:lnTo>
                    <a:pt x="937" y="931"/>
                  </a:lnTo>
                  <a:lnTo>
                    <a:pt x="937" y="1013"/>
                  </a:lnTo>
                  <a:lnTo>
                    <a:pt x="937" y="1013"/>
                  </a:lnTo>
                  <a:lnTo>
                    <a:pt x="937" y="1020"/>
                  </a:lnTo>
                  <a:lnTo>
                    <a:pt x="935" y="1027"/>
                  </a:lnTo>
                  <a:lnTo>
                    <a:pt x="932" y="1034"/>
                  </a:lnTo>
                  <a:lnTo>
                    <a:pt x="927" y="1039"/>
                  </a:lnTo>
                  <a:lnTo>
                    <a:pt x="921" y="1044"/>
                  </a:lnTo>
                  <a:lnTo>
                    <a:pt x="916" y="1046"/>
                  </a:lnTo>
                  <a:lnTo>
                    <a:pt x="909" y="1048"/>
                  </a:lnTo>
                  <a:lnTo>
                    <a:pt x="901" y="1049"/>
                  </a:lnTo>
                  <a:lnTo>
                    <a:pt x="709" y="1049"/>
                  </a:lnTo>
                  <a:lnTo>
                    <a:pt x="709" y="1132"/>
                  </a:lnTo>
                  <a:lnTo>
                    <a:pt x="709" y="1132"/>
                  </a:lnTo>
                  <a:lnTo>
                    <a:pt x="709" y="1138"/>
                  </a:lnTo>
                  <a:lnTo>
                    <a:pt x="707" y="1145"/>
                  </a:lnTo>
                  <a:lnTo>
                    <a:pt x="703" y="1152"/>
                  </a:lnTo>
                  <a:lnTo>
                    <a:pt x="699" y="1158"/>
                  </a:lnTo>
                  <a:lnTo>
                    <a:pt x="693" y="1162"/>
                  </a:lnTo>
                  <a:lnTo>
                    <a:pt x="687" y="1165"/>
                  </a:lnTo>
                  <a:lnTo>
                    <a:pt x="681" y="1167"/>
                  </a:lnTo>
                  <a:lnTo>
                    <a:pt x="673" y="1168"/>
                  </a:lnTo>
                  <a:lnTo>
                    <a:pt x="399" y="1168"/>
                  </a:lnTo>
                  <a:lnTo>
                    <a:pt x="399" y="1123"/>
                  </a:lnTo>
                  <a:lnTo>
                    <a:pt x="399" y="1123"/>
                  </a:lnTo>
                  <a:lnTo>
                    <a:pt x="400" y="1116"/>
                  </a:lnTo>
                  <a:lnTo>
                    <a:pt x="402" y="1109"/>
                  </a:lnTo>
                  <a:lnTo>
                    <a:pt x="406" y="1102"/>
                  </a:lnTo>
                  <a:lnTo>
                    <a:pt x="410" y="1096"/>
                  </a:lnTo>
                  <a:lnTo>
                    <a:pt x="416" y="1092"/>
                  </a:lnTo>
                  <a:lnTo>
                    <a:pt x="422" y="1089"/>
                  </a:lnTo>
                  <a:lnTo>
                    <a:pt x="428" y="1087"/>
                  </a:lnTo>
                  <a:lnTo>
                    <a:pt x="436" y="1086"/>
                  </a:lnTo>
                  <a:lnTo>
                    <a:pt x="436" y="1086"/>
                  </a:lnTo>
                  <a:close/>
                  <a:moveTo>
                    <a:pt x="37" y="715"/>
                  </a:moveTo>
                  <a:lnTo>
                    <a:pt x="209" y="730"/>
                  </a:lnTo>
                  <a:lnTo>
                    <a:pt x="209" y="730"/>
                  </a:lnTo>
                  <a:lnTo>
                    <a:pt x="218" y="730"/>
                  </a:lnTo>
                  <a:lnTo>
                    <a:pt x="226" y="728"/>
                  </a:lnTo>
                  <a:lnTo>
                    <a:pt x="233" y="724"/>
                  </a:lnTo>
                  <a:lnTo>
                    <a:pt x="240" y="721"/>
                  </a:lnTo>
                  <a:lnTo>
                    <a:pt x="246" y="715"/>
                  </a:lnTo>
                  <a:lnTo>
                    <a:pt x="249" y="708"/>
                  </a:lnTo>
                  <a:lnTo>
                    <a:pt x="253" y="700"/>
                  </a:lnTo>
                  <a:lnTo>
                    <a:pt x="254" y="692"/>
                  </a:lnTo>
                  <a:lnTo>
                    <a:pt x="263" y="599"/>
                  </a:lnTo>
                  <a:lnTo>
                    <a:pt x="263" y="599"/>
                  </a:lnTo>
                  <a:lnTo>
                    <a:pt x="262" y="590"/>
                  </a:lnTo>
                  <a:lnTo>
                    <a:pt x="261" y="582"/>
                  </a:lnTo>
                  <a:lnTo>
                    <a:pt x="257" y="575"/>
                  </a:lnTo>
                  <a:lnTo>
                    <a:pt x="253" y="568"/>
                  </a:lnTo>
                  <a:lnTo>
                    <a:pt x="247" y="562"/>
                  </a:lnTo>
                  <a:lnTo>
                    <a:pt x="240" y="559"/>
                  </a:lnTo>
                  <a:lnTo>
                    <a:pt x="233" y="555"/>
                  </a:lnTo>
                  <a:lnTo>
                    <a:pt x="225" y="554"/>
                  </a:lnTo>
                  <a:lnTo>
                    <a:pt x="53" y="540"/>
                  </a:lnTo>
                  <a:lnTo>
                    <a:pt x="53" y="540"/>
                  </a:lnTo>
                  <a:lnTo>
                    <a:pt x="44" y="540"/>
                  </a:lnTo>
                  <a:lnTo>
                    <a:pt x="36" y="541"/>
                  </a:lnTo>
                  <a:lnTo>
                    <a:pt x="29" y="544"/>
                  </a:lnTo>
                  <a:lnTo>
                    <a:pt x="22" y="549"/>
                  </a:lnTo>
                  <a:lnTo>
                    <a:pt x="16" y="554"/>
                  </a:lnTo>
                  <a:lnTo>
                    <a:pt x="13" y="561"/>
                  </a:lnTo>
                  <a:lnTo>
                    <a:pt x="10" y="568"/>
                  </a:lnTo>
                  <a:lnTo>
                    <a:pt x="8" y="576"/>
                  </a:lnTo>
                  <a:lnTo>
                    <a:pt x="0" y="671"/>
                  </a:lnTo>
                  <a:lnTo>
                    <a:pt x="0" y="671"/>
                  </a:lnTo>
                  <a:lnTo>
                    <a:pt x="0" y="679"/>
                  </a:lnTo>
                  <a:lnTo>
                    <a:pt x="2" y="687"/>
                  </a:lnTo>
                  <a:lnTo>
                    <a:pt x="5" y="694"/>
                  </a:lnTo>
                  <a:lnTo>
                    <a:pt x="10" y="700"/>
                  </a:lnTo>
                  <a:lnTo>
                    <a:pt x="15" y="706"/>
                  </a:lnTo>
                  <a:lnTo>
                    <a:pt x="22" y="711"/>
                  </a:lnTo>
                  <a:lnTo>
                    <a:pt x="29" y="714"/>
                  </a:lnTo>
                  <a:lnTo>
                    <a:pt x="37" y="715"/>
                  </a:lnTo>
                  <a:lnTo>
                    <a:pt x="37" y="715"/>
                  </a:lnTo>
                  <a:close/>
                  <a:moveTo>
                    <a:pt x="223" y="953"/>
                  </a:moveTo>
                  <a:lnTo>
                    <a:pt x="223" y="953"/>
                  </a:lnTo>
                  <a:lnTo>
                    <a:pt x="278" y="889"/>
                  </a:lnTo>
                  <a:lnTo>
                    <a:pt x="297" y="862"/>
                  </a:lnTo>
                  <a:lnTo>
                    <a:pt x="306" y="851"/>
                  </a:lnTo>
                  <a:lnTo>
                    <a:pt x="313" y="838"/>
                  </a:lnTo>
                  <a:lnTo>
                    <a:pt x="320" y="826"/>
                  </a:lnTo>
                  <a:lnTo>
                    <a:pt x="327" y="812"/>
                  </a:lnTo>
                  <a:lnTo>
                    <a:pt x="333" y="797"/>
                  </a:lnTo>
                  <a:lnTo>
                    <a:pt x="338" y="780"/>
                  </a:lnTo>
                  <a:lnTo>
                    <a:pt x="350" y="741"/>
                  </a:lnTo>
                  <a:lnTo>
                    <a:pt x="362" y="691"/>
                  </a:lnTo>
                  <a:lnTo>
                    <a:pt x="362" y="691"/>
                  </a:lnTo>
                  <a:lnTo>
                    <a:pt x="476" y="728"/>
                  </a:lnTo>
                  <a:lnTo>
                    <a:pt x="476" y="728"/>
                  </a:lnTo>
                  <a:lnTo>
                    <a:pt x="489" y="731"/>
                  </a:lnTo>
                  <a:lnTo>
                    <a:pt x="489" y="731"/>
                  </a:lnTo>
                  <a:lnTo>
                    <a:pt x="469" y="788"/>
                  </a:lnTo>
                  <a:lnTo>
                    <a:pt x="454" y="832"/>
                  </a:lnTo>
                  <a:lnTo>
                    <a:pt x="446" y="851"/>
                  </a:lnTo>
                  <a:lnTo>
                    <a:pt x="438" y="868"/>
                  </a:lnTo>
                  <a:lnTo>
                    <a:pt x="428" y="883"/>
                  </a:lnTo>
                  <a:lnTo>
                    <a:pt x="420" y="898"/>
                  </a:lnTo>
                  <a:lnTo>
                    <a:pt x="411" y="911"/>
                  </a:lnTo>
                  <a:lnTo>
                    <a:pt x="401" y="925"/>
                  </a:lnTo>
                  <a:lnTo>
                    <a:pt x="376" y="954"/>
                  </a:lnTo>
                  <a:lnTo>
                    <a:pt x="346" y="987"/>
                  </a:lnTo>
                  <a:lnTo>
                    <a:pt x="307" y="1028"/>
                  </a:lnTo>
                  <a:lnTo>
                    <a:pt x="307" y="1028"/>
                  </a:lnTo>
                  <a:lnTo>
                    <a:pt x="298" y="1036"/>
                  </a:lnTo>
                  <a:lnTo>
                    <a:pt x="287" y="1043"/>
                  </a:lnTo>
                  <a:lnTo>
                    <a:pt x="277" y="1046"/>
                  </a:lnTo>
                  <a:lnTo>
                    <a:pt x="266" y="1046"/>
                  </a:lnTo>
                  <a:lnTo>
                    <a:pt x="255" y="1046"/>
                  </a:lnTo>
                  <a:lnTo>
                    <a:pt x="245" y="1043"/>
                  </a:lnTo>
                  <a:lnTo>
                    <a:pt x="236" y="1038"/>
                  </a:lnTo>
                  <a:lnTo>
                    <a:pt x="228" y="1031"/>
                  </a:lnTo>
                  <a:lnTo>
                    <a:pt x="220" y="1024"/>
                  </a:lnTo>
                  <a:lnTo>
                    <a:pt x="214" y="1015"/>
                  </a:lnTo>
                  <a:lnTo>
                    <a:pt x="210" y="1006"/>
                  </a:lnTo>
                  <a:lnTo>
                    <a:pt x="208" y="996"/>
                  </a:lnTo>
                  <a:lnTo>
                    <a:pt x="208" y="986"/>
                  </a:lnTo>
                  <a:lnTo>
                    <a:pt x="210" y="974"/>
                  </a:lnTo>
                  <a:lnTo>
                    <a:pt x="215" y="963"/>
                  </a:lnTo>
                  <a:lnTo>
                    <a:pt x="223" y="953"/>
                  </a:lnTo>
                  <a:lnTo>
                    <a:pt x="223" y="953"/>
                  </a:lnTo>
                  <a:close/>
                  <a:moveTo>
                    <a:pt x="541" y="2"/>
                  </a:moveTo>
                  <a:lnTo>
                    <a:pt x="541" y="2"/>
                  </a:lnTo>
                  <a:lnTo>
                    <a:pt x="551" y="4"/>
                  </a:lnTo>
                  <a:lnTo>
                    <a:pt x="559" y="8"/>
                  </a:lnTo>
                  <a:lnTo>
                    <a:pt x="566" y="11"/>
                  </a:lnTo>
                  <a:lnTo>
                    <a:pt x="574" y="17"/>
                  </a:lnTo>
                  <a:lnTo>
                    <a:pt x="581" y="22"/>
                  </a:lnTo>
                  <a:lnTo>
                    <a:pt x="587" y="28"/>
                  </a:lnTo>
                  <a:lnTo>
                    <a:pt x="593" y="35"/>
                  </a:lnTo>
                  <a:lnTo>
                    <a:pt x="598" y="42"/>
                  </a:lnTo>
                  <a:lnTo>
                    <a:pt x="602" y="50"/>
                  </a:lnTo>
                  <a:lnTo>
                    <a:pt x="606" y="58"/>
                  </a:lnTo>
                  <a:lnTo>
                    <a:pt x="609" y="66"/>
                  </a:lnTo>
                  <a:lnTo>
                    <a:pt x="611" y="75"/>
                  </a:lnTo>
                  <a:lnTo>
                    <a:pt x="612" y="84"/>
                  </a:lnTo>
                  <a:lnTo>
                    <a:pt x="612" y="93"/>
                  </a:lnTo>
                  <a:lnTo>
                    <a:pt x="611" y="104"/>
                  </a:lnTo>
                  <a:lnTo>
                    <a:pt x="610" y="113"/>
                  </a:lnTo>
                  <a:lnTo>
                    <a:pt x="610" y="113"/>
                  </a:lnTo>
                  <a:lnTo>
                    <a:pt x="608" y="122"/>
                  </a:lnTo>
                  <a:lnTo>
                    <a:pt x="604" y="132"/>
                  </a:lnTo>
                  <a:lnTo>
                    <a:pt x="600" y="141"/>
                  </a:lnTo>
                  <a:lnTo>
                    <a:pt x="595" y="150"/>
                  </a:lnTo>
                  <a:lnTo>
                    <a:pt x="589" y="158"/>
                  </a:lnTo>
                  <a:lnTo>
                    <a:pt x="582" y="168"/>
                  </a:lnTo>
                  <a:lnTo>
                    <a:pt x="576" y="176"/>
                  </a:lnTo>
                  <a:lnTo>
                    <a:pt x="569" y="182"/>
                  </a:lnTo>
                  <a:lnTo>
                    <a:pt x="561" y="189"/>
                  </a:lnTo>
                  <a:lnTo>
                    <a:pt x="553" y="195"/>
                  </a:lnTo>
                  <a:lnTo>
                    <a:pt x="544" y="200"/>
                  </a:lnTo>
                  <a:lnTo>
                    <a:pt x="535" y="203"/>
                  </a:lnTo>
                  <a:lnTo>
                    <a:pt x="527" y="206"/>
                  </a:lnTo>
                  <a:lnTo>
                    <a:pt x="517" y="208"/>
                  </a:lnTo>
                  <a:lnTo>
                    <a:pt x="508" y="208"/>
                  </a:lnTo>
                  <a:lnTo>
                    <a:pt x="499" y="206"/>
                  </a:lnTo>
                  <a:lnTo>
                    <a:pt x="499" y="206"/>
                  </a:lnTo>
                  <a:lnTo>
                    <a:pt x="490" y="204"/>
                  </a:lnTo>
                  <a:lnTo>
                    <a:pt x="482" y="200"/>
                  </a:lnTo>
                  <a:lnTo>
                    <a:pt x="474" y="195"/>
                  </a:lnTo>
                  <a:lnTo>
                    <a:pt x="467" y="189"/>
                  </a:lnTo>
                  <a:lnTo>
                    <a:pt x="460" y="181"/>
                  </a:lnTo>
                  <a:lnTo>
                    <a:pt x="455" y="174"/>
                  </a:lnTo>
                  <a:lnTo>
                    <a:pt x="449" y="165"/>
                  </a:lnTo>
                  <a:lnTo>
                    <a:pt x="444" y="156"/>
                  </a:lnTo>
                  <a:lnTo>
                    <a:pt x="441" y="147"/>
                  </a:lnTo>
                  <a:lnTo>
                    <a:pt x="438" y="137"/>
                  </a:lnTo>
                  <a:lnTo>
                    <a:pt x="435" y="127"/>
                  </a:lnTo>
                  <a:lnTo>
                    <a:pt x="433" y="116"/>
                  </a:lnTo>
                  <a:lnTo>
                    <a:pt x="433" y="106"/>
                  </a:lnTo>
                  <a:lnTo>
                    <a:pt x="433" y="96"/>
                  </a:lnTo>
                  <a:lnTo>
                    <a:pt x="433" y="85"/>
                  </a:lnTo>
                  <a:lnTo>
                    <a:pt x="435" y="75"/>
                  </a:lnTo>
                  <a:lnTo>
                    <a:pt x="435" y="75"/>
                  </a:lnTo>
                  <a:lnTo>
                    <a:pt x="438" y="66"/>
                  </a:lnTo>
                  <a:lnTo>
                    <a:pt x="441" y="57"/>
                  </a:lnTo>
                  <a:lnTo>
                    <a:pt x="444" y="49"/>
                  </a:lnTo>
                  <a:lnTo>
                    <a:pt x="449" y="41"/>
                  </a:lnTo>
                  <a:lnTo>
                    <a:pt x="455" y="34"/>
                  </a:lnTo>
                  <a:lnTo>
                    <a:pt x="460" y="27"/>
                  </a:lnTo>
                  <a:lnTo>
                    <a:pt x="467" y="22"/>
                  </a:lnTo>
                  <a:lnTo>
                    <a:pt x="474" y="16"/>
                  </a:lnTo>
                  <a:lnTo>
                    <a:pt x="482" y="11"/>
                  </a:lnTo>
                  <a:lnTo>
                    <a:pt x="489" y="8"/>
                  </a:lnTo>
                  <a:lnTo>
                    <a:pt x="498" y="4"/>
                  </a:lnTo>
                  <a:lnTo>
                    <a:pt x="506" y="2"/>
                  </a:lnTo>
                  <a:lnTo>
                    <a:pt x="515" y="1"/>
                  </a:lnTo>
                  <a:lnTo>
                    <a:pt x="523" y="0"/>
                  </a:lnTo>
                  <a:lnTo>
                    <a:pt x="532" y="1"/>
                  </a:lnTo>
                  <a:lnTo>
                    <a:pt x="541" y="2"/>
                  </a:lnTo>
                  <a:lnTo>
                    <a:pt x="541" y="2"/>
                  </a:lnTo>
                  <a:close/>
                  <a:moveTo>
                    <a:pt x="531" y="253"/>
                  </a:moveTo>
                  <a:lnTo>
                    <a:pt x="531" y="253"/>
                  </a:lnTo>
                  <a:lnTo>
                    <a:pt x="540" y="257"/>
                  </a:lnTo>
                  <a:lnTo>
                    <a:pt x="552" y="261"/>
                  </a:lnTo>
                  <a:lnTo>
                    <a:pt x="564" y="268"/>
                  </a:lnTo>
                  <a:lnTo>
                    <a:pt x="570" y="273"/>
                  </a:lnTo>
                  <a:lnTo>
                    <a:pt x="576" y="277"/>
                  </a:lnTo>
                  <a:lnTo>
                    <a:pt x="576" y="277"/>
                  </a:lnTo>
                  <a:lnTo>
                    <a:pt x="650" y="349"/>
                  </a:lnTo>
                  <a:lnTo>
                    <a:pt x="662" y="360"/>
                  </a:lnTo>
                  <a:lnTo>
                    <a:pt x="674" y="370"/>
                  </a:lnTo>
                  <a:lnTo>
                    <a:pt x="684" y="378"/>
                  </a:lnTo>
                  <a:lnTo>
                    <a:pt x="694" y="383"/>
                  </a:lnTo>
                  <a:lnTo>
                    <a:pt x="705" y="388"/>
                  </a:lnTo>
                  <a:lnTo>
                    <a:pt x="716" y="390"/>
                  </a:lnTo>
                  <a:lnTo>
                    <a:pt x="727" y="392"/>
                  </a:lnTo>
                  <a:lnTo>
                    <a:pt x="741" y="393"/>
                  </a:lnTo>
                  <a:lnTo>
                    <a:pt x="775" y="393"/>
                  </a:lnTo>
                  <a:lnTo>
                    <a:pt x="822" y="391"/>
                  </a:lnTo>
                  <a:lnTo>
                    <a:pt x="822" y="391"/>
                  </a:lnTo>
                  <a:lnTo>
                    <a:pt x="831" y="392"/>
                  </a:lnTo>
                  <a:lnTo>
                    <a:pt x="840" y="395"/>
                  </a:lnTo>
                  <a:lnTo>
                    <a:pt x="847" y="398"/>
                  </a:lnTo>
                  <a:lnTo>
                    <a:pt x="853" y="404"/>
                  </a:lnTo>
                  <a:lnTo>
                    <a:pt x="858" y="411"/>
                  </a:lnTo>
                  <a:lnTo>
                    <a:pt x="861" y="417"/>
                  </a:lnTo>
                  <a:lnTo>
                    <a:pt x="862" y="425"/>
                  </a:lnTo>
                  <a:lnTo>
                    <a:pt x="863" y="433"/>
                  </a:lnTo>
                  <a:lnTo>
                    <a:pt x="863" y="443"/>
                  </a:lnTo>
                  <a:lnTo>
                    <a:pt x="862" y="451"/>
                  </a:lnTo>
                  <a:lnTo>
                    <a:pt x="859" y="457"/>
                  </a:lnTo>
                  <a:lnTo>
                    <a:pt x="855" y="464"/>
                  </a:lnTo>
                  <a:lnTo>
                    <a:pt x="851" y="471"/>
                  </a:lnTo>
                  <a:lnTo>
                    <a:pt x="845" y="476"/>
                  </a:lnTo>
                  <a:lnTo>
                    <a:pt x="837" y="479"/>
                  </a:lnTo>
                  <a:lnTo>
                    <a:pt x="829" y="480"/>
                  </a:lnTo>
                  <a:lnTo>
                    <a:pt x="829" y="480"/>
                  </a:lnTo>
                  <a:lnTo>
                    <a:pt x="780" y="486"/>
                  </a:lnTo>
                  <a:lnTo>
                    <a:pt x="741" y="489"/>
                  </a:lnTo>
                  <a:lnTo>
                    <a:pt x="725" y="489"/>
                  </a:lnTo>
                  <a:lnTo>
                    <a:pt x="710" y="489"/>
                  </a:lnTo>
                  <a:lnTo>
                    <a:pt x="697" y="489"/>
                  </a:lnTo>
                  <a:lnTo>
                    <a:pt x="683" y="487"/>
                  </a:lnTo>
                  <a:lnTo>
                    <a:pt x="670" y="484"/>
                  </a:lnTo>
                  <a:lnTo>
                    <a:pt x="658" y="479"/>
                  </a:lnTo>
                  <a:lnTo>
                    <a:pt x="646" y="473"/>
                  </a:lnTo>
                  <a:lnTo>
                    <a:pt x="633" y="467"/>
                  </a:lnTo>
                  <a:lnTo>
                    <a:pt x="619" y="456"/>
                  </a:lnTo>
                  <a:lnTo>
                    <a:pt x="604" y="446"/>
                  </a:lnTo>
                  <a:lnTo>
                    <a:pt x="569" y="416"/>
                  </a:lnTo>
                  <a:lnTo>
                    <a:pt x="546" y="544"/>
                  </a:lnTo>
                  <a:lnTo>
                    <a:pt x="546" y="544"/>
                  </a:lnTo>
                  <a:lnTo>
                    <a:pt x="545" y="552"/>
                  </a:lnTo>
                  <a:lnTo>
                    <a:pt x="547" y="559"/>
                  </a:lnTo>
                  <a:lnTo>
                    <a:pt x="552" y="565"/>
                  </a:lnTo>
                  <a:lnTo>
                    <a:pt x="557" y="569"/>
                  </a:lnTo>
                  <a:lnTo>
                    <a:pt x="557" y="569"/>
                  </a:lnTo>
                  <a:lnTo>
                    <a:pt x="608" y="591"/>
                  </a:lnTo>
                  <a:lnTo>
                    <a:pt x="649" y="610"/>
                  </a:lnTo>
                  <a:lnTo>
                    <a:pt x="667" y="619"/>
                  </a:lnTo>
                  <a:lnTo>
                    <a:pt x="683" y="630"/>
                  </a:lnTo>
                  <a:lnTo>
                    <a:pt x="698" y="640"/>
                  </a:lnTo>
                  <a:lnTo>
                    <a:pt x="711" y="652"/>
                  </a:lnTo>
                  <a:lnTo>
                    <a:pt x="724" y="666"/>
                  </a:lnTo>
                  <a:lnTo>
                    <a:pt x="735" y="682"/>
                  </a:lnTo>
                  <a:lnTo>
                    <a:pt x="747" y="700"/>
                  </a:lnTo>
                  <a:lnTo>
                    <a:pt x="758" y="722"/>
                  </a:lnTo>
                  <a:lnTo>
                    <a:pt x="768" y="746"/>
                  </a:lnTo>
                  <a:lnTo>
                    <a:pt x="780" y="775"/>
                  </a:lnTo>
                  <a:lnTo>
                    <a:pt x="791" y="806"/>
                  </a:lnTo>
                  <a:lnTo>
                    <a:pt x="803" y="843"/>
                  </a:lnTo>
                  <a:lnTo>
                    <a:pt x="803" y="843"/>
                  </a:lnTo>
                  <a:lnTo>
                    <a:pt x="806" y="856"/>
                  </a:lnTo>
                  <a:lnTo>
                    <a:pt x="807" y="867"/>
                  </a:lnTo>
                  <a:lnTo>
                    <a:pt x="805" y="877"/>
                  </a:lnTo>
                  <a:lnTo>
                    <a:pt x="802" y="886"/>
                  </a:lnTo>
                  <a:lnTo>
                    <a:pt x="796" y="895"/>
                  </a:lnTo>
                  <a:lnTo>
                    <a:pt x="789" y="902"/>
                  </a:lnTo>
                  <a:lnTo>
                    <a:pt x="781" y="909"/>
                  </a:lnTo>
                  <a:lnTo>
                    <a:pt x="772" y="914"/>
                  </a:lnTo>
                  <a:lnTo>
                    <a:pt x="763" y="917"/>
                  </a:lnTo>
                  <a:lnTo>
                    <a:pt x="753" y="919"/>
                  </a:lnTo>
                  <a:lnTo>
                    <a:pt x="742" y="919"/>
                  </a:lnTo>
                  <a:lnTo>
                    <a:pt x="733" y="917"/>
                  </a:lnTo>
                  <a:lnTo>
                    <a:pt x="723" y="914"/>
                  </a:lnTo>
                  <a:lnTo>
                    <a:pt x="715" y="908"/>
                  </a:lnTo>
                  <a:lnTo>
                    <a:pt x="707" y="900"/>
                  </a:lnTo>
                  <a:lnTo>
                    <a:pt x="700" y="890"/>
                  </a:lnTo>
                  <a:lnTo>
                    <a:pt x="700" y="890"/>
                  </a:lnTo>
                  <a:lnTo>
                    <a:pt x="682" y="854"/>
                  </a:lnTo>
                  <a:lnTo>
                    <a:pt x="665" y="824"/>
                  </a:lnTo>
                  <a:lnTo>
                    <a:pt x="649" y="798"/>
                  </a:lnTo>
                  <a:lnTo>
                    <a:pt x="634" y="776"/>
                  </a:lnTo>
                  <a:lnTo>
                    <a:pt x="619" y="757"/>
                  </a:lnTo>
                  <a:lnTo>
                    <a:pt x="603" y="741"/>
                  </a:lnTo>
                  <a:lnTo>
                    <a:pt x="587" y="728"/>
                  </a:lnTo>
                  <a:lnTo>
                    <a:pt x="570" y="716"/>
                  </a:lnTo>
                  <a:lnTo>
                    <a:pt x="551" y="707"/>
                  </a:lnTo>
                  <a:lnTo>
                    <a:pt x="530" y="698"/>
                  </a:lnTo>
                  <a:lnTo>
                    <a:pt x="506" y="689"/>
                  </a:lnTo>
                  <a:lnTo>
                    <a:pt x="480" y="680"/>
                  </a:lnTo>
                  <a:lnTo>
                    <a:pt x="415" y="660"/>
                  </a:lnTo>
                  <a:lnTo>
                    <a:pt x="331" y="633"/>
                  </a:lnTo>
                  <a:lnTo>
                    <a:pt x="331" y="633"/>
                  </a:lnTo>
                  <a:lnTo>
                    <a:pt x="321" y="626"/>
                  </a:lnTo>
                  <a:lnTo>
                    <a:pt x="312" y="618"/>
                  </a:lnTo>
                  <a:lnTo>
                    <a:pt x="304" y="610"/>
                  </a:lnTo>
                  <a:lnTo>
                    <a:pt x="298" y="600"/>
                  </a:lnTo>
                  <a:lnTo>
                    <a:pt x="295" y="590"/>
                  </a:lnTo>
                  <a:lnTo>
                    <a:pt x="291" y="579"/>
                  </a:lnTo>
                  <a:lnTo>
                    <a:pt x="290" y="567"/>
                  </a:lnTo>
                  <a:lnTo>
                    <a:pt x="289" y="555"/>
                  </a:lnTo>
                  <a:lnTo>
                    <a:pt x="329" y="335"/>
                  </a:lnTo>
                  <a:lnTo>
                    <a:pt x="329" y="335"/>
                  </a:lnTo>
                  <a:lnTo>
                    <a:pt x="298" y="346"/>
                  </a:lnTo>
                  <a:lnTo>
                    <a:pt x="275" y="354"/>
                  </a:lnTo>
                  <a:lnTo>
                    <a:pt x="266" y="358"/>
                  </a:lnTo>
                  <a:lnTo>
                    <a:pt x="259" y="364"/>
                  </a:lnTo>
                  <a:lnTo>
                    <a:pt x="253" y="370"/>
                  </a:lnTo>
                  <a:lnTo>
                    <a:pt x="248" y="375"/>
                  </a:lnTo>
                  <a:lnTo>
                    <a:pt x="244" y="383"/>
                  </a:lnTo>
                  <a:lnTo>
                    <a:pt x="240" y="392"/>
                  </a:lnTo>
                  <a:lnTo>
                    <a:pt x="238" y="403"/>
                  </a:lnTo>
                  <a:lnTo>
                    <a:pt x="234" y="414"/>
                  </a:lnTo>
                  <a:lnTo>
                    <a:pt x="229" y="445"/>
                  </a:lnTo>
                  <a:lnTo>
                    <a:pt x="222" y="485"/>
                  </a:lnTo>
                  <a:lnTo>
                    <a:pt x="222" y="485"/>
                  </a:lnTo>
                  <a:lnTo>
                    <a:pt x="220" y="493"/>
                  </a:lnTo>
                  <a:lnTo>
                    <a:pt x="216" y="500"/>
                  </a:lnTo>
                  <a:lnTo>
                    <a:pt x="210" y="505"/>
                  </a:lnTo>
                  <a:lnTo>
                    <a:pt x="205" y="510"/>
                  </a:lnTo>
                  <a:lnTo>
                    <a:pt x="197" y="513"/>
                  </a:lnTo>
                  <a:lnTo>
                    <a:pt x="189" y="516"/>
                  </a:lnTo>
                  <a:lnTo>
                    <a:pt x="181" y="517"/>
                  </a:lnTo>
                  <a:lnTo>
                    <a:pt x="173" y="516"/>
                  </a:lnTo>
                  <a:lnTo>
                    <a:pt x="165" y="514"/>
                  </a:lnTo>
                  <a:lnTo>
                    <a:pt x="157" y="511"/>
                  </a:lnTo>
                  <a:lnTo>
                    <a:pt x="150" y="508"/>
                  </a:lnTo>
                  <a:lnTo>
                    <a:pt x="144" y="502"/>
                  </a:lnTo>
                  <a:lnTo>
                    <a:pt x="139" y="495"/>
                  </a:lnTo>
                  <a:lnTo>
                    <a:pt x="135" y="488"/>
                  </a:lnTo>
                  <a:lnTo>
                    <a:pt x="133" y="479"/>
                  </a:lnTo>
                  <a:lnTo>
                    <a:pt x="133" y="469"/>
                  </a:lnTo>
                  <a:lnTo>
                    <a:pt x="133" y="469"/>
                  </a:lnTo>
                  <a:lnTo>
                    <a:pt x="136" y="437"/>
                  </a:lnTo>
                  <a:lnTo>
                    <a:pt x="141" y="408"/>
                  </a:lnTo>
                  <a:lnTo>
                    <a:pt x="145" y="383"/>
                  </a:lnTo>
                  <a:lnTo>
                    <a:pt x="151" y="362"/>
                  </a:lnTo>
                  <a:lnTo>
                    <a:pt x="157" y="342"/>
                  </a:lnTo>
                  <a:lnTo>
                    <a:pt x="165" y="325"/>
                  </a:lnTo>
                  <a:lnTo>
                    <a:pt x="174" y="310"/>
                  </a:lnTo>
                  <a:lnTo>
                    <a:pt x="184" y="298"/>
                  </a:lnTo>
                  <a:lnTo>
                    <a:pt x="197" y="285"/>
                  </a:lnTo>
                  <a:lnTo>
                    <a:pt x="212" y="275"/>
                  </a:lnTo>
                  <a:lnTo>
                    <a:pt x="229" y="265"/>
                  </a:lnTo>
                  <a:lnTo>
                    <a:pt x="248" y="255"/>
                  </a:lnTo>
                  <a:lnTo>
                    <a:pt x="270" y="245"/>
                  </a:lnTo>
                  <a:lnTo>
                    <a:pt x="294" y="236"/>
                  </a:lnTo>
                  <a:lnTo>
                    <a:pt x="353" y="213"/>
                  </a:lnTo>
                  <a:lnTo>
                    <a:pt x="353" y="213"/>
                  </a:lnTo>
                  <a:lnTo>
                    <a:pt x="363" y="211"/>
                  </a:lnTo>
                  <a:lnTo>
                    <a:pt x="376" y="211"/>
                  </a:lnTo>
                  <a:lnTo>
                    <a:pt x="390" y="212"/>
                  </a:lnTo>
                  <a:lnTo>
                    <a:pt x="403" y="214"/>
                  </a:lnTo>
                  <a:lnTo>
                    <a:pt x="430" y="220"/>
                  </a:lnTo>
                  <a:lnTo>
                    <a:pt x="447" y="226"/>
                  </a:lnTo>
                  <a:lnTo>
                    <a:pt x="499" y="318"/>
                  </a:lnTo>
                  <a:lnTo>
                    <a:pt x="531" y="253"/>
                  </a:lnTo>
                  <a:lnTo>
                    <a:pt x="531" y="253"/>
                  </a:lnTo>
                  <a:close/>
                </a:path>
              </a:pathLst>
            </a:custGeom>
            <a:solidFill>
              <a:schemeClr val="bg1"/>
            </a:solidFill>
            <a:ln>
              <a:noFill/>
            </a:ln>
          </p:spPr>
          <p:txBody>
            <a:bodyPr vert="horz" wrap="square" lIns="91440" tIns="45720" rIns="91440" bIns="45720" numCol="1" anchor="t" anchorCtr="0" compatLnSpc="1"/>
            <a:lstStyle/>
            <a:p>
              <a:endParaRPr lang="ko-KR" altLang="en-US">
                <a:cs typeface="字魂创中黑" panose="00000500000000000000" charset="-122"/>
              </a:endParaRPr>
            </a:p>
          </p:txBody>
        </p:sp>
        <p:sp>
          <p:nvSpPr>
            <p:cNvPr id="2" name="图形"/>
            <p:cNvSpPr/>
            <p:nvPr/>
          </p:nvSpPr>
          <p:spPr>
            <a:xfrm rot="16200000">
              <a:off x="11200" y="5100"/>
              <a:ext cx="1187" cy="118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cs typeface="字魂创中黑" panose="00000500000000000000" charset="-122"/>
              </a:endParaRPr>
            </a:p>
          </p:txBody>
        </p:sp>
        <p:sp>
          <p:nvSpPr>
            <p:cNvPr id="24" name="图形"/>
            <p:cNvSpPr>
              <a:spLocks noEditPoints="1"/>
            </p:cNvSpPr>
            <p:nvPr/>
          </p:nvSpPr>
          <p:spPr bwMode="auto">
            <a:xfrm>
              <a:off x="11564" y="5410"/>
              <a:ext cx="425" cy="567"/>
            </a:xfrm>
            <a:custGeom>
              <a:gdLst>
                <a:gd name="T0" fmla="*/ 538 w 879"/>
                <a:gd name="T1" fmla="*/ 845 h 1168"/>
                <a:gd name="T2" fmla="*/ 864 w 879"/>
                <a:gd name="T3" fmla="*/ 625 h 1168"/>
                <a:gd name="T4" fmla="*/ 852 w 879"/>
                <a:gd name="T5" fmla="*/ 861 h 1168"/>
                <a:gd name="T6" fmla="*/ 364 w 879"/>
                <a:gd name="T7" fmla="*/ 64 h 1168"/>
                <a:gd name="T8" fmla="*/ 366 w 879"/>
                <a:gd name="T9" fmla="*/ 51 h 1168"/>
                <a:gd name="T10" fmla="*/ 376 w 879"/>
                <a:gd name="T11" fmla="*/ 29 h 1168"/>
                <a:gd name="T12" fmla="*/ 393 w 879"/>
                <a:gd name="T13" fmla="*/ 11 h 1168"/>
                <a:gd name="T14" fmla="*/ 416 w 879"/>
                <a:gd name="T15" fmla="*/ 1 h 1168"/>
                <a:gd name="T16" fmla="*/ 428 w 879"/>
                <a:gd name="T17" fmla="*/ 0 h 1168"/>
                <a:gd name="T18" fmla="*/ 453 w 879"/>
                <a:gd name="T19" fmla="*/ 5 h 1168"/>
                <a:gd name="T20" fmla="*/ 474 w 879"/>
                <a:gd name="T21" fmla="*/ 18 h 1168"/>
                <a:gd name="T22" fmla="*/ 488 w 879"/>
                <a:gd name="T23" fmla="*/ 39 h 1168"/>
                <a:gd name="T24" fmla="*/ 492 w 879"/>
                <a:gd name="T25" fmla="*/ 64 h 1168"/>
                <a:gd name="T26" fmla="*/ 364 w 879"/>
                <a:gd name="T27" fmla="*/ 154 h 1168"/>
                <a:gd name="T28" fmla="*/ 364 w 879"/>
                <a:gd name="T29" fmla="*/ 64 h 1168"/>
                <a:gd name="T30" fmla="*/ 492 w 879"/>
                <a:gd name="T31" fmla="*/ 1059 h 1168"/>
                <a:gd name="T32" fmla="*/ 493 w 879"/>
                <a:gd name="T33" fmla="*/ 1062 h 1168"/>
                <a:gd name="T34" fmla="*/ 498 w 879"/>
                <a:gd name="T35" fmla="*/ 1071 h 1168"/>
                <a:gd name="T36" fmla="*/ 507 w 879"/>
                <a:gd name="T37" fmla="*/ 1077 h 1168"/>
                <a:gd name="T38" fmla="*/ 546 w 879"/>
                <a:gd name="T39" fmla="*/ 1077 h 1168"/>
                <a:gd name="T40" fmla="*/ 556 w 879"/>
                <a:gd name="T41" fmla="*/ 1078 h 1168"/>
                <a:gd name="T42" fmla="*/ 574 w 879"/>
                <a:gd name="T43" fmla="*/ 1086 h 1168"/>
                <a:gd name="T44" fmla="*/ 589 w 879"/>
                <a:gd name="T45" fmla="*/ 1100 h 1168"/>
                <a:gd name="T46" fmla="*/ 596 w 879"/>
                <a:gd name="T47" fmla="*/ 1118 h 1168"/>
                <a:gd name="T48" fmla="*/ 597 w 879"/>
                <a:gd name="T49" fmla="*/ 1168 h 1168"/>
                <a:gd name="T50" fmla="*/ 259 w 879"/>
                <a:gd name="T51" fmla="*/ 1128 h 1168"/>
                <a:gd name="T52" fmla="*/ 261 w 879"/>
                <a:gd name="T53" fmla="*/ 1118 h 1168"/>
                <a:gd name="T54" fmla="*/ 269 w 879"/>
                <a:gd name="T55" fmla="*/ 1100 h 1168"/>
                <a:gd name="T56" fmla="*/ 282 w 879"/>
                <a:gd name="T57" fmla="*/ 1086 h 1168"/>
                <a:gd name="T58" fmla="*/ 301 w 879"/>
                <a:gd name="T59" fmla="*/ 1078 h 1168"/>
                <a:gd name="T60" fmla="*/ 346 w 879"/>
                <a:gd name="T61" fmla="*/ 1077 h 1168"/>
                <a:gd name="T62" fmla="*/ 350 w 879"/>
                <a:gd name="T63" fmla="*/ 1077 h 1168"/>
                <a:gd name="T64" fmla="*/ 360 w 879"/>
                <a:gd name="T65" fmla="*/ 1071 h 1168"/>
                <a:gd name="T66" fmla="*/ 364 w 879"/>
                <a:gd name="T67" fmla="*/ 1062 h 1168"/>
                <a:gd name="T68" fmla="*/ 364 w 879"/>
                <a:gd name="T69" fmla="*/ 484 h 1168"/>
                <a:gd name="T70" fmla="*/ 492 w 879"/>
                <a:gd name="T71" fmla="*/ 477 h 1168"/>
                <a:gd name="T72" fmla="*/ 86 w 879"/>
                <a:gd name="T73" fmla="*/ 821 h 1168"/>
                <a:gd name="T74" fmla="*/ 99 w 879"/>
                <a:gd name="T75" fmla="*/ 585 h 1168"/>
                <a:gd name="T76" fmla="*/ 319 w 879"/>
                <a:gd name="T77" fmla="*/ 834 h 1168"/>
                <a:gd name="T78" fmla="*/ 15 w 879"/>
                <a:gd name="T79" fmla="*/ 219 h 1168"/>
                <a:gd name="T80" fmla="*/ 782 w 879"/>
                <a:gd name="T81" fmla="*/ 178 h 1168"/>
                <a:gd name="T82" fmla="*/ 795 w 879"/>
                <a:gd name="T83" fmla="*/ 415 h 1168"/>
                <a:gd name="T84" fmla="*/ 28 w 879"/>
                <a:gd name="T85" fmla="*/ 456 h 1168"/>
                <a:gd name="T86" fmla="*/ 15 w 879"/>
                <a:gd name="T87" fmla="*/ 219 h 116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79" h="1168">
                  <a:moveTo>
                    <a:pt x="852" y="861"/>
                  </a:moveTo>
                  <a:lnTo>
                    <a:pt x="538" y="845"/>
                  </a:lnTo>
                  <a:lnTo>
                    <a:pt x="538" y="608"/>
                  </a:lnTo>
                  <a:lnTo>
                    <a:pt x="864" y="625"/>
                  </a:lnTo>
                  <a:lnTo>
                    <a:pt x="767" y="738"/>
                  </a:lnTo>
                  <a:lnTo>
                    <a:pt x="852" y="861"/>
                  </a:lnTo>
                  <a:lnTo>
                    <a:pt x="852" y="861"/>
                  </a:lnTo>
                  <a:close/>
                  <a:moveTo>
                    <a:pt x="364" y="64"/>
                  </a:moveTo>
                  <a:lnTo>
                    <a:pt x="364" y="64"/>
                  </a:lnTo>
                  <a:lnTo>
                    <a:pt x="366" y="51"/>
                  </a:lnTo>
                  <a:lnTo>
                    <a:pt x="370" y="39"/>
                  </a:lnTo>
                  <a:lnTo>
                    <a:pt x="376" y="29"/>
                  </a:lnTo>
                  <a:lnTo>
                    <a:pt x="384" y="18"/>
                  </a:lnTo>
                  <a:lnTo>
                    <a:pt x="393" y="11"/>
                  </a:lnTo>
                  <a:lnTo>
                    <a:pt x="403" y="5"/>
                  </a:lnTo>
                  <a:lnTo>
                    <a:pt x="416" y="1"/>
                  </a:lnTo>
                  <a:lnTo>
                    <a:pt x="428" y="0"/>
                  </a:lnTo>
                  <a:lnTo>
                    <a:pt x="428" y="0"/>
                  </a:lnTo>
                  <a:lnTo>
                    <a:pt x="442" y="1"/>
                  </a:lnTo>
                  <a:lnTo>
                    <a:pt x="453" y="5"/>
                  </a:lnTo>
                  <a:lnTo>
                    <a:pt x="465" y="11"/>
                  </a:lnTo>
                  <a:lnTo>
                    <a:pt x="474" y="18"/>
                  </a:lnTo>
                  <a:lnTo>
                    <a:pt x="482" y="29"/>
                  </a:lnTo>
                  <a:lnTo>
                    <a:pt x="488" y="39"/>
                  </a:lnTo>
                  <a:lnTo>
                    <a:pt x="491" y="51"/>
                  </a:lnTo>
                  <a:lnTo>
                    <a:pt x="492" y="64"/>
                  </a:lnTo>
                  <a:lnTo>
                    <a:pt x="492" y="148"/>
                  </a:lnTo>
                  <a:lnTo>
                    <a:pt x="364" y="154"/>
                  </a:lnTo>
                  <a:lnTo>
                    <a:pt x="364" y="64"/>
                  </a:lnTo>
                  <a:lnTo>
                    <a:pt x="364" y="64"/>
                  </a:lnTo>
                  <a:close/>
                  <a:moveTo>
                    <a:pt x="492" y="477"/>
                  </a:moveTo>
                  <a:lnTo>
                    <a:pt x="492" y="1059"/>
                  </a:lnTo>
                  <a:lnTo>
                    <a:pt x="492" y="1059"/>
                  </a:lnTo>
                  <a:lnTo>
                    <a:pt x="493" y="1062"/>
                  </a:lnTo>
                  <a:lnTo>
                    <a:pt x="495" y="1066"/>
                  </a:lnTo>
                  <a:lnTo>
                    <a:pt x="498" y="1071"/>
                  </a:lnTo>
                  <a:lnTo>
                    <a:pt x="504" y="1076"/>
                  </a:lnTo>
                  <a:lnTo>
                    <a:pt x="507" y="1077"/>
                  </a:lnTo>
                  <a:lnTo>
                    <a:pt x="511" y="1077"/>
                  </a:lnTo>
                  <a:lnTo>
                    <a:pt x="546" y="1077"/>
                  </a:lnTo>
                  <a:lnTo>
                    <a:pt x="546" y="1077"/>
                  </a:lnTo>
                  <a:lnTo>
                    <a:pt x="556" y="1078"/>
                  </a:lnTo>
                  <a:lnTo>
                    <a:pt x="566" y="1082"/>
                  </a:lnTo>
                  <a:lnTo>
                    <a:pt x="574" y="1086"/>
                  </a:lnTo>
                  <a:lnTo>
                    <a:pt x="582" y="1092"/>
                  </a:lnTo>
                  <a:lnTo>
                    <a:pt x="589" y="1100"/>
                  </a:lnTo>
                  <a:lnTo>
                    <a:pt x="594" y="1109"/>
                  </a:lnTo>
                  <a:lnTo>
                    <a:pt x="596" y="1118"/>
                  </a:lnTo>
                  <a:lnTo>
                    <a:pt x="597" y="1128"/>
                  </a:lnTo>
                  <a:lnTo>
                    <a:pt x="597" y="1168"/>
                  </a:lnTo>
                  <a:lnTo>
                    <a:pt x="259" y="1168"/>
                  </a:lnTo>
                  <a:lnTo>
                    <a:pt x="259" y="1128"/>
                  </a:lnTo>
                  <a:lnTo>
                    <a:pt x="259" y="1128"/>
                  </a:lnTo>
                  <a:lnTo>
                    <a:pt x="261" y="1118"/>
                  </a:lnTo>
                  <a:lnTo>
                    <a:pt x="264" y="1109"/>
                  </a:lnTo>
                  <a:lnTo>
                    <a:pt x="269" y="1100"/>
                  </a:lnTo>
                  <a:lnTo>
                    <a:pt x="274" y="1092"/>
                  </a:lnTo>
                  <a:lnTo>
                    <a:pt x="282" y="1086"/>
                  </a:lnTo>
                  <a:lnTo>
                    <a:pt x="291" y="1082"/>
                  </a:lnTo>
                  <a:lnTo>
                    <a:pt x="301" y="1078"/>
                  </a:lnTo>
                  <a:lnTo>
                    <a:pt x="311" y="1077"/>
                  </a:lnTo>
                  <a:lnTo>
                    <a:pt x="346" y="1077"/>
                  </a:lnTo>
                  <a:lnTo>
                    <a:pt x="346" y="1077"/>
                  </a:lnTo>
                  <a:lnTo>
                    <a:pt x="350" y="1077"/>
                  </a:lnTo>
                  <a:lnTo>
                    <a:pt x="353" y="1076"/>
                  </a:lnTo>
                  <a:lnTo>
                    <a:pt x="360" y="1071"/>
                  </a:lnTo>
                  <a:lnTo>
                    <a:pt x="363" y="1066"/>
                  </a:lnTo>
                  <a:lnTo>
                    <a:pt x="364" y="1062"/>
                  </a:lnTo>
                  <a:lnTo>
                    <a:pt x="364" y="1059"/>
                  </a:lnTo>
                  <a:lnTo>
                    <a:pt x="364" y="484"/>
                  </a:lnTo>
                  <a:lnTo>
                    <a:pt x="492" y="477"/>
                  </a:lnTo>
                  <a:lnTo>
                    <a:pt x="492" y="477"/>
                  </a:lnTo>
                  <a:close/>
                  <a:moveTo>
                    <a:pt x="319" y="834"/>
                  </a:moveTo>
                  <a:lnTo>
                    <a:pt x="86" y="821"/>
                  </a:lnTo>
                  <a:lnTo>
                    <a:pt x="0" y="698"/>
                  </a:lnTo>
                  <a:lnTo>
                    <a:pt x="99" y="585"/>
                  </a:lnTo>
                  <a:lnTo>
                    <a:pt x="319" y="597"/>
                  </a:lnTo>
                  <a:lnTo>
                    <a:pt x="319" y="834"/>
                  </a:lnTo>
                  <a:lnTo>
                    <a:pt x="319" y="834"/>
                  </a:lnTo>
                  <a:close/>
                  <a:moveTo>
                    <a:pt x="15" y="219"/>
                  </a:moveTo>
                  <a:lnTo>
                    <a:pt x="399" y="199"/>
                  </a:lnTo>
                  <a:lnTo>
                    <a:pt x="782" y="178"/>
                  </a:lnTo>
                  <a:lnTo>
                    <a:pt x="879" y="292"/>
                  </a:lnTo>
                  <a:lnTo>
                    <a:pt x="795" y="415"/>
                  </a:lnTo>
                  <a:lnTo>
                    <a:pt x="411" y="436"/>
                  </a:lnTo>
                  <a:lnTo>
                    <a:pt x="28" y="456"/>
                  </a:lnTo>
                  <a:lnTo>
                    <a:pt x="113" y="332"/>
                  </a:lnTo>
                  <a:lnTo>
                    <a:pt x="15" y="219"/>
                  </a:lnTo>
                  <a:lnTo>
                    <a:pt x="15" y="219"/>
                  </a:lnTo>
                  <a:close/>
                </a:path>
              </a:pathLst>
            </a:custGeom>
            <a:solidFill>
              <a:schemeClr val="bg1"/>
            </a:solidFill>
            <a:ln>
              <a:noFill/>
            </a:ln>
          </p:spPr>
          <p:txBody>
            <a:bodyPr vert="horz" wrap="square" lIns="91440" tIns="45720" rIns="91440" bIns="45720" numCol="1" anchor="t" anchorCtr="0" compatLnSpc="1"/>
            <a:lstStyle/>
            <a:p>
              <a:endParaRPr lang="ko-KR" altLang="en-US">
                <a:cs typeface="字魂创中黑" panose="00000500000000000000" charset="-122"/>
              </a:endParaRPr>
            </a:p>
          </p:txBody>
        </p:sp>
        <p:sp>
          <p:nvSpPr>
            <p:cNvPr id="21" name="图形"/>
            <p:cNvSpPr/>
            <p:nvPr/>
          </p:nvSpPr>
          <p:spPr>
            <a:xfrm>
              <a:off x="8988" y="7312"/>
              <a:ext cx="1187" cy="11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cs typeface="字魂创中黑" panose="00000500000000000000" charset="-122"/>
              </a:endParaRPr>
            </a:p>
          </p:txBody>
        </p:sp>
        <p:sp>
          <p:nvSpPr>
            <p:cNvPr id="22" name="图形"/>
            <p:cNvSpPr>
              <a:spLocks noEditPoints="1"/>
            </p:cNvSpPr>
            <p:nvPr/>
          </p:nvSpPr>
          <p:spPr bwMode="auto">
            <a:xfrm>
              <a:off x="9325" y="7623"/>
              <a:ext cx="464" cy="567"/>
            </a:xfrm>
            <a:custGeom>
              <a:gdLst>
                <a:gd name="T0" fmla="*/ 292 w 959"/>
                <a:gd name="T1" fmla="*/ 1 h 1168"/>
                <a:gd name="T2" fmla="*/ 918 w 959"/>
                <a:gd name="T3" fmla="*/ 9 h 1168"/>
                <a:gd name="T4" fmla="*/ 957 w 959"/>
                <a:gd name="T5" fmla="*/ 62 h 1168"/>
                <a:gd name="T6" fmla="*/ 950 w 959"/>
                <a:gd name="T7" fmla="*/ 1127 h 1168"/>
                <a:gd name="T8" fmla="*/ 896 w 959"/>
                <a:gd name="T9" fmla="*/ 1167 h 1168"/>
                <a:gd name="T10" fmla="*/ 40 w 959"/>
                <a:gd name="T11" fmla="*/ 1159 h 1168"/>
                <a:gd name="T12" fmla="*/ 1 w 959"/>
                <a:gd name="T13" fmla="*/ 1107 h 1168"/>
                <a:gd name="T14" fmla="*/ 9 w 959"/>
                <a:gd name="T15" fmla="*/ 270 h 1168"/>
                <a:gd name="T16" fmla="*/ 877 w 959"/>
                <a:gd name="T17" fmla="*/ 82 h 1168"/>
                <a:gd name="T18" fmla="*/ 304 w 959"/>
                <a:gd name="T19" fmla="*/ 324 h 1168"/>
                <a:gd name="T20" fmla="*/ 287 w 959"/>
                <a:gd name="T21" fmla="*/ 269 h 1168"/>
                <a:gd name="T22" fmla="*/ 377 w 959"/>
                <a:gd name="T23" fmla="*/ 900 h 1168"/>
                <a:gd name="T24" fmla="*/ 329 w 959"/>
                <a:gd name="T25" fmla="*/ 964 h 1168"/>
                <a:gd name="T26" fmla="*/ 235 w 959"/>
                <a:gd name="T27" fmla="*/ 983 h 1168"/>
                <a:gd name="T28" fmla="*/ 158 w 959"/>
                <a:gd name="T29" fmla="*/ 931 h 1168"/>
                <a:gd name="T30" fmla="*/ 139 w 959"/>
                <a:gd name="T31" fmla="*/ 836 h 1168"/>
                <a:gd name="T32" fmla="*/ 187 w 959"/>
                <a:gd name="T33" fmla="*/ 761 h 1168"/>
                <a:gd name="T34" fmla="*/ 205 w 959"/>
                <a:gd name="T35" fmla="*/ 657 h 1168"/>
                <a:gd name="T36" fmla="*/ 258 w 959"/>
                <a:gd name="T37" fmla="*/ 642 h 1168"/>
                <a:gd name="T38" fmla="*/ 343 w 959"/>
                <a:gd name="T39" fmla="*/ 470 h 1168"/>
                <a:gd name="T40" fmla="*/ 502 w 959"/>
                <a:gd name="T41" fmla="*/ 292 h 1168"/>
                <a:gd name="T42" fmla="*/ 531 w 959"/>
                <a:gd name="T43" fmla="*/ 265 h 1168"/>
                <a:gd name="T44" fmla="*/ 821 w 959"/>
                <a:gd name="T45" fmla="*/ 286 h 1168"/>
                <a:gd name="T46" fmla="*/ 805 w 959"/>
                <a:gd name="T47" fmla="*/ 509 h 1168"/>
                <a:gd name="T48" fmla="*/ 771 w 959"/>
                <a:gd name="T49" fmla="*/ 593 h 1168"/>
                <a:gd name="T50" fmla="*/ 717 w 959"/>
                <a:gd name="T51" fmla="*/ 738 h 1168"/>
                <a:gd name="T52" fmla="*/ 785 w 959"/>
                <a:gd name="T53" fmla="*/ 774 h 1168"/>
                <a:gd name="T54" fmla="*/ 822 w 959"/>
                <a:gd name="T55" fmla="*/ 861 h 1168"/>
                <a:gd name="T56" fmla="*/ 785 w 959"/>
                <a:gd name="T57" fmla="*/ 949 h 1168"/>
                <a:gd name="T58" fmla="*/ 699 w 959"/>
                <a:gd name="T59" fmla="*/ 986 h 1168"/>
                <a:gd name="T60" fmla="*/ 612 w 959"/>
                <a:gd name="T61" fmla="*/ 949 h 1168"/>
                <a:gd name="T62" fmla="*/ 505 w 959"/>
                <a:gd name="T63" fmla="*/ 930 h 1168"/>
                <a:gd name="T64" fmla="*/ 475 w 959"/>
                <a:gd name="T65" fmla="*/ 915 h 1168"/>
                <a:gd name="T66" fmla="*/ 415 w 959"/>
                <a:gd name="T67" fmla="*/ 452 h 1168"/>
                <a:gd name="T68" fmla="*/ 313 w 959"/>
                <a:gd name="T69" fmla="*/ 585 h 1168"/>
                <a:gd name="T70" fmla="*/ 346 w 959"/>
                <a:gd name="T71" fmla="*/ 674 h 1168"/>
                <a:gd name="T72" fmla="*/ 308 w 959"/>
                <a:gd name="T73" fmla="*/ 747 h 1168"/>
                <a:gd name="T74" fmla="*/ 365 w 959"/>
                <a:gd name="T75" fmla="*/ 796 h 1168"/>
                <a:gd name="T76" fmla="*/ 475 w 959"/>
                <a:gd name="T77" fmla="*/ 801 h 1168"/>
                <a:gd name="T78" fmla="*/ 577 w 959"/>
                <a:gd name="T79" fmla="*/ 850 h 1168"/>
                <a:gd name="T80" fmla="*/ 612 w 959"/>
                <a:gd name="T81" fmla="*/ 774 h 1168"/>
                <a:gd name="T82" fmla="*/ 680 w 959"/>
                <a:gd name="T83" fmla="*/ 616 h 1168"/>
                <a:gd name="T84" fmla="*/ 628 w 959"/>
                <a:gd name="T85" fmla="*/ 589 h 1168"/>
                <a:gd name="T86" fmla="*/ 514 w 959"/>
                <a:gd name="T87" fmla="*/ 507 h 1168"/>
                <a:gd name="T88" fmla="*/ 557 w 959"/>
                <a:gd name="T89" fmla="*/ 319 h 1168"/>
                <a:gd name="T90" fmla="*/ 719 w 959"/>
                <a:gd name="T91" fmla="*/ 795 h 1168"/>
                <a:gd name="T92" fmla="*/ 660 w 959"/>
                <a:gd name="T93" fmla="*/ 804 h 1168"/>
                <a:gd name="T94" fmla="*/ 630 w 959"/>
                <a:gd name="T95" fmla="*/ 868 h 1168"/>
                <a:gd name="T96" fmla="*/ 692 w 959"/>
                <a:gd name="T97" fmla="*/ 931 h 1168"/>
                <a:gd name="T98" fmla="*/ 756 w 959"/>
                <a:gd name="T99" fmla="*/ 900 h 1168"/>
                <a:gd name="T100" fmla="*/ 756 w 959"/>
                <a:gd name="T101" fmla="*/ 823 h 1168"/>
                <a:gd name="T102" fmla="*/ 267 w 959"/>
                <a:gd name="T103" fmla="*/ 792 h 1168"/>
                <a:gd name="T104" fmla="*/ 211 w 959"/>
                <a:gd name="T105" fmla="*/ 812 h 1168"/>
                <a:gd name="T106" fmla="*/ 197 w 959"/>
                <a:gd name="T107" fmla="*/ 889 h 1168"/>
                <a:gd name="T108" fmla="*/ 260 w 959"/>
                <a:gd name="T109" fmla="*/ 931 h 1168"/>
                <a:gd name="T110" fmla="*/ 328 w 959"/>
                <a:gd name="T111" fmla="*/ 875 h 1168"/>
                <a:gd name="T112" fmla="*/ 308 w 959"/>
                <a:gd name="T113" fmla="*/ 812 h 116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59" h="1168">
                  <a:moveTo>
                    <a:pt x="23" y="252"/>
                  </a:moveTo>
                  <a:lnTo>
                    <a:pt x="252" y="23"/>
                  </a:lnTo>
                  <a:lnTo>
                    <a:pt x="252" y="23"/>
                  </a:lnTo>
                  <a:lnTo>
                    <a:pt x="258" y="17"/>
                  </a:lnTo>
                  <a:lnTo>
                    <a:pt x="264" y="13"/>
                  </a:lnTo>
                  <a:lnTo>
                    <a:pt x="271" y="9"/>
                  </a:lnTo>
                  <a:lnTo>
                    <a:pt x="278" y="6"/>
                  </a:lnTo>
                  <a:lnTo>
                    <a:pt x="284" y="3"/>
                  </a:lnTo>
                  <a:lnTo>
                    <a:pt x="292" y="1"/>
                  </a:lnTo>
                  <a:lnTo>
                    <a:pt x="299" y="0"/>
                  </a:lnTo>
                  <a:lnTo>
                    <a:pt x="307" y="0"/>
                  </a:lnTo>
                  <a:lnTo>
                    <a:pt x="881" y="0"/>
                  </a:lnTo>
                  <a:lnTo>
                    <a:pt x="881" y="0"/>
                  </a:lnTo>
                  <a:lnTo>
                    <a:pt x="889" y="0"/>
                  </a:lnTo>
                  <a:lnTo>
                    <a:pt x="896" y="1"/>
                  </a:lnTo>
                  <a:lnTo>
                    <a:pt x="904" y="3"/>
                  </a:lnTo>
                  <a:lnTo>
                    <a:pt x="911" y="6"/>
                  </a:lnTo>
                  <a:lnTo>
                    <a:pt x="918" y="9"/>
                  </a:lnTo>
                  <a:lnTo>
                    <a:pt x="925" y="14"/>
                  </a:lnTo>
                  <a:lnTo>
                    <a:pt x="930" y="18"/>
                  </a:lnTo>
                  <a:lnTo>
                    <a:pt x="936" y="23"/>
                  </a:lnTo>
                  <a:lnTo>
                    <a:pt x="941" y="29"/>
                  </a:lnTo>
                  <a:lnTo>
                    <a:pt x="945" y="34"/>
                  </a:lnTo>
                  <a:lnTo>
                    <a:pt x="950" y="41"/>
                  </a:lnTo>
                  <a:lnTo>
                    <a:pt x="952" y="48"/>
                  </a:lnTo>
                  <a:lnTo>
                    <a:pt x="955" y="55"/>
                  </a:lnTo>
                  <a:lnTo>
                    <a:pt x="957" y="62"/>
                  </a:lnTo>
                  <a:lnTo>
                    <a:pt x="958" y="70"/>
                  </a:lnTo>
                  <a:lnTo>
                    <a:pt x="959" y="78"/>
                  </a:lnTo>
                  <a:lnTo>
                    <a:pt x="959" y="1091"/>
                  </a:lnTo>
                  <a:lnTo>
                    <a:pt x="959" y="1091"/>
                  </a:lnTo>
                  <a:lnTo>
                    <a:pt x="958" y="1099"/>
                  </a:lnTo>
                  <a:lnTo>
                    <a:pt x="957" y="1107"/>
                  </a:lnTo>
                  <a:lnTo>
                    <a:pt x="955" y="1114"/>
                  </a:lnTo>
                  <a:lnTo>
                    <a:pt x="952" y="1120"/>
                  </a:lnTo>
                  <a:lnTo>
                    <a:pt x="950" y="1127"/>
                  </a:lnTo>
                  <a:lnTo>
                    <a:pt x="945" y="1134"/>
                  </a:lnTo>
                  <a:lnTo>
                    <a:pt x="941" y="1140"/>
                  </a:lnTo>
                  <a:lnTo>
                    <a:pt x="936" y="1145"/>
                  </a:lnTo>
                  <a:lnTo>
                    <a:pt x="930" y="1150"/>
                  </a:lnTo>
                  <a:lnTo>
                    <a:pt x="925" y="1155"/>
                  </a:lnTo>
                  <a:lnTo>
                    <a:pt x="918" y="1159"/>
                  </a:lnTo>
                  <a:lnTo>
                    <a:pt x="911" y="1163"/>
                  </a:lnTo>
                  <a:lnTo>
                    <a:pt x="904" y="1165"/>
                  </a:lnTo>
                  <a:lnTo>
                    <a:pt x="896" y="1167"/>
                  </a:lnTo>
                  <a:lnTo>
                    <a:pt x="889" y="1168"/>
                  </a:lnTo>
                  <a:lnTo>
                    <a:pt x="881" y="1168"/>
                  </a:lnTo>
                  <a:lnTo>
                    <a:pt x="78" y="1168"/>
                  </a:lnTo>
                  <a:lnTo>
                    <a:pt x="78" y="1168"/>
                  </a:lnTo>
                  <a:lnTo>
                    <a:pt x="70" y="1168"/>
                  </a:lnTo>
                  <a:lnTo>
                    <a:pt x="62" y="1167"/>
                  </a:lnTo>
                  <a:lnTo>
                    <a:pt x="55" y="1165"/>
                  </a:lnTo>
                  <a:lnTo>
                    <a:pt x="47" y="1163"/>
                  </a:lnTo>
                  <a:lnTo>
                    <a:pt x="40" y="1159"/>
                  </a:lnTo>
                  <a:lnTo>
                    <a:pt x="34" y="1155"/>
                  </a:lnTo>
                  <a:lnTo>
                    <a:pt x="28" y="1150"/>
                  </a:lnTo>
                  <a:lnTo>
                    <a:pt x="23" y="1145"/>
                  </a:lnTo>
                  <a:lnTo>
                    <a:pt x="17" y="1140"/>
                  </a:lnTo>
                  <a:lnTo>
                    <a:pt x="13" y="1134"/>
                  </a:lnTo>
                  <a:lnTo>
                    <a:pt x="9" y="1127"/>
                  </a:lnTo>
                  <a:lnTo>
                    <a:pt x="6" y="1120"/>
                  </a:lnTo>
                  <a:lnTo>
                    <a:pt x="4" y="1114"/>
                  </a:lnTo>
                  <a:lnTo>
                    <a:pt x="1" y="1107"/>
                  </a:lnTo>
                  <a:lnTo>
                    <a:pt x="0" y="1099"/>
                  </a:lnTo>
                  <a:lnTo>
                    <a:pt x="0" y="1091"/>
                  </a:lnTo>
                  <a:lnTo>
                    <a:pt x="0" y="307"/>
                  </a:lnTo>
                  <a:lnTo>
                    <a:pt x="0" y="307"/>
                  </a:lnTo>
                  <a:lnTo>
                    <a:pt x="0" y="300"/>
                  </a:lnTo>
                  <a:lnTo>
                    <a:pt x="1" y="292"/>
                  </a:lnTo>
                  <a:lnTo>
                    <a:pt x="4" y="284"/>
                  </a:lnTo>
                  <a:lnTo>
                    <a:pt x="6" y="277"/>
                  </a:lnTo>
                  <a:lnTo>
                    <a:pt x="9" y="270"/>
                  </a:lnTo>
                  <a:lnTo>
                    <a:pt x="13" y="265"/>
                  </a:lnTo>
                  <a:lnTo>
                    <a:pt x="17" y="258"/>
                  </a:lnTo>
                  <a:lnTo>
                    <a:pt x="23" y="252"/>
                  </a:lnTo>
                  <a:lnTo>
                    <a:pt x="23" y="252"/>
                  </a:lnTo>
                  <a:close/>
                  <a:moveTo>
                    <a:pt x="279" y="329"/>
                  </a:moveTo>
                  <a:lnTo>
                    <a:pt x="82" y="329"/>
                  </a:lnTo>
                  <a:lnTo>
                    <a:pt x="82" y="1086"/>
                  </a:lnTo>
                  <a:lnTo>
                    <a:pt x="877" y="1086"/>
                  </a:lnTo>
                  <a:lnTo>
                    <a:pt x="877" y="82"/>
                  </a:lnTo>
                  <a:lnTo>
                    <a:pt x="343" y="82"/>
                  </a:lnTo>
                  <a:lnTo>
                    <a:pt x="343" y="266"/>
                  </a:lnTo>
                  <a:lnTo>
                    <a:pt x="343" y="266"/>
                  </a:lnTo>
                  <a:lnTo>
                    <a:pt x="340" y="278"/>
                  </a:lnTo>
                  <a:lnTo>
                    <a:pt x="337" y="291"/>
                  </a:lnTo>
                  <a:lnTo>
                    <a:pt x="331" y="301"/>
                  </a:lnTo>
                  <a:lnTo>
                    <a:pt x="323" y="310"/>
                  </a:lnTo>
                  <a:lnTo>
                    <a:pt x="314" y="318"/>
                  </a:lnTo>
                  <a:lnTo>
                    <a:pt x="304" y="324"/>
                  </a:lnTo>
                  <a:lnTo>
                    <a:pt x="291" y="327"/>
                  </a:lnTo>
                  <a:lnTo>
                    <a:pt x="279" y="329"/>
                  </a:lnTo>
                  <a:lnTo>
                    <a:pt x="279" y="329"/>
                  </a:lnTo>
                  <a:close/>
                  <a:moveTo>
                    <a:pt x="119" y="274"/>
                  </a:moveTo>
                  <a:lnTo>
                    <a:pt x="279" y="274"/>
                  </a:lnTo>
                  <a:lnTo>
                    <a:pt x="279" y="274"/>
                  </a:lnTo>
                  <a:lnTo>
                    <a:pt x="282" y="274"/>
                  </a:lnTo>
                  <a:lnTo>
                    <a:pt x="286" y="272"/>
                  </a:lnTo>
                  <a:lnTo>
                    <a:pt x="287" y="269"/>
                  </a:lnTo>
                  <a:lnTo>
                    <a:pt x="288" y="266"/>
                  </a:lnTo>
                  <a:lnTo>
                    <a:pt x="288" y="104"/>
                  </a:lnTo>
                  <a:lnTo>
                    <a:pt x="119" y="274"/>
                  </a:lnTo>
                  <a:lnTo>
                    <a:pt x="119" y="274"/>
                  </a:lnTo>
                  <a:close/>
                  <a:moveTo>
                    <a:pt x="475" y="881"/>
                  </a:moveTo>
                  <a:lnTo>
                    <a:pt x="381" y="881"/>
                  </a:lnTo>
                  <a:lnTo>
                    <a:pt x="381" y="881"/>
                  </a:lnTo>
                  <a:lnTo>
                    <a:pt x="379" y="891"/>
                  </a:lnTo>
                  <a:lnTo>
                    <a:pt x="377" y="900"/>
                  </a:lnTo>
                  <a:lnTo>
                    <a:pt x="373" y="909"/>
                  </a:lnTo>
                  <a:lnTo>
                    <a:pt x="370" y="918"/>
                  </a:lnTo>
                  <a:lnTo>
                    <a:pt x="364" y="926"/>
                  </a:lnTo>
                  <a:lnTo>
                    <a:pt x="360" y="934"/>
                  </a:lnTo>
                  <a:lnTo>
                    <a:pt x="354" y="942"/>
                  </a:lnTo>
                  <a:lnTo>
                    <a:pt x="347" y="949"/>
                  </a:lnTo>
                  <a:lnTo>
                    <a:pt x="347" y="949"/>
                  </a:lnTo>
                  <a:lnTo>
                    <a:pt x="338" y="957"/>
                  </a:lnTo>
                  <a:lnTo>
                    <a:pt x="329" y="964"/>
                  </a:lnTo>
                  <a:lnTo>
                    <a:pt x="319" y="971"/>
                  </a:lnTo>
                  <a:lnTo>
                    <a:pt x="308" y="975"/>
                  </a:lnTo>
                  <a:lnTo>
                    <a:pt x="297" y="980"/>
                  </a:lnTo>
                  <a:lnTo>
                    <a:pt x="284" y="983"/>
                  </a:lnTo>
                  <a:lnTo>
                    <a:pt x="273" y="985"/>
                  </a:lnTo>
                  <a:lnTo>
                    <a:pt x="260" y="986"/>
                  </a:lnTo>
                  <a:lnTo>
                    <a:pt x="260" y="986"/>
                  </a:lnTo>
                  <a:lnTo>
                    <a:pt x="248" y="985"/>
                  </a:lnTo>
                  <a:lnTo>
                    <a:pt x="235" y="983"/>
                  </a:lnTo>
                  <a:lnTo>
                    <a:pt x="224" y="980"/>
                  </a:lnTo>
                  <a:lnTo>
                    <a:pt x="212" y="975"/>
                  </a:lnTo>
                  <a:lnTo>
                    <a:pt x="201" y="971"/>
                  </a:lnTo>
                  <a:lnTo>
                    <a:pt x="191" y="964"/>
                  </a:lnTo>
                  <a:lnTo>
                    <a:pt x="182" y="957"/>
                  </a:lnTo>
                  <a:lnTo>
                    <a:pt x="173" y="949"/>
                  </a:lnTo>
                  <a:lnTo>
                    <a:pt x="173" y="949"/>
                  </a:lnTo>
                  <a:lnTo>
                    <a:pt x="165" y="940"/>
                  </a:lnTo>
                  <a:lnTo>
                    <a:pt x="158" y="931"/>
                  </a:lnTo>
                  <a:lnTo>
                    <a:pt x="152" y="921"/>
                  </a:lnTo>
                  <a:lnTo>
                    <a:pt x="146" y="909"/>
                  </a:lnTo>
                  <a:lnTo>
                    <a:pt x="143" y="898"/>
                  </a:lnTo>
                  <a:lnTo>
                    <a:pt x="139" y="886"/>
                  </a:lnTo>
                  <a:lnTo>
                    <a:pt x="137" y="874"/>
                  </a:lnTo>
                  <a:lnTo>
                    <a:pt x="137" y="861"/>
                  </a:lnTo>
                  <a:lnTo>
                    <a:pt x="137" y="861"/>
                  </a:lnTo>
                  <a:lnTo>
                    <a:pt x="137" y="849"/>
                  </a:lnTo>
                  <a:lnTo>
                    <a:pt x="139" y="836"/>
                  </a:lnTo>
                  <a:lnTo>
                    <a:pt x="143" y="825"/>
                  </a:lnTo>
                  <a:lnTo>
                    <a:pt x="146" y="813"/>
                  </a:lnTo>
                  <a:lnTo>
                    <a:pt x="152" y="802"/>
                  </a:lnTo>
                  <a:lnTo>
                    <a:pt x="158" y="792"/>
                  </a:lnTo>
                  <a:lnTo>
                    <a:pt x="165" y="783"/>
                  </a:lnTo>
                  <a:lnTo>
                    <a:pt x="173" y="774"/>
                  </a:lnTo>
                  <a:lnTo>
                    <a:pt x="173" y="774"/>
                  </a:lnTo>
                  <a:lnTo>
                    <a:pt x="179" y="767"/>
                  </a:lnTo>
                  <a:lnTo>
                    <a:pt x="187" y="761"/>
                  </a:lnTo>
                  <a:lnTo>
                    <a:pt x="195" y="755"/>
                  </a:lnTo>
                  <a:lnTo>
                    <a:pt x="203" y="751"/>
                  </a:lnTo>
                  <a:lnTo>
                    <a:pt x="212" y="747"/>
                  </a:lnTo>
                  <a:lnTo>
                    <a:pt x="222" y="744"/>
                  </a:lnTo>
                  <a:lnTo>
                    <a:pt x="231" y="740"/>
                  </a:lnTo>
                  <a:lnTo>
                    <a:pt x="241" y="738"/>
                  </a:lnTo>
                  <a:lnTo>
                    <a:pt x="206" y="662"/>
                  </a:lnTo>
                  <a:lnTo>
                    <a:pt x="206" y="662"/>
                  </a:lnTo>
                  <a:lnTo>
                    <a:pt x="205" y="657"/>
                  </a:lnTo>
                  <a:lnTo>
                    <a:pt x="203" y="653"/>
                  </a:lnTo>
                  <a:lnTo>
                    <a:pt x="205" y="647"/>
                  </a:lnTo>
                  <a:lnTo>
                    <a:pt x="206" y="642"/>
                  </a:lnTo>
                  <a:lnTo>
                    <a:pt x="209" y="639"/>
                  </a:lnTo>
                  <a:lnTo>
                    <a:pt x="214" y="636"/>
                  </a:lnTo>
                  <a:lnTo>
                    <a:pt x="220" y="634"/>
                  </a:lnTo>
                  <a:lnTo>
                    <a:pt x="227" y="636"/>
                  </a:lnTo>
                  <a:lnTo>
                    <a:pt x="258" y="642"/>
                  </a:lnTo>
                  <a:lnTo>
                    <a:pt x="258" y="642"/>
                  </a:lnTo>
                  <a:lnTo>
                    <a:pt x="264" y="617"/>
                  </a:lnTo>
                  <a:lnTo>
                    <a:pt x="272" y="593"/>
                  </a:lnTo>
                  <a:lnTo>
                    <a:pt x="280" y="570"/>
                  </a:lnTo>
                  <a:lnTo>
                    <a:pt x="290" y="548"/>
                  </a:lnTo>
                  <a:lnTo>
                    <a:pt x="302" y="527"/>
                  </a:lnTo>
                  <a:lnTo>
                    <a:pt x="314" y="507"/>
                  </a:lnTo>
                  <a:lnTo>
                    <a:pt x="328" y="487"/>
                  </a:lnTo>
                  <a:lnTo>
                    <a:pt x="343" y="470"/>
                  </a:lnTo>
                  <a:lnTo>
                    <a:pt x="343" y="470"/>
                  </a:lnTo>
                  <a:lnTo>
                    <a:pt x="360" y="452"/>
                  </a:lnTo>
                  <a:lnTo>
                    <a:pt x="378" y="436"/>
                  </a:lnTo>
                  <a:lnTo>
                    <a:pt x="396" y="421"/>
                  </a:lnTo>
                  <a:lnTo>
                    <a:pt x="416" y="407"/>
                  </a:lnTo>
                  <a:lnTo>
                    <a:pt x="436" y="396"/>
                  </a:lnTo>
                  <a:lnTo>
                    <a:pt x="458" y="386"/>
                  </a:lnTo>
                  <a:lnTo>
                    <a:pt x="480" y="378"/>
                  </a:lnTo>
                  <a:lnTo>
                    <a:pt x="502" y="372"/>
                  </a:lnTo>
                  <a:lnTo>
                    <a:pt x="502" y="292"/>
                  </a:lnTo>
                  <a:lnTo>
                    <a:pt x="502" y="292"/>
                  </a:lnTo>
                  <a:lnTo>
                    <a:pt x="502" y="286"/>
                  </a:lnTo>
                  <a:lnTo>
                    <a:pt x="505" y="282"/>
                  </a:lnTo>
                  <a:lnTo>
                    <a:pt x="507" y="277"/>
                  </a:lnTo>
                  <a:lnTo>
                    <a:pt x="512" y="273"/>
                  </a:lnTo>
                  <a:lnTo>
                    <a:pt x="516" y="269"/>
                  </a:lnTo>
                  <a:lnTo>
                    <a:pt x="521" y="267"/>
                  </a:lnTo>
                  <a:lnTo>
                    <a:pt x="526" y="266"/>
                  </a:lnTo>
                  <a:lnTo>
                    <a:pt x="531" y="265"/>
                  </a:lnTo>
                  <a:lnTo>
                    <a:pt x="795" y="265"/>
                  </a:lnTo>
                  <a:lnTo>
                    <a:pt x="795" y="265"/>
                  </a:lnTo>
                  <a:lnTo>
                    <a:pt x="800" y="266"/>
                  </a:lnTo>
                  <a:lnTo>
                    <a:pt x="805" y="267"/>
                  </a:lnTo>
                  <a:lnTo>
                    <a:pt x="809" y="269"/>
                  </a:lnTo>
                  <a:lnTo>
                    <a:pt x="814" y="273"/>
                  </a:lnTo>
                  <a:lnTo>
                    <a:pt x="817" y="277"/>
                  </a:lnTo>
                  <a:lnTo>
                    <a:pt x="820" y="282"/>
                  </a:lnTo>
                  <a:lnTo>
                    <a:pt x="821" y="286"/>
                  </a:lnTo>
                  <a:lnTo>
                    <a:pt x="822" y="292"/>
                  </a:lnTo>
                  <a:lnTo>
                    <a:pt x="822" y="484"/>
                  </a:lnTo>
                  <a:lnTo>
                    <a:pt x="822" y="484"/>
                  </a:lnTo>
                  <a:lnTo>
                    <a:pt x="821" y="489"/>
                  </a:lnTo>
                  <a:lnTo>
                    <a:pt x="820" y="494"/>
                  </a:lnTo>
                  <a:lnTo>
                    <a:pt x="817" y="499"/>
                  </a:lnTo>
                  <a:lnTo>
                    <a:pt x="814" y="503"/>
                  </a:lnTo>
                  <a:lnTo>
                    <a:pt x="809" y="507"/>
                  </a:lnTo>
                  <a:lnTo>
                    <a:pt x="805" y="509"/>
                  </a:lnTo>
                  <a:lnTo>
                    <a:pt x="800" y="511"/>
                  </a:lnTo>
                  <a:lnTo>
                    <a:pt x="795" y="511"/>
                  </a:lnTo>
                  <a:lnTo>
                    <a:pt x="708" y="511"/>
                  </a:lnTo>
                  <a:lnTo>
                    <a:pt x="708" y="511"/>
                  </a:lnTo>
                  <a:lnTo>
                    <a:pt x="710" y="513"/>
                  </a:lnTo>
                  <a:lnTo>
                    <a:pt x="766" y="584"/>
                  </a:lnTo>
                  <a:lnTo>
                    <a:pt x="766" y="584"/>
                  </a:lnTo>
                  <a:lnTo>
                    <a:pt x="768" y="588"/>
                  </a:lnTo>
                  <a:lnTo>
                    <a:pt x="771" y="593"/>
                  </a:lnTo>
                  <a:lnTo>
                    <a:pt x="771" y="598"/>
                  </a:lnTo>
                  <a:lnTo>
                    <a:pt x="771" y="604"/>
                  </a:lnTo>
                  <a:lnTo>
                    <a:pt x="767" y="608"/>
                  </a:lnTo>
                  <a:lnTo>
                    <a:pt x="764" y="613"/>
                  </a:lnTo>
                  <a:lnTo>
                    <a:pt x="758" y="615"/>
                  </a:lnTo>
                  <a:lnTo>
                    <a:pt x="751" y="616"/>
                  </a:lnTo>
                  <a:lnTo>
                    <a:pt x="717" y="616"/>
                  </a:lnTo>
                  <a:lnTo>
                    <a:pt x="717" y="738"/>
                  </a:lnTo>
                  <a:lnTo>
                    <a:pt x="717" y="738"/>
                  </a:lnTo>
                  <a:lnTo>
                    <a:pt x="726" y="740"/>
                  </a:lnTo>
                  <a:lnTo>
                    <a:pt x="736" y="743"/>
                  </a:lnTo>
                  <a:lnTo>
                    <a:pt x="745" y="746"/>
                  </a:lnTo>
                  <a:lnTo>
                    <a:pt x="755" y="751"/>
                  </a:lnTo>
                  <a:lnTo>
                    <a:pt x="763" y="755"/>
                  </a:lnTo>
                  <a:lnTo>
                    <a:pt x="771" y="761"/>
                  </a:lnTo>
                  <a:lnTo>
                    <a:pt x="779" y="767"/>
                  </a:lnTo>
                  <a:lnTo>
                    <a:pt x="785" y="774"/>
                  </a:lnTo>
                  <a:lnTo>
                    <a:pt x="785" y="774"/>
                  </a:lnTo>
                  <a:lnTo>
                    <a:pt x="793" y="783"/>
                  </a:lnTo>
                  <a:lnTo>
                    <a:pt x="800" y="792"/>
                  </a:lnTo>
                  <a:lnTo>
                    <a:pt x="807" y="802"/>
                  </a:lnTo>
                  <a:lnTo>
                    <a:pt x="812" y="813"/>
                  </a:lnTo>
                  <a:lnTo>
                    <a:pt x="816" y="825"/>
                  </a:lnTo>
                  <a:lnTo>
                    <a:pt x="820" y="836"/>
                  </a:lnTo>
                  <a:lnTo>
                    <a:pt x="821" y="849"/>
                  </a:lnTo>
                  <a:lnTo>
                    <a:pt x="822" y="861"/>
                  </a:lnTo>
                  <a:lnTo>
                    <a:pt x="822" y="861"/>
                  </a:lnTo>
                  <a:lnTo>
                    <a:pt x="821" y="874"/>
                  </a:lnTo>
                  <a:lnTo>
                    <a:pt x="820" y="886"/>
                  </a:lnTo>
                  <a:lnTo>
                    <a:pt x="816" y="898"/>
                  </a:lnTo>
                  <a:lnTo>
                    <a:pt x="812" y="909"/>
                  </a:lnTo>
                  <a:lnTo>
                    <a:pt x="807" y="921"/>
                  </a:lnTo>
                  <a:lnTo>
                    <a:pt x="800" y="931"/>
                  </a:lnTo>
                  <a:lnTo>
                    <a:pt x="793" y="940"/>
                  </a:lnTo>
                  <a:lnTo>
                    <a:pt x="785" y="949"/>
                  </a:lnTo>
                  <a:lnTo>
                    <a:pt x="785" y="949"/>
                  </a:lnTo>
                  <a:lnTo>
                    <a:pt x="777" y="957"/>
                  </a:lnTo>
                  <a:lnTo>
                    <a:pt x="767" y="964"/>
                  </a:lnTo>
                  <a:lnTo>
                    <a:pt x="757" y="971"/>
                  </a:lnTo>
                  <a:lnTo>
                    <a:pt x="747" y="975"/>
                  </a:lnTo>
                  <a:lnTo>
                    <a:pt x="735" y="980"/>
                  </a:lnTo>
                  <a:lnTo>
                    <a:pt x="724" y="983"/>
                  </a:lnTo>
                  <a:lnTo>
                    <a:pt x="711" y="985"/>
                  </a:lnTo>
                  <a:lnTo>
                    <a:pt x="699" y="986"/>
                  </a:lnTo>
                  <a:lnTo>
                    <a:pt x="699" y="986"/>
                  </a:lnTo>
                  <a:lnTo>
                    <a:pt x="686" y="985"/>
                  </a:lnTo>
                  <a:lnTo>
                    <a:pt x="674" y="983"/>
                  </a:lnTo>
                  <a:lnTo>
                    <a:pt x="662" y="980"/>
                  </a:lnTo>
                  <a:lnTo>
                    <a:pt x="651" y="975"/>
                  </a:lnTo>
                  <a:lnTo>
                    <a:pt x="640" y="971"/>
                  </a:lnTo>
                  <a:lnTo>
                    <a:pt x="630" y="964"/>
                  </a:lnTo>
                  <a:lnTo>
                    <a:pt x="620" y="957"/>
                  </a:lnTo>
                  <a:lnTo>
                    <a:pt x="612" y="949"/>
                  </a:lnTo>
                  <a:lnTo>
                    <a:pt x="612" y="949"/>
                  </a:lnTo>
                  <a:lnTo>
                    <a:pt x="605" y="941"/>
                  </a:lnTo>
                  <a:lnTo>
                    <a:pt x="598" y="933"/>
                  </a:lnTo>
                  <a:lnTo>
                    <a:pt x="593" y="925"/>
                  </a:lnTo>
                  <a:lnTo>
                    <a:pt x="588" y="915"/>
                  </a:lnTo>
                  <a:lnTo>
                    <a:pt x="583" y="906"/>
                  </a:lnTo>
                  <a:lnTo>
                    <a:pt x="580" y="896"/>
                  </a:lnTo>
                  <a:lnTo>
                    <a:pt x="578" y="885"/>
                  </a:lnTo>
                  <a:lnTo>
                    <a:pt x="577" y="875"/>
                  </a:lnTo>
                  <a:lnTo>
                    <a:pt x="505" y="930"/>
                  </a:lnTo>
                  <a:lnTo>
                    <a:pt x="505" y="930"/>
                  </a:lnTo>
                  <a:lnTo>
                    <a:pt x="500" y="933"/>
                  </a:lnTo>
                  <a:lnTo>
                    <a:pt x="496" y="936"/>
                  </a:lnTo>
                  <a:lnTo>
                    <a:pt x="491" y="936"/>
                  </a:lnTo>
                  <a:lnTo>
                    <a:pt x="486" y="934"/>
                  </a:lnTo>
                  <a:lnTo>
                    <a:pt x="482" y="932"/>
                  </a:lnTo>
                  <a:lnTo>
                    <a:pt x="478" y="929"/>
                  </a:lnTo>
                  <a:lnTo>
                    <a:pt x="476" y="923"/>
                  </a:lnTo>
                  <a:lnTo>
                    <a:pt x="475" y="915"/>
                  </a:lnTo>
                  <a:lnTo>
                    <a:pt x="475" y="881"/>
                  </a:lnTo>
                  <a:lnTo>
                    <a:pt x="475" y="881"/>
                  </a:lnTo>
                  <a:close/>
                  <a:moveTo>
                    <a:pt x="502" y="410"/>
                  </a:moveTo>
                  <a:lnTo>
                    <a:pt x="502" y="410"/>
                  </a:lnTo>
                  <a:lnTo>
                    <a:pt x="483" y="415"/>
                  </a:lnTo>
                  <a:lnTo>
                    <a:pt x="466" y="422"/>
                  </a:lnTo>
                  <a:lnTo>
                    <a:pt x="448" y="431"/>
                  </a:lnTo>
                  <a:lnTo>
                    <a:pt x="430" y="442"/>
                  </a:lnTo>
                  <a:lnTo>
                    <a:pt x="415" y="452"/>
                  </a:lnTo>
                  <a:lnTo>
                    <a:pt x="400" y="464"/>
                  </a:lnTo>
                  <a:lnTo>
                    <a:pt x="384" y="479"/>
                  </a:lnTo>
                  <a:lnTo>
                    <a:pt x="370" y="494"/>
                  </a:lnTo>
                  <a:lnTo>
                    <a:pt x="370" y="494"/>
                  </a:lnTo>
                  <a:lnTo>
                    <a:pt x="356" y="510"/>
                  </a:lnTo>
                  <a:lnTo>
                    <a:pt x="344" y="527"/>
                  </a:lnTo>
                  <a:lnTo>
                    <a:pt x="332" y="545"/>
                  </a:lnTo>
                  <a:lnTo>
                    <a:pt x="322" y="565"/>
                  </a:lnTo>
                  <a:lnTo>
                    <a:pt x="313" y="585"/>
                  </a:lnTo>
                  <a:lnTo>
                    <a:pt x="305" y="606"/>
                  </a:lnTo>
                  <a:lnTo>
                    <a:pt x="298" y="628"/>
                  </a:lnTo>
                  <a:lnTo>
                    <a:pt x="294" y="650"/>
                  </a:lnTo>
                  <a:lnTo>
                    <a:pt x="331" y="659"/>
                  </a:lnTo>
                  <a:lnTo>
                    <a:pt x="331" y="659"/>
                  </a:lnTo>
                  <a:lnTo>
                    <a:pt x="337" y="662"/>
                  </a:lnTo>
                  <a:lnTo>
                    <a:pt x="341" y="665"/>
                  </a:lnTo>
                  <a:lnTo>
                    <a:pt x="344" y="670"/>
                  </a:lnTo>
                  <a:lnTo>
                    <a:pt x="346" y="674"/>
                  </a:lnTo>
                  <a:lnTo>
                    <a:pt x="345" y="679"/>
                  </a:lnTo>
                  <a:lnTo>
                    <a:pt x="344" y="685"/>
                  </a:lnTo>
                  <a:lnTo>
                    <a:pt x="341" y="689"/>
                  </a:lnTo>
                  <a:lnTo>
                    <a:pt x="338" y="693"/>
                  </a:lnTo>
                  <a:lnTo>
                    <a:pt x="282" y="739"/>
                  </a:lnTo>
                  <a:lnTo>
                    <a:pt x="282" y="739"/>
                  </a:lnTo>
                  <a:lnTo>
                    <a:pt x="291" y="742"/>
                  </a:lnTo>
                  <a:lnTo>
                    <a:pt x="300" y="744"/>
                  </a:lnTo>
                  <a:lnTo>
                    <a:pt x="308" y="747"/>
                  </a:lnTo>
                  <a:lnTo>
                    <a:pt x="317" y="752"/>
                  </a:lnTo>
                  <a:lnTo>
                    <a:pt x="325" y="756"/>
                  </a:lnTo>
                  <a:lnTo>
                    <a:pt x="333" y="761"/>
                  </a:lnTo>
                  <a:lnTo>
                    <a:pt x="340" y="767"/>
                  </a:lnTo>
                  <a:lnTo>
                    <a:pt x="347" y="774"/>
                  </a:lnTo>
                  <a:lnTo>
                    <a:pt x="347" y="774"/>
                  </a:lnTo>
                  <a:lnTo>
                    <a:pt x="354" y="780"/>
                  </a:lnTo>
                  <a:lnTo>
                    <a:pt x="360" y="788"/>
                  </a:lnTo>
                  <a:lnTo>
                    <a:pt x="365" y="796"/>
                  </a:lnTo>
                  <a:lnTo>
                    <a:pt x="370" y="805"/>
                  </a:lnTo>
                  <a:lnTo>
                    <a:pt x="375" y="815"/>
                  </a:lnTo>
                  <a:lnTo>
                    <a:pt x="378" y="824"/>
                  </a:lnTo>
                  <a:lnTo>
                    <a:pt x="380" y="834"/>
                  </a:lnTo>
                  <a:lnTo>
                    <a:pt x="381" y="844"/>
                  </a:lnTo>
                  <a:lnTo>
                    <a:pt x="475" y="844"/>
                  </a:lnTo>
                  <a:lnTo>
                    <a:pt x="475" y="808"/>
                  </a:lnTo>
                  <a:lnTo>
                    <a:pt x="475" y="808"/>
                  </a:lnTo>
                  <a:lnTo>
                    <a:pt x="475" y="801"/>
                  </a:lnTo>
                  <a:lnTo>
                    <a:pt x="477" y="796"/>
                  </a:lnTo>
                  <a:lnTo>
                    <a:pt x="481" y="793"/>
                  </a:lnTo>
                  <a:lnTo>
                    <a:pt x="485" y="791"/>
                  </a:lnTo>
                  <a:lnTo>
                    <a:pt x="490" y="790"/>
                  </a:lnTo>
                  <a:lnTo>
                    <a:pt x="496" y="790"/>
                  </a:lnTo>
                  <a:lnTo>
                    <a:pt x="500" y="792"/>
                  </a:lnTo>
                  <a:lnTo>
                    <a:pt x="505" y="794"/>
                  </a:lnTo>
                  <a:lnTo>
                    <a:pt x="577" y="850"/>
                  </a:lnTo>
                  <a:lnTo>
                    <a:pt x="577" y="850"/>
                  </a:lnTo>
                  <a:lnTo>
                    <a:pt x="578" y="839"/>
                  </a:lnTo>
                  <a:lnTo>
                    <a:pt x="580" y="828"/>
                  </a:lnTo>
                  <a:lnTo>
                    <a:pt x="583" y="818"/>
                  </a:lnTo>
                  <a:lnTo>
                    <a:pt x="588" y="808"/>
                  </a:lnTo>
                  <a:lnTo>
                    <a:pt x="593" y="799"/>
                  </a:lnTo>
                  <a:lnTo>
                    <a:pt x="598" y="790"/>
                  </a:lnTo>
                  <a:lnTo>
                    <a:pt x="604" y="782"/>
                  </a:lnTo>
                  <a:lnTo>
                    <a:pt x="612" y="774"/>
                  </a:lnTo>
                  <a:lnTo>
                    <a:pt x="612" y="774"/>
                  </a:lnTo>
                  <a:lnTo>
                    <a:pt x="619" y="767"/>
                  </a:lnTo>
                  <a:lnTo>
                    <a:pt x="627" y="761"/>
                  </a:lnTo>
                  <a:lnTo>
                    <a:pt x="635" y="755"/>
                  </a:lnTo>
                  <a:lnTo>
                    <a:pt x="643" y="751"/>
                  </a:lnTo>
                  <a:lnTo>
                    <a:pt x="652" y="746"/>
                  </a:lnTo>
                  <a:lnTo>
                    <a:pt x="661" y="743"/>
                  </a:lnTo>
                  <a:lnTo>
                    <a:pt x="670" y="740"/>
                  </a:lnTo>
                  <a:lnTo>
                    <a:pt x="680" y="738"/>
                  </a:lnTo>
                  <a:lnTo>
                    <a:pt x="680" y="616"/>
                  </a:lnTo>
                  <a:lnTo>
                    <a:pt x="644" y="616"/>
                  </a:lnTo>
                  <a:lnTo>
                    <a:pt x="644" y="616"/>
                  </a:lnTo>
                  <a:lnTo>
                    <a:pt x="638" y="615"/>
                  </a:lnTo>
                  <a:lnTo>
                    <a:pt x="632" y="613"/>
                  </a:lnTo>
                  <a:lnTo>
                    <a:pt x="629" y="609"/>
                  </a:lnTo>
                  <a:lnTo>
                    <a:pt x="627" y="605"/>
                  </a:lnTo>
                  <a:lnTo>
                    <a:pt x="627" y="599"/>
                  </a:lnTo>
                  <a:lnTo>
                    <a:pt x="627" y="593"/>
                  </a:lnTo>
                  <a:lnTo>
                    <a:pt x="628" y="589"/>
                  </a:lnTo>
                  <a:lnTo>
                    <a:pt x="631" y="584"/>
                  </a:lnTo>
                  <a:lnTo>
                    <a:pt x="686" y="513"/>
                  </a:lnTo>
                  <a:lnTo>
                    <a:pt x="686" y="513"/>
                  </a:lnTo>
                  <a:lnTo>
                    <a:pt x="688" y="511"/>
                  </a:lnTo>
                  <a:lnTo>
                    <a:pt x="530" y="511"/>
                  </a:lnTo>
                  <a:lnTo>
                    <a:pt x="530" y="511"/>
                  </a:lnTo>
                  <a:lnTo>
                    <a:pt x="524" y="510"/>
                  </a:lnTo>
                  <a:lnTo>
                    <a:pt x="518" y="509"/>
                  </a:lnTo>
                  <a:lnTo>
                    <a:pt x="514" y="507"/>
                  </a:lnTo>
                  <a:lnTo>
                    <a:pt x="510" y="503"/>
                  </a:lnTo>
                  <a:lnTo>
                    <a:pt x="507" y="500"/>
                  </a:lnTo>
                  <a:lnTo>
                    <a:pt x="505" y="495"/>
                  </a:lnTo>
                  <a:lnTo>
                    <a:pt x="502" y="489"/>
                  </a:lnTo>
                  <a:lnTo>
                    <a:pt x="502" y="484"/>
                  </a:lnTo>
                  <a:lnTo>
                    <a:pt x="502" y="410"/>
                  </a:lnTo>
                  <a:lnTo>
                    <a:pt x="502" y="410"/>
                  </a:lnTo>
                  <a:close/>
                  <a:moveTo>
                    <a:pt x="767" y="319"/>
                  </a:moveTo>
                  <a:lnTo>
                    <a:pt x="557" y="319"/>
                  </a:lnTo>
                  <a:lnTo>
                    <a:pt x="557" y="456"/>
                  </a:lnTo>
                  <a:lnTo>
                    <a:pt x="767" y="456"/>
                  </a:lnTo>
                  <a:lnTo>
                    <a:pt x="767" y="319"/>
                  </a:lnTo>
                  <a:lnTo>
                    <a:pt x="767" y="319"/>
                  </a:lnTo>
                  <a:close/>
                  <a:moveTo>
                    <a:pt x="748" y="812"/>
                  </a:moveTo>
                  <a:lnTo>
                    <a:pt x="748" y="812"/>
                  </a:lnTo>
                  <a:lnTo>
                    <a:pt x="737" y="804"/>
                  </a:lnTo>
                  <a:lnTo>
                    <a:pt x="725" y="798"/>
                  </a:lnTo>
                  <a:lnTo>
                    <a:pt x="719" y="795"/>
                  </a:lnTo>
                  <a:lnTo>
                    <a:pt x="712" y="793"/>
                  </a:lnTo>
                  <a:lnTo>
                    <a:pt x="706" y="792"/>
                  </a:lnTo>
                  <a:lnTo>
                    <a:pt x="699" y="792"/>
                  </a:lnTo>
                  <a:lnTo>
                    <a:pt x="699" y="792"/>
                  </a:lnTo>
                  <a:lnTo>
                    <a:pt x="692" y="792"/>
                  </a:lnTo>
                  <a:lnTo>
                    <a:pt x="685" y="793"/>
                  </a:lnTo>
                  <a:lnTo>
                    <a:pt x="678" y="795"/>
                  </a:lnTo>
                  <a:lnTo>
                    <a:pt x="671" y="798"/>
                  </a:lnTo>
                  <a:lnTo>
                    <a:pt x="660" y="804"/>
                  </a:lnTo>
                  <a:lnTo>
                    <a:pt x="650" y="812"/>
                  </a:lnTo>
                  <a:lnTo>
                    <a:pt x="650" y="812"/>
                  </a:lnTo>
                  <a:lnTo>
                    <a:pt x="642" y="823"/>
                  </a:lnTo>
                  <a:lnTo>
                    <a:pt x="635" y="834"/>
                  </a:lnTo>
                  <a:lnTo>
                    <a:pt x="631" y="848"/>
                  </a:lnTo>
                  <a:lnTo>
                    <a:pt x="630" y="855"/>
                  </a:lnTo>
                  <a:lnTo>
                    <a:pt x="630" y="861"/>
                  </a:lnTo>
                  <a:lnTo>
                    <a:pt x="630" y="861"/>
                  </a:lnTo>
                  <a:lnTo>
                    <a:pt x="630" y="868"/>
                  </a:lnTo>
                  <a:lnTo>
                    <a:pt x="631" y="875"/>
                  </a:lnTo>
                  <a:lnTo>
                    <a:pt x="635" y="889"/>
                  </a:lnTo>
                  <a:lnTo>
                    <a:pt x="642" y="900"/>
                  </a:lnTo>
                  <a:lnTo>
                    <a:pt x="650" y="910"/>
                  </a:lnTo>
                  <a:lnTo>
                    <a:pt x="650" y="910"/>
                  </a:lnTo>
                  <a:lnTo>
                    <a:pt x="660" y="920"/>
                  </a:lnTo>
                  <a:lnTo>
                    <a:pt x="671" y="925"/>
                  </a:lnTo>
                  <a:lnTo>
                    <a:pt x="685" y="930"/>
                  </a:lnTo>
                  <a:lnTo>
                    <a:pt x="692" y="931"/>
                  </a:lnTo>
                  <a:lnTo>
                    <a:pt x="699" y="931"/>
                  </a:lnTo>
                  <a:lnTo>
                    <a:pt x="699" y="931"/>
                  </a:lnTo>
                  <a:lnTo>
                    <a:pt x="706" y="931"/>
                  </a:lnTo>
                  <a:lnTo>
                    <a:pt x="712" y="930"/>
                  </a:lnTo>
                  <a:lnTo>
                    <a:pt x="725" y="925"/>
                  </a:lnTo>
                  <a:lnTo>
                    <a:pt x="737" y="920"/>
                  </a:lnTo>
                  <a:lnTo>
                    <a:pt x="748" y="910"/>
                  </a:lnTo>
                  <a:lnTo>
                    <a:pt x="748" y="910"/>
                  </a:lnTo>
                  <a:lnTo>
                    <a:pt x="756" y="900"/>
                  </a:lnTo>
                  <a:lnTo>
                    <a:pt x="761" y="889"/>
                  </a:lnTo>
                  <a:lnTo>
                    <a:pt x="766" y="875"/>
                  </a:lnTo>
                  <a:lnTo>
                    <a:pt x="767" y="868"/>
                  </a:lnTo>
                  <a:lnTo>
                    <a:pt x="767" y="861"/>
                  </a:lnTo>
                  <a:lnTo>
                    <a:pt x="767" y="861"/>
                  </a:lnTo>
                  <a:lnTo>
                    <a:pt x="767" y="855"/>
                  </a:lnTo>
                  <a:lnTo>
                    <a:pt x="766" y="848"/>
                  </a:lnTo>
                  <a:lnTo>
                    <a:pt x="761" y="834"/>
                  </a:lnTo>
                  <a:lnTo>
                    <a:pt x="756" y="823"/>
                  </a:lnTo>
                  <a:lnTo>
                    <a:pt x="748" y="812"/>
                  </a:lnTo>
                  <a:lnTo>
                    <a:pt x="748" y="812"/>
                  </a:lnTo>
                  <a:close/>
                  <a:moveTo>
                    <a:pt x="308" y="812"/>
                  </a:moveTo>
                  <a:lnTo>
                    <a:pt x="308" y="812"/>
                  </a:lnTo>
                  <a:lnTo>
                    <a:pt x="298" y="804"/>
                  </a:lnTo>
                  <a:lnTo>
                    <a:pt x="287" y="798"/>
                  </a:lnTo>
                  <a:lnTo>
                    <a:pt x="281" y="795"/>
                  </a:lnTo>
                  <a:lnTo>
                    <a:pt x="274" y="793"/>
                  </a:lnTo>
                  <a:lnTo>
                    <a:pt x="267" y="792"/>
                  </a:lnTo>
                  <a:lnTo>
                    <a:pt x="260" y="792"/>
                  </a:lnTo>
                  <a:lnTo>
                    <a:pt x="260" y="792"/>
                  </a:lnTo>
                  <a:lnTo>
                    <a:pt x="252" y="792"/>
                  </a:lnTo>
                  <a:lnTo>
                    <a:pt x="246" y="793"/>
                  </a:lnTo>
                  <a:lnTo>
                    <a:pt x="240" y="795"/>
                  </a:lnTo>
                  <a:lnTo>
                    <a:pt x="233" y="798"/>
                  </a:lnTo>
                  <a:lnTo>
                    <a:pt x="222" y="804"/>
                  </a:lnTo>
                  <a:lnTo>
                    <a:pt x="211" y="812"/>
                  </a:lnTo>
                  <a:lnTo>
                    <a:pt x="211" y="812"/>
                  </a:lnTo>
                  <a:lnTo>
                    <a:pt x="203" y="823"/>
                  </a:lnTo>
                  <a:lnTo>
                    <a:pt x="197" y="834"/>
                  </a:lnTo>
                  <a:lnTo>
                    <a:pt x="193" y="848"/>
                  </a:lnTo>
                  <a:lnTo>
                    <a:pt x="192" y="855"/>
                  </a:lnTo>
                  <a:lnTo>
                    <a:pt x="191" y="861"/>
                  </a:lnTo>
                  <a:lnTo>
                    <a:pt x="191" y="861"/>
                  </a:lnTo>
                  <a:lnTo>
                    <a:pt x="192" y="868"/>
                  </a:lnTo>
                  <a:lnTo>
                    <a:pt x="193" y="875"/>
                  </a:lnTo>
                  <a:lnTo>
                    <a:pt x="197" y="889"/>
                  </a:lnTo>
                  <a:lnTo>
                    <a:pt x="203" y="900"/>
                  </a:lnTo>
                  <a:lnTo>
                    <a:pt x="211" y="910"/>
                  </a:lnTo>
                  <a:lnTo>
                    <a:pt x="211" y="910"/>
                  </a:lnTo>
                  <a:lnTo>
                    <a:pt x="222" y="920"/>
                  </a:lnTo>
                  <a:lnTo>
                    <a:pt x="233" y="925"/>
                  </a:lnTo>
                  <a:lnTo>
                    <a:pt x="246" y="930"/>
                  </a:lnTo>
                  <a:lnTo>
                    <a:pt x="252" y="931"/>
                  </a:lnTo>
                  <a:lnTo>
                    <a:pt x="260" y="931"/>
                  </a:lnTo>
                  <a:lnTo>
                    <a:pt x="260" y="931"/>
                  </a:lnTo>
                  <a:lnTo>
                    <a:pt x="267" y="931"/>
                  </a:lnTo>
                  <a:lnTo>
                    <a:pt x="274" y="930"/>
                  </a:lnTo>
                  <a:lnTo>
                    <a:pt x="287" y="925"/>
                  </a:lnTo>
                  <a:lnTo>
                    <a:pt x="298" y="920"/>
                  </a:lnTo>
                  <a:lnTo>
                    <a:pt x="308" y="910"/>
                  </a:lnTo>
                  <a:lnTo>
                    <a:pt x="308" y="910"/>
                  </a:lnTo>
                  <a:lnTo>
                    <a:pt x="317" y="900"/>
                  </a:lnTo>
                  <a:lnTo>
                    <a:pt x="323" y="889"/>
                  </a:lnTo>
                  <a:lnTo>
                    <a:pt x="328" y="875"/>
                  </a:lnTo>
                  <a:lnTo>
                    <a:pt x="329" y="868"/>
                  </a:lnTo>
                  <a:lnTo>
                    <a:pt x="329" y="861"/>
                  </a:lnTo>
                  <a:lnTo>
                    <a:pt x="329" y="861"/>
                  </a:lnTo>
                  <a:lnTo>
                    <a:pt x="329" y="855"/>
                  </a:lnTo>
                  <a:lnTo>
                    <a:pt x="328" y="848"/>
                  </a:lnTo>
                  <a:lnTo>
                    <a:pt x="323" y="834"/>
                  </a:lnTo>
                  <a:lnTo>
                    <a:pt x="317" y="823"/>
                  </a:lnTo>
                  <a:lnTo>
                    <a:pt x="308" y="812"/>
                  </a:lnTo>
                  <a:lnTo>
                    <a:pt x="308" y="812"/>
                  </a:lnTo>
                  <a:close/>
                </a:path>
              </a:pathLst>
            </a:custGeom>
            <a:solidFill>
              <a:schemeClr val="bg1"/>
            </a:solidFill>
            <a:ln>
              <a:noFill/>
            </a:ln>
          </p:spPr>
          <p:txBody>
            <a:bodyPr vert="horz" wrap="square" lIns="91440" tIns="45720" rIns="91440" bIns="45720" numCol="1" anchor="t" anchorCtr="0" compatLnSpc="1"/>
            <a:lstStyle/>
            <a:p>
              <a:endParaRPr lang="ko-KR" altLang="en-US">
                <a:cs typeface="字魂创中黑" panose="00000500000000000000" charset="-122"/>
              </a:endParaRPr>
            </a:p>
          </p:txBody>
        </p:sp>
        <p:sp>
          <p:nvSpPr>
            <p:cNvPr id="55" name="图形"/>
            <p:cNvSpPr txBox="1"/>
            <p:nvPr/>
          </p:nvSpPr>
          <p:spPr>
            <a:xfrm>
              <a:off x="12472" y="3159"/>
              <a:ext cx="2397" cy="461"/>
            </a:xfrm>
            <a:prstGeom prst="rect">
              <a:avLst/>
            </a:prstGeom>
            <a:noFill/>
          </p:spPr>
          <p:txBody>
            <a:bodyPr wrap="none" rtlCol="0">
              <a:normAutofit/>
            </a:bodyPr>
            <a:lstStyle/>
            <a:p>
              <a:pPr algn="l" eaLnBrk="1" hangingPunct="1"/>
              <a:r>
                <a:rPr lang="en-US" altLang="en-US" sz="1300" b="1">
                  <a:solidFill>
                    <a:schemeClr val="tx1"/>
                  </a:solidFill>
                  <a:latin typeface="Source Han Sans SC"/>
                  <a:ea typeface="Source Han Sans SC"/>
                  <a:cs typeface="字魂创中黑" panose="00000500000000000000" charset="-122"/>
                  <a:sym typeface="+mn-ea"/>
                </a:rPr>
                <a:t>Default title text</a:t>
              </a:r>
              <a:endParaRPr lang="zh-CN" altLang="en-US" b="1">
                <a:solidFill>
                  <a:schemeClr val="tx1"/>
                </a:solidFill>
                <a:latin typeface="字魂创中黑"/>
                <a:ea typeface="字魂创中黑"/>
                <a:cs typeface="字魂创中黑" panose="00000500000000000000" charset="-122"/>
                <a:sym typeface="+mn-ea"/>
              </a:endParaRPr>
            </a:p>
          </p:txBody>
        </p:sp>
        <p:sp>
          <p:nvSpPr>
            <p:cNvPr id="63" name="图形"/>
            <p:cNvSpPr/>
            <p:nvPr/>
          </p:nvSpPr>
          <p:spPr>
            <a:xfrm>
              <a:off x="12472" y="3739"/>
              <a:ext cx="5000" cy="478"/>
            </a:xfrm>
            <a:prstGeom prst="rect">
              <a:avLst/>
            </a:prstGeom>
          </p:spPr>
          <p:txBody>
            <a:bodyPr wrap="square">
              <a:normAutofit/>
            </a:bodyPr>
            <a:lstStyle/>
            <a:p>
              <a:pPr algn="l">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a:t>
              </a:r>
              <a:endParaRPr lang="zh-CN" altLang="en-US" sz="1200">
                <a:solidFill>
                  <a:schemeClr val="tx1">
                    <a:lumMod val="75000"/>
                    <a:lumOff val="25000"/>
                  </a:schemeClr>
                </a:solidFill>
                <a:latin typeface="字魂创中黑"/>
                <a:ea typeface="字魂创中黑"/>
                <a:cs typeface="字魂创中黑" panose="00000500000000000000" charset="-122"/>
                <a:sym typeface="+mn-ea"/>
              </a:endParaRPr>
            </a:p>
          </p:txBody>
        </p:sp>
        <p:sp>
          <p:nvSpPr>
            <p:cNvPr id="6" name="图形"/>
            <p:cNvSpPr txBox="1"/>
            <p:nvPr/>
          </p:nvSpPr>
          <p:spPr>
            <a:xfrm>
              <a:off x="12472" y="6164"/>
              <a:ext cx="2397" cy="461"/>
            </a:xfrm>
            <a:prstGeom prst="rect">
              <a:avLst/>
            </a:prstGeom>
            <a:noFill/>
          </p:spPr>
          <p:txBody>
            <a:bodyPr wrap="none" rtlCol="0">
              <a:normAutofit/>
            </a:bodyPr>
            <a:lstStyle/>
            <a:p>
              <a:pPr algn="l" eaLnBrk="1" hangingPunct="1"/>
              <a:r>
                <a:rPr lang="en-US" altLang="en-US" sz="1300" b="1">
                  <a:solidFill>
                    <a:schemeClr val="tx1"/>
                  </a:solidFill>
                  <a:latin typeface="Source Han Sans SC"/>
                  <a:ea typeface="Source Han Sans SC"/>
                  <a:cs typeface="字魂创中黑" panose="00000500000000000000" charset="-122"/>
                  <a:sym typeface="+mn-ea"/>
                </a:rPr>
                <a:t>Default title text</a:t>
              </a:r>
              <a:endParaRPr lang="zh-CN" altLang="en-US" b="1">
                <a:solidFill>
                  <a:schemeClr val="tx1"/>
                </a:solidFill>
                <a:latin typeface="字魂创中黑"/>
                <a:ea typeface="字魂创中黑"/>
                <a:cs typeface="字魂创中黑" panose="00000500000000000000" charset="-122"/>
                <a:sym typeface="+mn-ea"/>
              </a:endParaRPr>
            </a:p>
          </p:txBody>
        </p:sp>
        <p:sp>
          <p:nvSpPr>
            <p:cNvPr id="8" name="图形"/>
            <p:cNvSpPr/>
            <p:nvPr/>
          </p:nvSpPr>
          <p:spPr>
            <a:xfrm>
              <a:off x="12472" y="6744"/>
              <a:ext cx="5000" cy="478"/>
            </a:xfrm>
            <a:prstGeom prst="rect">
              <a:avLst/>
            </a:prstGeom>
          </p:spPr>
          <p:txBody>
            <a:bodyPr wrap="square">
              <a:normAutofit/>
            </a:bodyPr>
            <a:lstStyle/>
            <a:p>
              <a:pPr algn="l">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a:t>
              </a:r>
              <a:endParaRPr lang="zh-CN" altLang="en-US" sz="1200">
                <a:solidFill>
                  <a:schemeClr val="tx1">
                    <a:lumMod val="75000"/>
                    <a:lumOff val="25000"/>
                  </a:schemeClr>
                </a:solidFill>
                <a:latin typeface="字魂创中黑"/>
                <a:ea typeface="字魂创中黑"/>
                <a:cs typeface="字魂创中黑" panose="00000500000000000000" charset="-122"/>
                <a:sym typeface="+mn-ea"/>
              </a:endParaRPr>
            </a:p>
          </p:txBody>
        </p:sp>
        <p:sp>
          <p:nvSpPr>
            <p:cNvPr id="9" name="图形"/>
            <p:cNvSpPr txBox="1"/>
            <p:nvPr/>
          </p:nvSpPr>
          <p:spPr>
            <a:xfrm>
              <a:off x="2010" y="3467"/>
              <a:ext cx="2397" cy="461"/>
            </a:xfrm>
            <a:prstGeom prst="rect">
              <a:avLst/>
            </a:prstGeom>
            <a:noFill/>
          </p:spPr>
          <p:txBody>
            <a:bodyPr wrap="none" rtlCol="0">
              <a:normAutofit/>
            </a:bodyPr>
            <a:lstStyle/>
            <a:p>
              <a:pPr algn="l" eaLnBrk="1" hangingPunct="1"/>
              <a:r>
                <a:rPr lang="en-US" altLang="en-US" sz="1300" b="1">
                  <a:solidFill>
                    <a:schemeClr val="tx1"/>
                  </a:solidFill>
                  <a:latin typeface="Source Han Sans SC"/>
                  <a:ea typeface="Source Han Sans SC"/>
                  <a:cs typeface="字魂创中黑" panose="00000500000000000000" charset="-122"/>
                  <a:sym typeface="+mn-ea"/>
                </a:rPr>
                <a:t>Default title text</a:t>
              </a:r>
              <a:endParaRPr lang="zh-CN" altLang="en-US" b="1">
                <a:solidFill>
                  <a:schemeClr val="tx1"/>
                </a:solidFill>
                <a:latin typeface="字魂创中黑"/>
                <a:ea typeface="字魂创中黑"/>
                <a:cs typeface="字魂创中黑" panose="00000500000000000000" charset="-122"/>
                <a:sym typeface="+mn-ea"/>
              </a:endParaRPr>
            </a:p>
          </p:txBody>
        </p:sp>
        <p:sp>
          <p:nvSpPr>
            <p:cNvPr id="10" name="图形"/>
            <p:cNvSpPr/>
            <p:nvPr/>
          </p:nvSpPr>
          <p:spPr>
            <a:xfrm>
              <a:off x="2010" y="4047"/>
              <a:ext cx="5000" cy="478"/>
            </a:xfrm>
            <a:prstGeom prst="rect">
              <a:avLst/>
            </a:prstGeom>
          </p:spPr>
          <p:txBody>
            <a:bodyPr wrap="square">
              <a:normAutofit/>
            </a:bodyPr>
            <a:lstStyle/>
            <a:p>
              <a:pPr algn="l">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a:t>
              </a:r>
              <a:endParaRPr lang="zh-CN" altLang="en-US" sz="1200">
                <a:solidFill>
                  <a:schemeClr val="tx1">
                    <a:lumMod val="75000"/>
                    <a:lumOff val="25000"/>
                  </a:schemeClr>
                </a:solidFill>
                <a:latin typeface="字魂创中黑"/>
                <a:ea typeface="字魂创中黑"/>
                <a:cs typeface="字魂创中黑" panose="00000500000000000000" charset="-122"/>
                <a:sym typeface="+mn-ea"/>
              </a:endParaRPr>
            </a:p>
          </p:txBody>
        </p:sp>
        <p:sp>
          <p:nvSpPr>
            <p:cNvPr id="16" name="图形"/>
            <p:cNvSpPr txBox="1"/>
            <p:nvPr/>
          </p:nvSpPr>
          <p:spPr>
            <a:xfrm>
              <a:off x="2010" y="6472"/>
              <a:ext cx="2397" cy="461"/>
            </a:xfrm>
            <a:prstGeom prst="rect">
              <a:avLst/>
            </a:prstGeom>
            <a:noFill/>
          </p:spPr>
          <p:txBody>
            <a:bodyPr wrap="none" rtlCol="0">
              <a:normAutofit/>
            </a:bodyPr>
            <a:lstStyle/>
            <a:p>
              <a:pPr algn="l" eaLnBrk="1" hangingPunct="1"/>
              <a:r>
                <a:rPr lang="en-US" altLang="en-US" sz="1300" b="1">
                  <a:solidFill>
                    <a:schemeClr val="tx1"/>
                  </a:solidFill>
                  <a:latin typeface="Source Han Sans SC"/>
                  <a:ea typeface="Source Han Sans SC"/>
                  <a:cs typeface="字魂创中黑" panose="00000500000000000000" charset="-122"/>
                  <a:sym typeface="+mn-ea"/>
                </a:rPr>
                <a:t>Default title text</a:t>
              </a:r>
              <a:endParaRPr lang="zh-CN" altLang="en-US" b="1">
                <a:solidFill>
                  <a:schemeClr val="tx1"/>
                </a:solidFill>
                <a:latin typeface="字魂创中黑"/>
                <a:ea typeface="字魂创中黑"/>
                <a:cs typeface="字魂创中黑" panose="00000500000000000000" charset="-122"/>
                <a:sym typeface="+mn-ea"/>
              </a:endParaRPr>
            </a:p>
          </p:txBody>
        </p:sp>
        <p:sp>
          <p:nvSpPr>
            <p:cNvPr id="17" name="图形"/>
            <p:cNvSpPr/>
            <p:nvPr/>
          </p:nvSpPr>
          <p:spPr>
            <a:xfrm>
              <a:off x="2010" y="7052"/>
              <a:ext cx="5000" cy="478"/>
            </a:xfrm>
            <a:prstGeom prst="rect">
              <a:avLst/>
            </a:prstGeom>
          </p:spPr>
          <p:txBody>
            <a:bodyPr wrap="square">
              <a:normAutofit/>
            </a:bodyPr>
            <a:lstStyle/>
            <a:p>
              <a:pPr algn="l">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a:t>
              </a:r>
              <a:endParaRPr lang="zh-CN" altLang="en-US" sz="1200">
                <a:solidFill>
                  <a:schemeClr val="tx1">
                    <a:lumMod val="75000"/>
                    <a:lumOff val="25000"/>
                  </a:schemeClr>
                </a:solidFill>
                <a:latin typeface="字魂创中黑"/>
                <a:ea typeface="字魂创中黑"/>
                <a:cs typeface="字魂创中黑" panose="00000500000000000000" charset="-122"/>
                <a:sym typeface="+mn-ea"/>
              </a:endParaRPr>
            </a:p>
          </p:txBody>
        </p:sp>
        <p:grpSp>
          <p:nvGrpSpPr>
            <p:cNvPr id="19" name="图形"/>
            <p:cNvGrpSpPr/>
            <p:nvPr/>
          </p:nvGrpSpPr>
          <p:grpSpPr>
            <a:xfrm>
              <a:off x="8730" y="4755"/>
              <a:ext cx="1823" cy="1886"/>
              <a:chOff x="4858476" y="2607620"/>
              <a:chExt cx="433690" cy="448836"/>
            </a:xfrm>
            <a:solidFill>
              <a:schemeClr val="accent1"/>
            </a:solidFill>
          </p:grpSpPr>
          <p:sp>
            <p:nvSpPr>
              <p:cNvPr id="42" name="图形"/>
              <p:cNvSpPr>
                <a:spLocks noEditPoints="1"/>
              </p:cNvSpPr>
              <p:nvPr/>
            </p:nvSpPr>
            <p:spPr bwMode="auto">
              <a:xfrm>
                <a:off x="4858476" y="2784204"/>
                <a:ext cx="270243" cy="272252"/>
              </a:xfrm>
              <a:custGeom>
                <a:gdLst>
                  <a:gd name="T0" fmla="*/ 115 w 136"/>
                  <a:gd name="T1" fmla="*/ 94 h 137"/>
                  <a:gd name="T2" fmla="*/ 119 w 136"/>
                  <a:gd name="T3" fmla="*/ 83 h 137"/>
                  <a:gd name="T4" fmla="*/ 136 w 136"/>
                  <a:gd name="T5" fmla="*/ 77 h 137"/>
                  <a:gd name="T6" fmla="*/ 136 w 136"/>
                  <a:gd name="T7" fmla="*/ 68 h 137"/>
                  <a:gd name="T8" fmla="*/ 136 w 136"/>
                  <a:gd name="T9" fmla="*/ 60 h 137"/>
                  <a:gd name="T10" fmla="*/ 119 w 136"/>
                  <a:gd name="T11" fmla="*/ 54 h 137"/>
                  <a:gd name="T12" fmla="*/ 115 w 136"/>
                  <a:gd name="T13" fmla="*/ 43 h 137"/>
                  <a:gd name="T14" fmla="*/ 122 w 136"/>
                  <a:gd name="T15" fmla="*/ 27 h 137"/>
                  <a:gd name="T16" fmla="*/ 110 w 136"/>
                  <a:gd name="T17" fmla="*/ 14 h 137"/>
                  <a:gd name="T18" fmla="*/ 94 w 136"/>
                  <a:gd name="T19" fmla="*/ 22 h 137"/>
                  <a:gd name="T20" fmla="*/ 83 w 136"/>
                  <a:gd name="T21" fmla="*/ 18 h 137"/>
                  <a:gd name="T22" fmla="*/ 77 w 136"/>
                  <a:gd name="T23" fmla="*/ 1 h 137"/>
                  <a:gd name="T24" fmla="*/ 68 w 136"/>
                  <a:gd name="T25" fmla="*/ 0 h 137"/>
                  <a:gd name="T26" fmla="*/ 59 w 136"/>
                  <a:gd name="T27" fmla="*/ 1 h 137"/>
                  <a:gd name="T28" fmla="*/ 53 w 136"/>
                  <a:gd name="T29" fmla="*/ 18 h 137"/>
                  <a:gd name="T30" fmla="*/ 43 w 136"/>
                  <a:gd name="T31" fmla="*/ 22 h 137"/>
                  <a:gd name="T32" fmla="*/ 26 w 136"/>
                  <a:gd name="T33" fmla="*/ 14 h 137"/>
                  <a:gd name="T34" fmla="*/ 14 w 136"/>
                  <a:gd name="T35" fmla="*/ 27 h 137"/>
                  <a:gd name="T36" fmla="*/ 22 w 136"/>
                  <a:gd name="T37" fmla="*/ 43 h 137"/>
                  <a:gd name="T38" fmla="*/ 17 w 136"/>
                  <a:gd name="T39" fmla="*/ 54 h 137"/>
                  <a:gd name="T40" fmla="*/ 0 w 136"/>
                  <a:gd name="T41" fmla="*/ 60 h 137"/>
                  <a:gd name="T42" fmla="*/ 0 w 136"/>
                  <a:gd name="T43" fmla="*/ 68 h 137"/>
                  <a:gd name="T44" fmla="*/ 0 w 136"/>
                  <a:gd name="T45" fmla="*/ 77 h 137"/>
                  <a:gd name="T46" fmla="*/ 17 w 136"/>
                  <a:gd name="T47" fmla="*/ 83 h 137"/>
                  <a:gd name="T48" fmla="*/ 22 w 136"/>
                  <a:gd name="T49" fmla="*/ 94 h 137"/>
                  <a:gd name="T50" fmla="*/ 14 w 136"/>
                  <a:gd name="T51" fmla="*/ 110 h 137"/>
                  <a:gd name="T52" fmla="*/ 26 w 136"/>
                  <a:gd name="T53" fmla="*/ 123 h 137"/>
                  <a:gd name="T54" fmla="*/ 43 w 136"/>
                  <a:gd name="T55" fmla="*/ 115 h 137"/>
                  <a:gd name="T56" fmla="*/ 53 w 136"/>
                  <a:gd name="T57" fmla="*/ 119 h 137"/>
                  <a:gd name="T58" fmla="*/ 59 w 136"/>
                  <a:gd name="T59" fmla="*/ 136 h 137"/>
                  <a:gd name="T60" fmla="*/ 68 w 136"/>
                  <a:gd name="T61" fmla="*/ 137 h 137"/>
                  <a:gd name="T62" fmla="*/ 77 w 136"/>
                  <a:gd name="T63" fmla="*/ 136 h 137"/>
                  <a:gd name="T64" fmla="*/ 83 w 136"/>
                  <a:gd name="T65" fmla="*/ 119 h 137"/>
                  <a:gd name="T66" fmla="*/ 94 w 136"/>
                  <a:gd name="T67" fmla="*/ 115 h 137"/>
                  <a:gd name="T68" fmla="*/ 110 w 136"/>
                  <a:gd name="T69" fmla="*/ 123 h 137"/>
                  <a:gd name="T70" fmla="*/ 122 w 136"/>
                  <a:gd name="T71" fmla="*/ 110 h 137"/>
                  <a:gd name="T72" fmla="*/ 115 w 136"/>
                  <a:gd name="T73" fmla="*/ 94 h 137"/>
                  <a:gd name="T74" fmla="*/ 68 w 136"/>
                  <a:gd name="T75" fmla="*/ 92 h 137"/>
                  <a:gd name="T76" fmla="*/ 44 w 136"/>
                  <a:gd name="T77" fmla="*/ 68 h 137"/>
                  <a:gd name="T78" fmla="*/ 68 w 136"/>
                  <a:gd name="T79" fmla="*/ 45 h 137"/>
                  <a:gd name="T80" fmla="*/ 92 w 136"/>
                  <a:gd name="T81" fmla="*/ 68 h 137"/>
                  <a:gd name="T82" fmla="*/ 68 w 136"/>
                  <a:gd name="T83" fmla="*/ 92 h 137"/>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36" h="137">
                    <a:moveTo>
                      <a:pt x="115" y="94"/>
                    </a:moveTo>
                    <a:cubicBezTo>
                      <a:pt x="116" y="91"/>
                      <a:pt x="118" y="87"/>
                      <a:pt x="119" y="83"/>
                    </a:cubicBezTo>
                    <a:cubicBezTo>
                      <a:pt x="136" y="77"/>
                      <a:pt x="136" y="77"/>
                      <a:pt x="136" y="77"/>
                    </a:cubicBezTo>
                    <a:cubicBezTo>
                      <a:pt x="136" y="74"/>
                      <a:pt x="136" y="71"/>
                      <a:pt x="136" y="68"/>
                    </a:cubicBezTo>
                    <a:cubicBezTo>
                      <a:pt x="136" y="65"/>
                      <a:pt x="136" y="63"/>
                      <a:pt x="136" y="60"/>
                    </a:cubicBezTo>
                    <a:cubicBezTo>
                      <a:pt x="119" y="54"/>
                      <a:pt x="119" y="54"/>
                      <a:pt x="119" y="54"/>
                    </a:cubicBezTo>
                    <a:cubicBezTo>
                      <a:pt x="118" y="50"/>
                      <a:pt x="116" y="46"/>
                      <a:pt x="115" y="43"/>
                    </a:cubicBezTo>
                    <a:cubicBezTo>
                      <a:pt x="122" y="27"/>
                      <a:pt x="122" y="27"/>
                      <a:pt x="122" y="27"/>
                    </a:cubicBezTo>
                    <a:cubicBezTo>
                      <a:pt x="119" y="22"/>
                      <a:pt x="115" y="18"/>
                      <a:pt x="110" y="14"/>
                    </a:cubicBezTo>
                    <a:cubicBezTo>
                      <a:pt x="94" y="22"/>
                      <a:pt x="94" y="22"/>
                      <a:pt x="94" y="22"/>
                    </a:cubicBezTo>
                    <a:cubicBezTo>
                      <a:pt x="90" y="20"/>
                      <a:pt x="87" y="19"/>
                      <a:pt x="83" y="18"/>
                    </a:cubicBezTo>
                    <a:cubicBezTo>
                      <a:pt x="77" y="1"/>
                      <a:pt x="77" y="1"/>
                      <a:pt x="77" y="1"/>
                    </a:cubicBezTo>
                    <a:cubicBezTo>
                      <a:pt x="74" y="0"/>
                      <a:pt x="71" y="0"/>
                      <a:pt x="68" y="0"/>
                    </a:cubicBezTo>
                    <a:cubicBezTo>
                      <a:pt x="65" y="0"/>
                      <a:pt x="62" y="0"/>
                      <a:pt x="59" y="1"/>
                    </a:cubicBezTo>
                    <a:cubicBezTo>
                      <a:pt x="53" y="18"/>
                      <a:pt x="53" y="18"/>
                      <a:pt x="53" y="18"/>
                    </a:cubicBezTo>
                    <a:cubicBezTo>
                      <a:pt x="50" y="19"/>
                      <a:pt x="46" y="20"/>
                      <a:pt x="43" y="22"/>
                    </a:cubicBezTo>
                    <a:cubicBezTo>
                      <a:pt x="26" y="14"/>
                      <a:pt x="26" y="14"/>
                      <a:pt x="26" y="14"/>
                    </a:cubicBezTo>
                    <a:cubicBezTo>
                      <a:pt x="22" y="18"/>
                      <a:pt x="18" y="22"/>
                      <a:pt x="14" y="27"/>
                    </a:cubicBezTo>
                    <a:cubicBezTo>
                      <a:pt x="22" y="43"/>
                      <a:pt x="22" y="43"/>
                      <a:pt x="22" y="43"/>
                    </a:cubicBezTo>
                    <a:cubicBezTo>
                      <a:pt x="20" y="46"/>
                      <a:pt x="18" y="50"/>
                      <a:pt x="17" y="54"/>
                    </a:cubicBezTo>
                    <a:cubicBezTo>
                      <a:pt x="0" y="60"/>
                      <a:pt x="0" y="60"/>
                      <a:pt x="0" y="60"/>
                    </a:cubicBezTo>
                    <a:cubicBezTo>
                      <a:pt x="0" y="63"/>
                      <a:pt x="0" y="65"/>
                      <a:pt x="0" y="68"/>
                    </a:cubicBezTo>
                    <a:cubicBezTo>
                      <a:pt x="0" y="71"/>
                      <a:pt x="0" y="74"/>
                      <a:pt x="0" y="77"/>
                    </a:cubicBezTo>
                    <a:cubicBezTo>
                      <a:pt x="17" y="83"/>
                      <a:pt x="17" y="83"/>
                      <a:pt x="17" y="83"/>
                    </a:cubicBezTo>
                    <a:cubicBezTo>
                      <a:pt x="18" y="87"/>
                      <a:pt x="20" y="91"/>
                      <a:pt x="22" y="94"/>
                    </a:cubicBezTo>
                    <a:cubicBezTo>
                      <a:pt x="14" y="110"/>
                      <a:pt x="14" y="110"/>
                      <a:pt x="14" y="110"/>
                    </a:cubicBezTo>
                    <a:cubicBezTo>
                      <a:pt x="18" y="115"/>
                      <a:pt x="22" y="119"/>
                      <a:pt x="26" y="123"/>
                    </a:cubicBezTo>
                    <a:cubicBezTo>
                      <a:pt x="43" y="115"/>
                      <a:pt x="43" y="115"/>
                      <a:pt x="43" y="115"/>
                    </a:cubicBezTo>
                    <a:cubicBezTo>
                      <a:pt x="46" y="117"/>
                      <a:pt x="50" y="118"/>
                      <a:pt x="53" y="119"/>
                    </a:cubicBezTo>
                    <a:cubicBezTo>
                      <a:pt x="59" y="136"/>
                      <a:pt x="59" y="136"/>
                      <a:pt x="59" y="136"/>
                    </a:cubicBezTo>
                    <a:cubicBezTo>
                      <a:pt x="62" y="137"/>
                      <a:pt x="65" y="137"/>
                      <a:pt x="68" y="137"/>
                    </a:cubicBezTo>
                    <a:cubicBezTo>
                      <a:pt x="71" y="137"/>
                      <a:pt x="74" y="137"/>
                      <a:pt x="77" y="136"/>
                    </a:cubicBezTo>
                    <a:cubicBezTo>
                      <a:pt x="83" y="119"/>
                      <a:pt x="83" y="119"/>
                      <a:pt x="83" y="119"/>
                    </a:cubicBezTo>
                    <a:cubicBezTo>
                      <a:pt x="87" y="118"/>
                      <a:pt x="90" y="117"/>
                      <a:pt x="94" y="115"/>
                    </a:cubicBezTo>
                    <a:cubicBezTo>
                      <a:pt x="110" y="123"/>
                      <a:pt x="110" y="123"/>
                      <a:pt x="110" y="123"/>
                    </a:cubicBezTo>
                    <a:cubicBezTo>
                      <a:pt x="115" y="119"/>
                      <a:pt x="119" y="115"/>
                      <a:pt x="122" y="110"/>
                    </a:cubicBezTo>
                    <a:lnTo>
                      <a:pt x="115" y="94"/>
                    </a:lnTo>
                    <a:close/>
                    <a:moveTo>
                      <a:pt x="68" y="92"/>
                    </a:moveTo>
                    <a:cubicBezTo>
                      <a:pt x="55" y="92"/>
                      <a:pt x="44" y="82"/>
                      <a:pt x="44" y="68"/>
                    </a:cubicBezTo>
                    <a:cubicBezTo>
                      <a:pt x="44" y="55"/>
                      <a:pt x="55" y="45"/>
                      <a:pt x="68" y="45"/>
                    </a:cubicBezTo>
                    <a:cubicBezTo>
                      <a:pt x="81" y="45"/>
                      <a:pt x="92" y="55"/>
                      <a:pt x="92" y="68"/>
                    </a:cubicBezTo>
                    <a:cubicBezTo>
                      <a:pt x="92" y="82"/>
                      <a:pt x="81" y="92"/>
                      <a:pt x="68" y="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id-ID">
                  <a:solidFill>
                    <a:prstClr val="black"/>
                  </a:solidFill>
                  <a:cs typeface="字魂创中黑" panose="00000500000000000000" charset="-122"/>
                </a:endParaRPr>
              </a:p>
            </p:txBody>
          </p:sp>
          <p:sp>
            <p:nvSpPr>
              <p:cNvPr id="43" name="图形"/>
              <p:cNvSpPr>
                <a:spLocks noEditPoints="1"/>
              </p:cNvSpPr>
              <p:nvPr/>
            </p:nvSpPr>
            <p:spPr bwMode="auto">
              <a:xfrm>
                <a:off x="5014967" y="2607620"/>
                <a:ext cx="178822" cy="178822"/>
              </a:xfrm>
              <a:custGeom>
                <a:gdLst>
                  <a:gd name="T0" fmla="*/ 4 w 90"/>
                  <a:gd name="T1" fmla="*/ 67 h 90"/>
                  <a:gd name="T2" fmla="*/ 16 w 90"/>
                  <a:gd name="T3" fmla="*/ 67 h 90"/>
                  <a:gd name="T4" fmla="*/ 22 w 90"/>
                  <a:gd name="T5" fmla="*/ 73 h 90"/>
                  <a:gd name="T6" fmla="*/ 21 w 90"/>
                  <a:gd name="T7" fmla="*/ 85 h 90"/>
                  <a:gd name="T8" fmla="*/ 26 w 90"/>
                  <a:gd name="T9" fmla="*/ 88 h 90"/>
                  <a:gd name="T10" fmla="*/ 32 w 90"/>
                  <a:gd name="T11" fmla="*/ 90 h 90"/>
                  <a:gd name="T12" fmla="*/ 40 w 90"/>
                  <a:gd name="T13" fmla="*/ 81 h 90"/>
                  <a:gd name="T14" fmla="*/ 48 w 90"/>
                  <a:gd name="T15" fmla="*/ 81 h 90"/>
                  <a:gd name="T16" fmla="*/ 56 w 90"/>
                  <a:gd name="T17" fmla="*/ 90 h 90"/>
                  <a:gd name="T18" fmla="*/ 67 w 90"/>
                  <a:gd name="T19" fmla="*/ 86 h 90"/>
                  <a:gd name="T20" fmla="*/ 67 w 90"/>
                  <a:gd name="T21" fmla="*/ 74 h 90"/>
                  <a:gd name="T22" fmla="*/ 73 w 90"/>
                  <a:gd name="T23" fmla="*/ 68 h 90"/>
                  <a:gd name="T24" fmla="*/ 85 w 90"/>
                  <a:gd name="T25" fmla="*/ 69 h 90"/>
                  <a:gd name="T26" fmla="*/ 87 w 90"/>
                  <a:gd name="T27" fmla="*/ 64 h 90"/>
                  <a:gd name="T28" fmla="*/ 89 w 90"/>
                  <a:gd name="T29" fmla="*/ 58 h 90"/>
                  <a:gd name="T30" fmla="*/ 81 w 90"/>
                  <a:gd name="T31" fmla="*/ 50 h 90"/>
                  <a:gd name="T32" fmla="*/ 81 w 90"/>
                  <a:gd name="T33" fmla="*/ 42 h 90"/>
                  <a:gd name="T34" fmla="*/ 90 w 90"/>
                  <a:gd name="T35" fmla="*/ 34 h 90"/>
                  <a:gd name="T36" fmla="*/ 86 w 90"/>
                  <a:gd name="T37" fmla="*/ 23 h 90"/>
                  <a:gd name="T38" fmla="*/ 73 w 90"/>
                  <a:gd name="T39" fmla="*/ 23 h 90"/>
                  <a:gd name="T40" fmla="*/ 68 w 90"/>
                  <a:gd name="T41" fmla="*/ 17 h 90"/>
                  <a:gd name="T42" fmla="*/ 69 w 90"/>
                  <a:gd name="T43" fmla="*/ 5 h 90"/>
                  <a:gd name="T44" fmla="*/ 63 w 90"/>
                  <a:gd name="T45" fmla="*/ 3 h 90"/>
                  <a:gd name="T46" fmla="*/ 58 w 90"/>
                  <a:gd name="T47" fmla="*/ 0 h 90"/>
                  <a:gd name="T48" fmla="*/ 49 w 90"/>
                  <a:gd name="T49" fmla="*/ 9 h 90"/>
                  <a:gd name="T50" fmla="*/ 41 w 90"/>
                  <a:gd name="T51" fmla="*/ 9 h 90"/>
                  <a:gd name="T52" fmla="*/ 33 w 90"/>
                  <a:gd name="T53" fmla="*/ 0 h 90"/>
                  <a:gd name="T54" fmla="*/ 22 w 90"/>
                  <a:gd name="T55" fmla="*/ 4 h 90"/>
                  <a:gd name="T56" fmla="*/ 23 w 90"/>
                  <a:gd name="T57" fmla="*/ 17 h 90"/>
                  <a:gd name="T58" fmla="*/ 17 w 90"/>
                  <a:gd name="T59" fmla="*/ 22 h 90"/>
                  <a:gd name="T60" fmla="*/ 5 w 90"/>
                  <a:gd name="T61" fmla="*/ 21 h 90"/>
                  <a:gd name="T62" fmla="*/ 2 w 90"/>
                  <a:gd name="T63" fmla="*/ 27 h 90"/>
                  <a:gd name="T64" fmla="*/ 0 w 90"/>
                  <a:gd name="T65" fmla="*/ 32 h 90"/>
                  <a:gd name="T66" fmla="*/ 9 w 90"/>
                  <a:gd name="T67" fmla="*/ 40 h 90"/>
                  <a:gd name="T68" fmla="*/ 9 w 90"/>
                  <a:gd name="T69" fmla="*/ 48 h 90"/>
                  <a:gd name="T70" fmla="*/ 0 w 90"/>
                  <a:gd name="T71" fmla="*/ 56 h 90"/>
                  <a:gd name="T72" fmla="*/ 4 w 90"/>
                  <a:gd name="T73" fmla="*/ 67 h 90"/>
                  <a:gd name="T74" fmla="*/ 30 w 90"/>
                  <a:gd name="T75" fmla="*/ 39 h 90"/>
                  <a:gd name="T76" fmla="*/ 51 w 90"/>
                  <a:gd name="T77" fmla="*/ 30 h 90"/>
                  <a:gd name="T78" fmla="*/ 60 w 90"/>
                  <a:gd name="T79" fmla="*/ 52 h 90"/>
                  <a:gd name="T80" fmla="*/ 38 w 90"/>
                  <a:gd name="T81" fmla="*/ 60 h 90"/>
                  <a:gd name="T82" fmla="*/ 30 w 90"/>
                  <a:gd name="T83" fmla="*/ 39 h 90"/>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0" h="90">
                    <a:moveTo>
                      <a:pt x="4" y="67"/>
                    </a:moveTo>
                    <a:cubicBezTo>
                      <a:pt x="16" y="67"/>
                      <a:pt x="16" y="67"/>
                      <a:pt x="16" y="67"/>
                    </a:cubicBezTo>
                    <a:cubicBezTo>
                      <a:pt x="18" y="69"/>
                      <a:pt x="20" y="71"/>
                      <a:pt x="22" y="73"/>
                    </a:cubicBezTo>
                    <a:cubicBezTo>
                      <a:pt x="21" y="85"/>
                      <a:pt x="21" y="85"/>
                      <a:pt x="21" y="85"/>
                    </a:cubicBezTo>
                    <a:cubicBezTo>
                      <a:pt x="23" y="86"/>
                      <a:pt x="25" y="87"/>
                      <a:pt x="26" y="88"/>
                    </a:cubicBezTo>
                    <a:cubicBezTo>
                      <a:pt x="28" y="88"/>
                      <a:pt x="30" y="89"/>
                      <a:pt x="32" y="90"/>
                    </a:cubicBezTo>
                    <a:cubicBezTo>
                      <a:pt x="40" y="81"/>
                      <a:pt x="40" y="81"/>
                      <a:pt x="40" y="81"/>
                    </a:cubicBezTo>
                    <a:cubicBezTo>
                      <a:pt x="43" y="81"/>
                      <a:pt x="46" y="81"/>
                      <a:pt x="48" y="81"/>
                    </a:cubicBezTo>
                    <a:cubicBezTo>
                      <a:pt x="56" y="90"/>
                      <a:pt x="56" y="90"/>
                      <a:pt x="56" y="90"/>
                    </a:cubicBezTo>
                    <a:cubicBezTo>
                      <a:pt x="60" y="89"/>
                      <a:pt x="64" y="88"/>
                      <a:pt x="67" y="86"/>
                    </a:cubicBezTo>
                    <a:cubicBezTo>
                      <a:pt x="67" y="74"/>
                      <a:pt x="67" y="74"/>
                      <a:pt x="67" y="74"/>
                    </a:cubicBezTo>
                    <a:cubicBezTo>
                      <a:pt x="69" y="72"/>
                      <a:pt x="71" y="70"/>
                      <a:pt x="73" y="68"/>
                    </a:cubicBezTo>
                    <a:cubicBezTo>
                      <a:pt x="85" y="69"/>
                      <a:pt x="85" y="69"/>
                      <a:pt x="85" y="69"/>
                    </a:cubicBezTo>
                    <a:cubicBezTo>
                      <a:pt x="86" y="67"/>
                      <a:pt x="87" y="65"/>
                      <a:pt x="87" y="64"/>
                    </a:cubicBezTo>
                    <a:cubicBezTo>
                      <a:pt x="88" y="62"/>
                      <a:pt x="89" y="60"/>
                      <a:pt x="89" y="58"/>
                    </a:cubicBezTo>
                    <a:cubicBezTo>
                      <a:pt x="81" y="50"/>
                      <a:pt x="81" y="50"/>
                      <a:pt x="81" y="50"/>
                    </a:cubicBezTo>
                    <a:cubicBezTo>
                      <a:pt x="81" y="47"/>
                      <a:pt x="81" y="44"/>
                      <a:pt x="81" y="42"/>
                    </a:cubicBezTo>
                    <a:cubicBezTo>
                      <a:pt x="90" y="34"/>
                      <a:pt x="90" y="34"/>
                      <a:pt x="90" y="34"/>
                    </a:cubicBezTo>
                    <a:cubicBezTo>
                      <a:pt x="89" y="30"/>
                      <a:pt x="87" y="26"/>
                      <a:pt x="86" y="23"/>
                    </a:cubicBezTo>
                    <a:cubicBezTo>
                      <a:pt x="73" y="23"/>
                      <a:pt x="73" y="23"/>
                      <a:pt x="73" y="23"/>
                    </a:cubicBezTo>
                    <a:cubicBezTo>
                      <a:pt x="72" y="21"/>
                      <a:pt x="70" y="19"/>
                      <a:pt x="68" y="17"/>
                    </a:cubicBezTo>
                    <a:cubicBezTo>
                      <a:pt x="69" y="5"/>
                      <a:pt x="69" y="5"/>
                      <a:pt x="69" y="5"/>
                    </a:cubicBezTo>
                    <a:cubicBezTo>
                      <a:pt x="67" y="4"/>
                      <a:pt x="65" y="3"/>
                      <a:pt x="63" y="3"/>
                    </a:cubicBezTo>
                    <a:cubicBezTo>
                      <a:pt x="62" y="2"/>
                      <a:pt x="60" y="1"/>
                      <a:pt x="58" y="0"/>
                    </a:cubicBezTo>
                    <a:cubicBezTo>
                      <a:pt x="49" y="9"/>
                      <a:pt x="49" y="9"/>
                      <a:pt x="49" y="9"/>
                    </a:cubicBezTo>
                    <a:cubicBezTo>
                      <a:pt x="47" y="9"/>
                      <a:pt x="44" y="9"/>
                      <a:pt x="41" y="9"/>
                    </a:cubicBezTo>
                    <a:cubicBezTo>
                      <a:pt x="33" y="0"/>
                      <a:pt x="33" y="0"/>
                      <a:pt x="33" y="0"/>
                    </a:cubicBezTo>
                    <a:cubicBezTo>
                      <a:pt x="30" y="1"/>
                      <a:pt x="26" y="3"/>
                      <a:pt x="22" y="4"/>
                    </a:cubicBezTo>
                    <a:cubicBezTo>
                      <a:pt x="23" y="17"/>
                      <a:pt x="23" y="17"/>
                      <a:pt x="23" y="17"/>
                    </a:cubicBezTo>
                    <a:cubicBezTo>
                      <a:pt x="21" y="18"/>
                      <a:pt x="19" y="20"/>
                      <a:pt x="17" y="22"/>
                    </a:cubicBezTo>
                    <a:cubicBezTo>
                      <a:pt x="5" y="21"/>
                      <a:pt x="5" y="21"/>
                      <a:pt x="5" y="21"/>
                    </a:cubicBezTo>
                    <a:cubicBezTo>
                      <a:pt x="4" y="23"/>
                      <a:pt x="3" y="25"/>
                      <a:pt x="2" y="27"/>
                    </a:cubicBezTo>
                    <a:cubicBezTo>
                      <a:pt x="2" y="28"/>
                      <a:pt x="1" y="30"/>
                      <a:pt x="0" y="32"/>
                    </a:cubicBezTo>
                    <a:cubicBezTo>
                      <a:pt x="9" y="40"/>
                      <a:pt x="9" y="40"/>
                      <a:pt x="9" y="40"/>
                    </a:cubicBezTo>
                    <a:cubicBezTo>
                      <a:pt x="9" y="43"/>
                      <a:pt x="9" y="46"/>
                      <a:pt x="9" y="48"/>
                    </a:cubicBezTo>
                    <a:cubicBezTo>
                      <a:pt x="0" y="56"/>
                      <a:pt x="0" y="56"/>
                      <a:pt x="0" y="56"/>
                    </a:cubicBezTo>
                    <a:cubicBezTo>
                      <a:pt x="1" y="60"/>
                      <a:pt x="2" y="64"/>
                      <a:pt x="4" y="67"/>
                    </a:cubicBezTo>
                    <a:close/>
                    <a:moveTo>
                      <a:pt x="30" y="39"/>
                    </a:moveTo>
                    <a:cubicBezTo>
                      <a:pt x="34" y="30"/>
                      <a:pt x="43" y="27"/>
                      <a:pt x="51" y="30"/>
                    </a:cubicBezTo>
                    <a:cubicBezTo>
                      <a:pt x="60" y="34"/>
                      <a:pt x="63" y="43"/>
                      <a:pt x="60" y="52"/>
                    </a:cubicBezTo>
                    <a:cubicBezTo>
                      <a:pt x="56" y="60"/>
                      <a:pt x="47" y="63"/>
                      <a:pt x="38" y="60"/>
                    </a:cubicBezTo>
                    <a:cubicBezTo>
                      <a:pt x="30" y="56"/>
                      <a:pt x="26" y="47"/>
                      <a:pt x="30"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id-ID">
                  <a:solidFill>
                    <a:prstClr val="black"/>
                  </a:solidFill>
                  <a:cs typeface="字魂创中黑" panose="00000500000000000000" charset="-122"/>
                </a:endParaRPr>
              </a:p>
            </p:txBody>
          </p:sp>
          <p:sp>
            <p:nvSpPr>
              <p:cNvPr id="44" name="图形"/>
              <p:cNvSpPr>
                <a:spLocks noEditPoints="1"/>
              </p:cNvSpPr>
              <p:nvPr/>
            </p:nvSpPr>
            <p:spPr bwMode="auto">
              <a:xfrm>
                <a:off x="5148505" y="2831813"/>
                <a:ext cx="143661" cy="144665"/>
              </a:xfrm>
              <a:custGeom>
                <a:gdLst>
                  <a:gd name="T0" fmla="*/ 63 w 72"/>
                  <a:gd name="T1" fmla="*/ 44 h 73"/>
                  <a:gd name="T2" fmla="*/ 72 w 72"/>
                  <a:gd name="T3" fmla="*/ 41 h 73"/>
                  <a:gd name="T4" fmla="*/ 72 w 72"/>
                  <a:gd name="T5" fmla="*/ 36 h 73"/>
                  <a:gd name="T6" fmla="*/ 72 w 72"/>
                  <a:gd name="T7" fmla="*/ 31 h 73"/>
                  <a:gd name="T8" fmla="*/ 63 w 72"/>
                  <a:gd name="T9" fmla="*/ 28 h 73"/>
                  <a:gd name="T10" fmla="*/ 60 w 72"/>
                  <a:gd name="T11" fmla="*/ 23 h 73"/>
                  <a:gd name="T12" fmla="*/ 64 w 72"/>
                  <a:gd name="T13" fmla="*/ 14 h 73"/>
                  <a:gd name="T14" fmla="*/ 58 w 72"/>
                  <a:gd name="T15" fmla="*/ 8 h 73"/>
                  <a:gd name="T16" fmla="*/ 49 w 72"/>
                  <a:gd name="T17" fmla="*/ 12 h 73"/>
                  <a:gd name="T18" fmla="*/ 43 w 72"/>
                  <a:gd name="T19" fmla="*/ 10 h 73"/>
                  <a:gd name="T20" fmla="*/ 40 w 72"/>
                  <a:gd name="T21" fmla="*/ 1 h 73"/>
                  <a:gd name="T22" fmla="*/ 35 w 72"/>
                  <a:gd name="T23" fmla="*/ 0 h 73"/>
                  <a:gd name="T24" fmla="*/ 31 w 72"/>
                  <a:gd name="T25" fmla="*/ 1 h 73"/>
                  <a:gd name="T26" fmla="*/ 28 w 72"/>
                  <a:gd name="T27" fmla="*/ 10 h 73"/>
                  <a:gd name="T28" fmla="*/ 22 w 72"/>
                  <a:gd name="T29" fmla="*/ 12 h 73"/>
                  <a:gd name="T30" fmla="*/ 13 w 72"/>
                  <a:gd name="T31" fmla="*/ 8 h 73"/>
                  <a:gd name="T32" fmla="*/ 7 w 72"/>
                  <a:gd name="T33" fmla="*/ 15 h 73"/>
                  <a:gd name="T34" fmla="*/ 11 w 72"/>
                  <a:gd name="T35" fmla="*/ 24 h 73"/>
                  <a:gd name="T36" fmla="*/ 9 w 72"/>
                  <a:gd name="T37" fmla="*/ 29 h 73"/>
                  <a:gd name="T38" fmla="*/ 0 w 72"/>
                  <a:gd name="T39" fmla="*/ 33 h 73"/>
                  <a:gd name="T40" fmla="*/ 0 w 72"/>
                  <a:gd name="T41" fmla="*/ 37 h 73"/>
                  <a:gd name="T42" fmla="*/ 0 w 72"/>
                  <a:gd name="T43" fmla="*/ 42 h 73"/>
                  <a:gd name="T44" fmla="*/ 9 w 72"/>
                  <a:gd name="T45" fmla="*/ 45 h 73"/>
                  <a:gd name="T46" fmla="*/ 12 w 72"/>
                  <a:gd name="T47" fmla="*/ 51 h 73"/>
                  <a:gd name="T48" fmla="*/ 8 w 72"/>
                  <a:gd name="T49" fmla="*/ 59 h 73"/>
                  <a:gd name="T50" fmla="*/ 15 w 72"/>
                  <a:gd name="T51" fmla="*/ 66 h 73"/>
                  <a:gd name="T52" fmla="*/ 23 w 72"/>
                  <a:gd name="T53" fmla="*/ 62 h 73"/>
                  <a:gd name="T54" fmla="*/ 29 w 72"/>
                  <a:gd name="T55" fmla="*/ 64 h 73"/>
                  <a:gd name="T56" fmla="*/ 32 w 72"/>
                  <a:gd name="T57" fmla="*/ 73 h 73"/>
                  <a:gd name="T58" fmla="*/ 37 w 72"/>
                  <a:gd name="T59" fmla="*/ 73 h 73"/>
                  <a:gd name="T60" fmla="*/ 41 w 72"/>
                  <a:gd name="T61" fmla="*/ 72 h 73"/>
                  <a:gd name="T62" fmla="*/ 44 w 72"/>
                  <a:gd name="T63" fmla="*/ 63 h 73"/>
                  <a:gd name="T64" fmla="*/ 50 w 72"/>
                  <a:gd name="T65" fmla="*/ 61 h 73"/>
                  <a:gd name="T66" fmla="*/ 59 w 72"/>
                  <a:gd name="T67" fmla="*/ 65 h 73"/>
                  <a:gd name="T68" fmla="*/ 65 w 72"/>
                  <a:gd name="T69" fmla="*/ 58 h 73"/>
                  <a:gd name="T70" fmla="*/ 61 w 72"/>
                  <a:gd name="T71" fmla="*/ 50 h 73"/>
                  <a:gd name="T72" fmla="*/ 63 w 72"/>
                  <a:gd name="T73" fmla="*/ 44 h 73"/>
                  <a:gd name="T74" fmla="*/ 36 w 72"/>
                  <a:gd name="T75" fmla="*/ 49 h 73"/>
                  <a:gd name="T76" fmla="*/ 23 w 72"/>
                  <a:gd name="T77" fmla="*/ 37 h 73"/>
                  <a:gd name="T78" fmla="*/ 36 w 72"/>
                  <a:gd name="T79" fmla="*/ 24 h 73"/>
                  <a:gd name="T80" fmla="*/ 49 w 72"/>
                  <a:gd name="T81" fmla="*/ 36 h 73"/>
                  <a:gd name="T82" fmla="*/ 36 w 72"/>
                  <a:gd name="T83" fmla="*/ 49 h 73"/>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72" h="73">
                    <a:moveTo>
                      <a:pt x="63" y="44"/>
                    </a:moveTo>
                    <a:cubicBezTo>
                      <a:pt x="72" y="41"/>
                      <a:pt x="72" y="41"/>
                      <a:pt x="72" y="41"/>
                    </a:cubicBezTo>
                    <a:cubicBezTo>
                      <a:pt x="72" y="39"/>
                      <a:pt x="72" y="37"/>
                      <a:pt x="72" y="36"/>
                    </a:cubicBezTo>
                    <a:cubicBezTo>
                      <a:pt x="72" y="34"/>
                      <a:pt x="72" y="33"/>
                      <a:pt x="72" y="31"/>
                    </a:cubicBezTo>
                    <a:cubicBezTo>
                      <a:pt x="63" y="28"/>
                      <a:pt x="63" y="28"/>
                      <a:pt x="63" y="28"/>
                    </a:cubicBezTo>
                    <a:cubicBezTo>
                      <a:pt x="62" y="26"/>
                      <a:pt x="61" y="24"/>
                      <a:pt x="60" y="23"/>
                    </a:cubicBezTo>
                    <a:cubicBezTo>
                      <a:pt x="64" y="14"/>
                      <a:pt x="64" y="14"/>
                      <a:pt x="64" y="14"/>
                    </a:cubicBezTo>
                    <a:cubicBezTo>
                      <a:pt x="62" y="12"/>
                      <a:pt x="60" y="9"/>
                      <a:pt x="58" y="8"/>
                    </a:cubicBezTo>
                    <a:cubicBezTo>
                      <a:pt x="49" y="12"/>
                      <a:pt x="49" y="12"/>
                      <a:pt x="49" y="12"/>
                    </a:cubicBezTo>
                    <a:cubicBezTo>
                      <a:pt x="47" y="11"/>
                      <a:pt x="45" y="10"/>
                      <a:pt x="43" y="10"/>
                    </a:cubicBezTo>
                    <a:cubicBezTo>
                      <a:pt x="40" y="1"/>
                      <a:pt x="40" y="1"/>
                      <a:pt x="40" y="1"/>
                    </a:cubicBezTo>
                    <a:cubicBezTo>
                      <a:pt x="38" y="0"/>
                      <a:pt x="37" y="0"/>
                      <a:pt x="35" y="0"/>
                    </a:cubicBezTo>
                    <a:cubicBezTo>
                      <a:pt x="34" y="0"/>
                      <a:pt x="32" y="1"/>
                      <a:pt x="31" y="1"/>
                    </a:cubicBezTo>
                    <a:cubicBezTo>
                      <a:pt x="28" y="10"/>
                      <a:pt x="28" y="10"/>
                      <a:pt x="28" y="10"/>
                    </a:cubicBezTo>
                    <a:cubicBezTo>
                      <a:pt x="26" y="10"/>
                      <a:pt x="24" y="11"/>
                      <a:pt x="22" y="12"/>
                    </a:cubicBezTo>
                    <a:cubicBezTo>
                      <a:pt x="13" y="8"/>
                      <a:pt x="13" y="8"/>
                      <a:pt x="13" y="8"/>
                    </a:cubicBezTo>
                    <a:cubicBezTo>
                      <a:pt x="11" y="10"/>
                      <a:pt x="9" y="13"/>
                      <a:pt x="7" y="15"/>
                    </a:cubicBezTo>
                    <a:cubicBezTo>
                      <a:pt x="11" y="24"/>
                      <a:pt x="11" y="24"/>
                      <a:pt x="11" y="24"/>
                    </a:cubicBezTo>
                    <a:cubicBezTo>
                      <a:pt x="10" y="25"/>
                      <a:pt x="10" y="27"/>
                      <a:pt x="9" y="29"/>
                    </a:cubicBezTo>
                    <a:cubicBezTo>
                      <a:pt x="0" y="33"/>
                      <a:pt x="0" y="33"/>
                      <a:pt x="0" y="33"/>
                    </a:cubicBezTo>
                    <a:cubicBezTo>
                      <a:pt x="0" y="34"/>
                      <a:pt x="0" y="36"/>
                      <a:pt x="0" y="37"/>
                    </a:cubicBezTo>
                    <a:cubicBezTo>
                      <a:pt x="0" y="39"/>
                      <a:pt x="0" y="41"/>
                      <a:pt x="0" y="42"/>
                    </a:cubicBezTo>
                    <a:cubicBezTo>
                      <a:pt x="9" y="45"/>
                      <a:pt x="9" y="45"/>
                      <a:pt x="9" y="45"/>
                    </a:cubicBezTo>
                    <a:cubicBezTo>
                      <a:pt x="10" y="47"/>
                      <a:pt x="11" y="49"/>
                      <a:pt x="12" y="51"/>
                    </a:cubicBezTo>
                    <a:cubicBezTo>
                      <a:pt x="8" y="59"/>
                      <a:pt x="8" y="59"/>
                      <a:pt x="8" y="59"/>
                    </a:cubicBezTo>
                    <a:cubicBezTo>
                      <a:pt x="10" y="62"/>
                      <a:pt x="12" y="64"/>
                      <a:pt x="15" y="66"/>
                    </a:cubicBezTo>
                    <a:cubicBezTo>
                      <a:pt x="23" y="62"/>
                      <a:pt x="23" y="62"/>
                      <a:pt x="23" y="62"/>
                    </a:cubicBezTo>
                    <a:cubicBezTo>
                      <a:pt x="25" y="62"/>
                      <a:pt x="27" y="63"/>
                      <a:pt x="29" y="64"/>
                    </a:cubicBezTo>
                    <a:cubicBezTo>
                      <a:pt x="32" y="73"/>
                      <a:pt x="32" y="73"/>
                      <a:pt x="32" y="73"/>
                    </a:cubicBezTo>
                    <a:cubicBezTo>
                      <a:pt x="34" y="73"/>
                      <a:pt x="35" y="73"/>
                      <a:pt x="37" y="73"/>
                    </a:cubicBezTo>
                    <a:cubicBezTo>
                      <a:pt x="38" y="73"/>
                      <a:pt x="40" y="73"/>
                      <a:pt x="41" y="72"/>
                    </a:cubicBezTo>
                    <a:cubicBezTo>
                      <a:pt x="44" y="63"/>
                      <a:pt x="44" y="63"/>
                      <a:pt x="44" y="63"/>
                    </a:cubicBezTo>
                    <a:cubicBezTo>
                      <a:pt x="46" y="63"/>
                      <a:pt x="48" y="62"/>
                      <a:pt x="50" y="61"/>
                    </a:cubicBezTo>
                    <a:cubicBezTo>
                      <a:pt x="59" y="65"/>
                      <a:pt x="59" y="65"/>
                      <a:pt x="59" y="65"/>
                    </a:cubicBezTo>
                    <a:cubicBezTo>
                      <a:pt x="61" y="63"/>
                      <a:pt x="63" y="61"/>
                      <a:pt x="65" y="58"/>
                    </a:cubicBezTo>
                    <a:cubicBezTo>
                      <a:pt x="61" y="50"/>
                      <a:pt x="61" y="50"/>
                      <a:pt x="61" y="50"/>
                    </a:cubicBezTo>
                    <a:cubicBezTo>
                      <a:pt x="62" y="48"/>
                      <a:pt x="63" y="46"/>
                      <a:pt x="63" y="44"/>
                    </a:cubicBezTo>
                    <a:close/>
                    <a:moveTo>
                      <a:pt x="36" y="49"/>
                    </a:moveTo>
                    <a:cubicBezTo>
                      <a:pt x="29" y="49"/>
                      <a:pt x="24" y="44"/>
                      <a:pt x="23" y="37"/>
                    </a:cubicBezTo>
                    <a:cubicBezTo>
                      <a:pt x="23" y="30"/>
                      <a:pt x="29" y="24"/>
                      <a:pt x="36" y="24"/>
                    </a:cubicBezTo>
                    <a:cubicBezTo>
                      <a:pt x="43" y="24"/>
                      <a:pt x="49" y="29"/>
                      <a:pt x="49" y="36"/>
                    </a:cubicBezTo>
                    <a:cubicBezTo>
                      <a:pt x="49" y="43"/>
                      <a:pt x="43" y="49"/>
                      <a:pt x="36"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id-ID">
                  <a:solidFill>
                    <a:prstClr val="black"/>
                  </a:solidFill>
                  <a:cs typeface="字魂创中黑" panose="00000500000000000000" charset="-122"/>
                </a:endParaRPr>
              </a:p>
            </p:txBody>
          </p:sp>
        </p:grpSp>
      </p:grpSp>
    </p:spTree>
    <p:custDataLst>
      <p:tags r:id="rId2"/>
    </p:custDataLst>
  </p:cSld>
  <p:clrMapOvr>
    <a:masterClrMapping/>
  </p:clrMapOvr>
  <p:transition advTm="2000">
    <p:zoom dir="in"/>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3" presetClass="entr" presetSubtype="32" fill="hold" nodeType="afterEffect">
                                  <p:stCondLst>
                                    <p:cond delay="0"/>
                                  </p:stCondLst>
                                  <p:childTnLst>
                                    <p:set>
                                      <p:cBhvr>
                                        <p:cTn id="6" dur="500" fill="hold">
                                          <p:stCondLst>
                                            <p:cond delay="0"/>
                                          </p:stCondLst>
                                        </p:cTn>
                                        <p:tgtEl>
                                          <p:spTgt spid="18"/>
                                        </p:tgtEl>
                                        <p:attrNameLst>
                                          <p:attrName>style.visibility</p:attrName>
                                        </p:attrNameLst>
                                      </p:cBhvr>
                                      <p:to>
                                        <p:strVal val="visible"/>
                                      </p:to>
                                    </p:set>
                                    <p:animEffect transition="in" filter="plus(out)">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grpSp>
        <p:nvGrpSpPr>
          <p:cNvPr id="7" name="图形"/>
          <p:cNvGrpSpPr/>
          <p:nvPr/>
        </p:nvGrpSpPr>
        <p:grpSpPr>
          <a:xfrm>
            <a:off x="673735" y="810260"/>
            <a:ext cx="3173730" cy="528955"/>
            <a:chOff x="1061" y="1276"/>
            <a:chExt cx="4998" cy="833"/>
          </a:xfrm>
        </p:grpSpPr>
        <p:sp>
          <p:nvSpPr>
            <p:cNvPr id="3" name="图形"/>
            <p:cNvSpPr/>
            <p:nvPr/>
          </p:nvSpPr>
          <p:spPr>
            <a:xfrm rot="3300000">
              <a:off x="1061" y="1276"/>
              <a:ext cx="793" cy="793"/>
            </a:xfrm>
            <a:prstGeom prst="roundRect">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Normal" panose="020b0400000000000000" charset="-122"/>
                <a:ea typeface="思源黑体 CN Normal" panose="020b0400000000000000" charset="-122"/>
                <a:cs typeface="字魂创中黑" panose="00000500000000000000" charset="-122"/>
              </a:endParaRPr>
            </a:p>
          </p:txBody>
        </p:sp>
        <p:sp>
          <p:nvSpPr>
            <p:cNvPr id="5" name="图形"/>
            <p:cNvSpPr/>
            <p:nvPr/>
          </p:nvSpPr>
          <p:spPr>
            <a:xfrm rot="3300000">
              <a:off x="1341" y="1316"/>
              <a:ext cx="793" cy="793"/>
            </a:xfrm>
            <a:prstGeom prst="roundRect">
              <a:avLst/>
            </a:prstGeom>
            <a:solidFill>
              <a:schemeClr val="accent1"/>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Normal" panose="020b0400000000000000" charset="-122"/>
                <a:ea typeface="思源黑体 CN Normal" panose="020b0400000000000000" charset="-122"/>
                <a:cs typeface="字魂创中黑" panose="00000500000000000000" charset="-122"/>
              </a:endParaRPr>
            </a:p>
          </p:txBody>
        </p:sp>
        <p:sp>
          <p:nvSpPr>
            <p:cNvPr id="23" name="图形"/>
            <p:cNvSpPr txBox="1"/>
            <p:nvPr/>
          </p:nvSpPr>
          <p:spPr>
            <a:xfrm>
              <a:off x="2183" y="1301"/>
              <a:ext cx="3876" cy="528"/>
            </a:xfrm>
            <a:prstGeom prst="rect">
              <a:avLst/>
            </a:prstGeom>
            <a:noFill/>
          </p:spPr>
          <p:txBody>
            <a:bodyPr wrap="square" rtlCol="0">
              <a:normAutofit/>
            </a:bodyPr>
            <a:lstStyle/>
            <a:p>
              <a:pPr algn="l"/>
              <a:r>
                <a:rPr lang="en-US" altLang="en-US" sz="1600">
                  <a:solidFill>
                    <a:schemeClr val="tx1"/>
                  </a:solidFill>
                  <a:latin typeface="Source Han Sans SC"/>
                  <a:ea typeface="Source Han Sans SC"/>
                  <a:cs typeface="字魂创中黑" panose="00000500000000000000" charset="-122"/>
                  <a:sym typeface="+mn-ea"/>
                </a:rPr>
                <a:t>Internship Description</a:t>
              </a:r>
              <a:endParaRPr lang="zh-CN" altLang="en-US" sz="2800">
                <a:solidFill>
                  <a:schemeClr val="tx1"/>
                </a:solidFill>
                <a:latin typeface="字魂创粗黑" panose="00000500000000000000" charset="-122"/>
                <a:ea typeface="字魂创粗黑" panose="00000500000000000000" charset="-122"/>
                <a:cs typeface="字魂创中黑" panose="00000500000000000000" charset="-122"/>
                <a:sym typeface="+mn-ea"/>
              </a:endParaRPr>
            </a:p>
          </p:txBody>
        </p:sp>
        <p:sp>
          <p:nvSpPr>
            <p:cNvPr id="4" name="图形"/>
            <p:cNvSpPr txBox="1"/>
            <p:nvPr/>
          </p:nvSpPr>
          <p:spPr>
            <a:xfrm>
              <a:off x="1251" y="1293"/>
              <a:ext cx="932" cy="725"/>
            </a:xfrm>
            <a:prstGeom prst="rect">
              <a:avLst/>
            </a:prstGeom>
            <a:noFill/>
          </p:spPr>
          <p:txBody>
            <a:bodyPr wrap="square" rtlCol="0">
              <a:normAutofit/>
            </a:bodyPr>
            <a:lstStyle/>
            <a:p>
              <a:pPr algn="ctr"/>
              <a:r>
                <a:rPr lang="en-US" altLang="zh-CN" sz="2400">
                  <a:solidFill>
                    <a:schemeClr val="bg1"/>
                  </a:solidFill>
                  <a:latin typeface="Source Han Sans SC"/>
                  <a:ea typeface="Source Han Sans SC"/>
                  <a:cs typeface="字魂创中黑" panose="00000500000000000000" charset="-122"/>
                </a:rPr>
                <a:t>01</a:t>
              </a:r>
              <a:endParaRPr lang="en-US" altLang="zh-CN" sz="2400">
                <a:solidFill>
                  <a:schemeClr val="bg1"/>
                </a:solidFill>
                <a:latin typeface="字魂创粗黑" panose="00000500000000000000" charset="-122"/>
                <a:ea typeface="字魂创粗黑" panose="00000500000000000000" charset="-122"/>
                <a:cs typeface="字魂创中黑" panose="00000500000000000000" charset="-122"/>
              </a:endParaRPr>
            </a:p>
          </p:txBody>
        </p:sp>
      </p:grpSp>
      <p:grpSp>
        <p:nvGrpSpPr>
          <p:cNvPr id="2" name="组合 1"/>
          <p:cNvGrpSpPr/>
          <p:nvPr/>
        </p:nvGrpSpPr>
        <p:grpSpPr>
          <a:xfrm>
            <a:off x="1016000" y="2160905"/>
            <a:ext cx="9853295" cy="3085465"/>
            <a:chOff x="1600" y="3403"/>
            <a:chExt cx="15517" cy="4859"/>
          </a:xfrm>
        </p:grpSpPr>
        <p:sp>
          <p:nvSpPr>
            <p:cNvPr id="28" name="图形"/>
            <p:cNvSpPr txBox="1"/>
            <p:nvPr/>
          </p:nvSpPr>
          <p:spPr>
            <a:xfrm>
              <a:off x="1600" y="5580"/>
              <a:ext cx="3416" cy="1843"/>
            </a:xfrm>
            <a:prstGeom prst="rect">
              <a:avLst/>
            </a:prstGeom>
            <a:noFill/>
          </p:spPr>
          <p:txBody>
            <a:bodyPr wrap="square" rtlCol="0">
              <a:normAutofit/>
            </a:bodyPr>
            <a:lstStyle/>
            <a:p>
              <a:pPr algn="ctr">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rPr>
                <a:t>Add your text here add your text here add your text here add your text here add your text here</a:t>
              </a:r>
              <a:endParaRPr lang="zh-CN" altLang="en-US" sz="1200">
                <a:solidFill>
                  <a:schemeClr val="tx1">
                    <a:lumMod val="75000"/>
                    <a:lumOff val="25000"/>
                  </a:schemeClr>
                </a:solidFill>
                <a:latin typeface="字魂创中黑"/>
                <a:ea typeface="字魂创中黑"/>
                <a:cs typeface="字魂创中黑" panose="00000500000000000000" charset="-122"/>
              </a:endParaRPr>
            </a:p>
          </p:txBody>
        </p:sp>
        <p:sp>
          <p:nvSpPr>
            <p:cNvPr id="9" name="图形"/>
            <p:cNvSpPr txBox="1"/>
            <p:nvPr/>
          </p:nvSpPr>
          <p:spPr>
            <a:xfrm>
              <a:off x="5677" y="5580"/>
              <a:ext cx="3416" cy="1515"/>
            </a:xfrm>
            <a:prstGeom prst="rect">
              <a:avLst/>
            </a:prstGeom>
            <a:noFill/>
          </p:spPr>
          <p:txBody>
            <a:bodyPr wrap="square" rtlCol="0">
              <a:normAutofit/>
            </a:bodyPr>
            <a:lstStyle/>
            <a:p>
              <a:pPr algn="ctr">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 add your text here add your text here add your text here</a:t>
              </a:r>
              <a:endParaRPr lang="zh-CN" altLang="en-US" sz="1200">
                <a:solidFill>
                  <a:schemeClr val="tx1">
                    <a:lumMod val="75000"/>
                    <a:lumOff val="25000"/>
                  </a:schemeClr>
                </a:solidFill>
                <a:latin typeface="字魂创中黑"/>
                <a:ea typeface="字魂创中黑"/>
                <a:cs typeface="字魂创中黑" panose="00000500000000000000" charset="-122"/>
              </a:endParaRPr>
            </a:p>
          </p:txBody>
        </p:sp>
        <p:sp>
          <p:nvSpPr>
            <p:cNvPr id="12" name="图形"/>
            <p:cNvSpPr txBox="1"/>
            <p:nvPr/>
          </p:nvSpPr>
          <p:spPr>
            <a:xfrm>
              <a:off x="9624" y="5580"/>
              <a:ext cx="3416" cy="1515"/>
            </a:xfrm>
            <a:prstGeom prst="rect">
              <a:avLst/>
            </a:prstGeom>
            <a:noFill/>
          </p:spPr>
          <p:txBody>
            <a:bodyPr wrap="square" rtlCol="0">
              <a:normAutofit/>
            </a:bodyPr>
            <a:lstStyle/>
            <a:p>
              <a:pPr algn="ctr">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 add your text here add your text here add your text here</a:t>
              </a:r>
              <a:endParaRPr lang="zh-CN" altLang="en-US" sz="1200">
                <a:solidFill>
                  <a:schemeClr val="tx1">
                    <a:lumMod val="75000"/>
                    <a:lumOff val="25000"/>
                  </a:schemeClr>
                </a:solidFill>
                <a:latin typeface="字魂创中黑"/>
                <a:ea typeface="字魂创中黑"/>
                <a:cs typeface="字魂创中黑" panose="00000500000000000000" charset="-122"/>
              </a:endParaRPr>
            </a:p>
          </p:txBody>
        </p:sp>
        <p:sp>
          <p:nvSpPr>
            <p:cNvPr id="14" name="图形"/>
            <p:cNvSpPr txBox="1"/>
            <p:nvPr/>
          </p:nvSpPr>
          <p:spPr>
            <a:xfrm>
              <a:off x="13701" y="5580"/>
              <a:ext cx="3416" cy="1515"/>
            </a:xfrm>
            <a:prstGeom prst="rect">
              <a:avLst/>
            </a:prstGeom>
            <a:noFill/>
          </p:spPr>
          <p:txBody>
            <a:bodyPr wrap="square" rtlCol="0">
              <a:normAutofit/>
            </a:bodyPr>
            <a:lstStyle/>
            <a:p>
              <a:pPr algn="ctr">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 add your text here add your text here add your text here</a:t>
              </a:r>
              <a:endParaRPr lang="zh-CN" altLang="en-US" sz="1200">
                <a:solidFill>
                  <a:schemeClr val="tx1">
                    <a:lumMod val="75000"/>
                    <a:lumOff val="25000"/>
                  </a:schemeClr>
                </a:solidFill>
                <a:latin typeface="字魂创中黑"/>
                <a:ea typeface="字魂创中黑"/>
                <a:cs typeface="字魂创中黑" panose="00000500000000000000" charset="-122"/>
              </a:endParaRPr>
            </a:p>
          </p:txBody>
        </p:sp>
        <p:pic>
          <p:nvPicPr>
            <p:cNvPr id="15" name="图形" descr="ppt1016办公商务金融常用_00"/>
            <p:cNvPicPr>
              <a:picLocks noChangeAspect="1"/>
            </p:cNvPicPr>
            <p:nvPr/>
          </p:nvPicPr>
          <p:blipFill>
            <a:blip r:embed="rId2"/>
            <a:srcRect r="55916" b="67343"/>
            <a:stretch>
              <a:fillRect/>
            </a:stretch>
          </p:blipFill>
          <p:spPr>
            <a:xfrm>
              <a:off x="2244" y="3403"/>
              <a:ext cx="1836" cy="1818"/>
            </a:xfrm>
            <a:prstGeom prst="rect">
              <a:avLst/>
            </a:prstGeom>
          </p:spPr>
        </p:pic>
        <p:pic>
          <p:nvPicPr>
            <p:cNvPr id="17" name="图形" descr="ppt1016办公商务金融常用_00"/>
            <p:cNvPicPr>
              <a:picLocks noChangeAspect="1"/>
            </p:cNvPicPr>
            <p:nvPr/>
          </p:nvPicPr>
          <p:blipFill>
            <a:blip r:embed="rId2"/>
            <a:srcRect l="53193" t="485" r="2723" b="66858"/>
            <a:stretch>
              <a:fillRect/>
            </a:stretch>
          </p:blipFill>
          <p:spPr>
            <a:xfrm>
              <a:off x="6279" y="3403"/>
              <a:ext cx="1836" cy="1818"/>
            </a:xfrm>
            <a:prstGeom prst="rect">
              <a:avLst/>
            </a:prstGeom>
          </p:spPr>
        </p:pic>
        <p:pic>
          <p:nvPicPr>
            <p:cNvPr id="20" name="图形" descr="ppt1016办公商务金融常用_00"/>
            <p:cNvPicPr>
              <a:picLocks noChangeAspect="1"/>
            </p:cNvPicPr>
            <p:nvPr/>
          </p:nvPicPr>
          <p:blipFill>
            <a:blip r:embed="rId2"/>
            <a:srcRect r="55916" b="67343"/>
            <a:stretch>
              <a:fillRect/>
            </a:stretch>
          </p:blipFill>
          <p:spPr>
            <a:xfrm>
              <a:off x="10314" y="3403"/>
              <a:ext cx="1836" cy="1818"/>
            </a:xfrm>
            <a:prstGeom prst="rect">
              <a:avLst/>
            </a:prstGeom>
          </p:spPr>
        </p:pic>
        <p:pic>
          <p:nvPicPr>
            <p:cNvPr id="21" name="图形" descr="ppt1016办公商务金融常用_00"/>
            <p:cNvPicPr>
              <a:picLocks noChangeAspect="1"/>
            </p:cNvPicPr>
            <p:nvPr/>
          </p:nvPicPr>
          <p:blipFill>
            <a:blip r:embed="rId2"/>
            <a:srcRect l="53193" t="485" r="2723" b="66858"/>
            <a:stretch>
              <a:fillRect/>
            </a:stretch>
          </p:blipFill>
          <p:spPr>
            <a:xfrm>
              <a:off x="14349" y="3403"/>
              <a:ext cx="1836" cy="1818"/>
            </a:xfrm>
            <a:prstGeom prst="rect">
              <a:avLst/>
            </a:prstGeom>
          </p:spPr>
        </p:pic>
        <p:sp>
          <p:nvSpPr>
            <p:cNvPr id="61" name="图形"/>
            <p:cNvSpPr/>
            <p:nvPr/>
          </p:nvSpPr>
          <p:spPr>
            <a:xfrm>
              <a:off x="2017" y="7720"/>
              <a:ext cx="2479" cy="543"/>
            </a:xfrm>
            <a:prstGeom prst="roundRect">
              <a:avLst>
                <a:gd name="adj" fmla="val 4683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lnSpcReduction="20000"/>
            </a:bodyPr>
            <a:lstStyle/>
            <a:p>
              <a:pPr algn="ctr"/>
              <a:r>
                <a:rPr lang="en-US" altLang="en-US" sz="1100" b="1">
                  <a:solidFill>
                    <a:schemeClr val="bg1"/>
                  </a:solidFill>
                  <a:latin typeface="Source Han Sans SC"/>
                  <a:ea typeface="Source Han Sans SC"/>
                  <a:cs typeface="字魂创中黑" panose="00000500000000000000" charset="-122"/>
                  <a:sym typeface="+mn-ea"/>
                </a:rPr>
                <a:t>Default title text</a:t>
              </a:r>
              <a:endParaRPr lang="zh-CN" altLang="en-US" sz="1600" b="1">
                <a:solidFill>
                  <a:schemeClr val="bg1"/>
                </a:solidFill>
                <a:latin typeface="字魂创中黑"/>
                <a:ea typeface="字魂创中黑"/>
                <a:cs typeface="字魂创中黑" panose="00000500000000000000" charset="-122"/>
                <a:sym typeface="+mn-ea"/>
              </a:endParaRPr>
            </a:p>
          </p:txBody>
        </p:sp>
        <p:sp>
          <p:nvSpPr>
            <p:cNvPr id="22" name="图形"/>
            <p:cNvSpPr/>
            <p:nvPr/>
          </p:nvSpPr>
          <p:spPr>
            <a:xfrm>
              <a:off x="5958" y="7720"/>
              <a:ext cx="2479" cy="543"/>
            </a:xfrm>
            <a:prstGeom prst="roundRect">
              <a:avLst>
                <a:gd name="adj" fmla="val 4683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lnSpcReduction="20000"/>
            </a:bodyPr>
            <a:lstStyle/>
            <a:p>
              <a:pPr algn="ctr"/>
              <a:r>
                <a:rPr lang="en-US" altLang="en-US" sz="1100" b="1">
                  <a:solidFill>
                    <a:schemeClr val="bg1"/>
                  </a:solidFill>
                  <a:latin typeface="Source Han Sans SC"/>
                  <a:ea typeface="Source Han Sans SC"/>
                  <a:cs typeface="字魂创中黑" panose="00000500000000000000" charset="-122"/>
                  <a:sym typeface="+mn-ea"/>
                </a:rPr>
                <a:t>Default title text</a:t>
              </a:r>
              <a:endParaRPr lang="zh-CN" altLang="en-US" sz="1600" b="1">
                <a:solidFill>
                  <a:schemeClr val="bg1"/>
                </a:solidFill>
                <a:latin typeface="字魂创中黑"/>
                <a:ea typeface="字魂创中黑"/>
                <a:cs typeface="字魂创中黑" panose="00000500000000000000" charset="-122"/>
                <a:sym typeface="+mn-ea"/>
              </a:endParaRPr>
            </a:p>
          </p:txBody>
        </p:sp>
        <p:sp>
          <p:nvSpPr>
            <p:cNvPr id="24" name="图形"/>
            <p:cNvSpPr/>
            <p:nvPr/>
          </p:nvSpPr>
          <p:spPr>
            <a:xfrm>
              <a:off x="9993" y="7720"/>
              <a:ext cx="2479" cy="543"/>
            </a:xfrm>
            <a:prstGeom prst="roundRect">
              <a:avLst>
                <a:gd name="adj" fmla="val 4683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lnSpcReduction="20000"/>
            </a:bodyPr>
            <a:lstStyle/>
            <a:p>
              <a:pPr algn="ctr"/>
              <a:r>
                <a:rPr lang="en-US" altLang="en-US" sz="1100" b="1">
                  <a:solidFill>
                    <a:schemeClr val="bg1"/>
                  </a:solidFill>
                  <a:latin typeface="Source Han Sans SC"/>
                  <a:ea typeface="Source Han Sans SC"/>
                  <a:cs typeface="字魂创中黑" panose="00000500000000000000" charset="-122"/>
                  <a:sym typeface="+mn-ea"/>
                </a:rPr>
                <a:t>Default title text</a:t>
              </a:r>
              <a:endParaRPr lang="zh-CN" altLang="en-US" sz="1600" b="1">
                <a:solidFill>
                  <a:schemeClr val="bg1"/>
                </a:solidFill>
                <a:latin typeface="字魂创中黑"/>
                <a:ea typeface="字魂创中黑"/>
                <a:cs typeface="字魂创中黑" panose="00000500000000000000" charset="-122"/>
                <a:sym typeface="+mn-ea"/>
              </a:endParaRPr>
            </a:p>
          </p:txBody>
        </p:sp>
        <p:sp>
          <p:nvSpPr>
            <p:cNvPr id="25" name="图形"/>
            <p:cNvSpPr/>
            <p:nvPr/>
          </p:nvSpPr>
          <p:spPr>
            <a:xfrm>
              <a:off x="13934" y="7720"/>
              <a:ext cx="2479" cy="543"/>
            </a:xfrm>
            <a:prstGeom prst="roundRect">
              <a:avLst>
                <a:gd name="adj" fmla="val 4683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lnSpcReduction="20000"/>
            </a:bodyPr>
            <a:lstStyle/>
            <a:p>
              <a:pPr algn="ctr"/>
              <a:r>
                <a:rPr lang="en-US" altLang="en-US" sz="1100" b="1">
                  <a:solidFill>
                    <a:schemeClr val="bg1"/>
                  </a:solidFill>
                  <a:latin typeface="Source Han Sans SC"/>
                  <a:ea typeface="Source Han Sans SC"/>
                  <a:cs typeface="字魂创中黑" panose="00000500000000000000" charset="-122"/>
                  <a:sym typeface="+mn-ea"/>
                </a:rPr>
                <a:t>Default title text</a:t>
              </a:r>
              <a:endParaRPr lang="zh-CN" altLang="en-US" sz="1600" b="1">
                <a:solidFill>
                  <a:schemeClr val="bg1"/>
                </a:solidFill>
                <a:latin typeface="字魂创中黑"/>
                <a:ea typeface="字魂创中黑"/>
                <a:cs typeface="字魂创中黑" panose="00000500000000000000" charset="-122"/>
                <a:sym typeface="+mn-ea"/>
              </a:endParaRPr>
            </a:p>
          </p:txBody>
        </p:sp>
      </p:grpSp>
    </p:spTree>
    <p:custDataLst>
      <p:tags r:id="rId3"/>
    </p:custDataLst>
  </p:cSld>
  <p:clrMapOvr>
    <a:masterClrMapping/>
  </p:clrMapOvr>
  <p:transition advTm="2000">
    <p:blind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grpSp>
        <p:nvGrpSpPr>
          <p:cNvPr id="4" name="图形"/>
          <p:cNvGrpSpPr/>
          <p:nvPr/>
        </p:nvGrpSpPr>
        <p:grpSpPr>
          <a:xfrm>
            <a:off x="285115" y="78740"/>
            <a:ext cx="11523980" cy="7125970"/>
            <a:chOff x="449" y="124"/>
            <a:chExt cx="18148" cy="11222"/>
          </a:xfrm>
        </p:grpSpPr>
        <p:sp>
          <p:nvSpPr>
            <p:cNvPr id="13" name="图形"/>
            <p:cNvSpPr/>
            <p:nvPr/>
          </p:nvSpPr>
          <p:spPr>
            <a:xfrm rot="1043856" flipH="1">
              <a:off x="449" y="124"/>
              <a:ext cx="18090" cy="11222"/>
            </a:xfrm>
            <a:prstGeom prst="roundRect">
              <a:avLst>
                <a:gd name="adj" fmla="val 5724"/>
              </a:avLst>
            </a:prstGeom>
            <a:solidFill>
              <a:srgbClr val="3281F6"/>
            </a:solidFill>
            <a:ln>
              <a:noFill/>
            </a:ln>
            <a:effectLst>
              <a:outerShdw blurRad="279400" dist="38100" dir="5400000" algn="t"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sp>
          <p:nvSpPr>
            <p:cNvPr id="9" name="图形"/>
            <p:cNvSpPr/>
            <p:nvPr/>
          </p:nvSpPr>
          <p:spPr>
            <a:xfrm>
              <a:off x="507" y="529"/>
              <a:ext cx="18090" cy="9646"/>
            </a:xfrm>
            <a:prstGeom prst="roundRect">
              <a:avLst>
                <a:gd name="adj" fmla="val 5724"/>
              </a:avLst>
            </a:prstGeom>
            <a:solidFill>
              <a:schemeClr val="bg1"/>
            </a:solidFill>
            <a:ln>
              <a:noFill/>
            </a:ln>
            <a:effectLst>
              <a:outerShdw blurRad="63500" sx="102000" sy="102000" algn="ctr" rotWithShape="0">
                <a:srgbClr val="3281F6">
                  <a:alpha val="1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pic>
          <p:nvPicPr>
            <p:cNvPr id="5" name="图形" descr="C:/Users/Administrator/AppData/Local/Temp/picturecompress_20211028100850/output_1.pngoutput_1"/>
            <p:cNvPicPr>
              <a:picLocks noChangeAspect="1"/>
            </p:cNvPicPr>
            <p:nvPr/>
          </p:nvPicPr>
          <p:blipFill>
            <a:blip r:embed="rId2"/>
            <a:stretch>
              <a:fillRect/>
            </a:stretch>
          </p:blipFill>
          <p:spPr>
            <a:xfrm>
              <a:off x="1272" y="1652"/>
              <a:ext cx="10009" cy="7496"/>
            </a:xfrm>
            <a:prstGeom prst="rect">
              <a:avLst/>
            </a:prstGeom>
          </p:spPr>
        </p:pic>
        <p:sp>
          <p:nvSpPr>
            <p:cNvPr id="40" name="图形"/>
            <p:cNvSpPr/>
            <p:nvPr/>
          </p:nvSpPr>
          <p:spPr>
            <a:xfrm>
              <a:off x="11281" y="3881"/>
              <a:ext cx="2825" cy="762"/>
            </a:xfrm>
            <a:prstGeom prst="roundRect">
              <a:avLst>
                <a:gd name="adj" fmla="val 50000"/>
              </a:avLst>
            </a:prstGeom>
            <a:solidFill>
              <a:srgbClr val="3281F6"/>
            </a:solidFill>
            <a:ln>
              <a:noFill/>
            </a:ln>
            <a:effectLst>
              <a:outerShdw blurRad="63500" sx="105000" sy="105000" algn="ctr" rotWithShape="0">
                <a:srgbClr val="BCD7F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a:ln>
                    <a:noFill/>
                  </a:ln>
                  <a:solidFill>
                    <a:schemeClr val="bg1"/>
                  </a:solidFill>
                  <a:effectLst/>
                  <a:uLnTx/>
                  <a:uFillTx/>
                  <a:latin typeface="思源黑体 Medium"/>
                  <a:ea typeface="思源黑体 CN Medium" panose="020b0600000000000000" charset="-122"/>
                  <a:cs typeface="字魂创中黑" panose="00000500000000000000" charset="-122"/>
                </a:rPr>
                <a:t>Step 02</a:t>
              </a:r>
              <a:endParaRPr kumimoji="1" lang="en-US" altLang="zh-CN" sz="2400" b="0" i="0" u="none" strike="noStrike" kern="1200" cap="none" spc="0" normalizeH="0" baseline="0" noProof="0">
                <a:ln>
                  <a:noFill/>
                </a:ln>
                <a:solidFill>
                  <a:schemeClr val="bg1"/>
                </a:solidFill>
                <a:effectLst/>
                <a:uLnTx/>
                <a:uFillTx/>
                <a:latin typeface="思源黑体 CN Medium" panose="020b0600000000000000" charset="-122"/>
                <a:ea typeface="思源黑体 CN Medium" panose="020b0600000000000000" charset="-122"/>
                <a:cs typeface="字魂创中黑" panose="00000500000000000000" charset="-122"/>
              </a:endParaRPr>
            </a:p>
          </p:txBody>
        </p:sp>
        <p:sp>
          <p:nvSpPr>
            <p:cNvPr id="39" name="图形"/>
            <p:cNvSpPr txBox="1"/>
            <p:nvPr/>
          </p:nvSpPr>
          <p:spPr>
            <a:xfrm>
              <a:off x="11284" y="6079"/>
              <a:ext cx="6033" cy="1016"/>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US" altLang="en-US" sz="1200">
                  <a:solidFill>
                    <a:schemeClr val="tx1">
                      <a:lumMod val="65000"/>
                      <a:lumOff val="35000"/>
                    </a:schemeClr>
                  </a:solidFill>
                  <a:latin typeface="思源黑体 Normal"/>
                  <a:ea typeface="思源黑体 CN Normal" panose="020b0400000000000000" charset="-122"/>
                  <a:cs typeface="字魂创中黑" panose="00000500000000000000" charset="-122"/>
                  <a:sym typeface="+mn-ea"/>
                </a:rPr>
                <a:t>Add your text content here</a:t>
              </a:r>
              <a:r>
                <a:rPr lang="en-US" altLang="zh-CN" sz="1200">
                  <a:solidFill>
                    <a:schemeClr val="tx1">
                      <a:lumMod val="65000"/>
                      <a:lumOff val="35000"/>
                    </a:schemeClr>
                  </a:solidFill>
                  <a:latin typeface="思源黑体 Normal"/>
                  <a:ea typeface="思源黑体 CN Normal" panose="020b0400000000000000" charset="-122"/>
                  <a:cs typeface="字魂创中黑" panose="00000500000000000000" charset="-122"/>
                  <a:sym typeface="+mn-ea"/>
                </a:rPr>
                <a:t>.</a:t>
              </a:r>
              <a:r>
                <a:rPr lang="en-US" altLang="en-US" sz="1200">
                  <a:solidFill>
                    <a:schemeClr val="tx1">
                      <a:lumMod val="65000"/>
                      <a:lumOff val="35000"/>
                    </a:schemeClr>
                  </a:solidFill>
                  <a:latin typeface="思源黑体 Normal"/>
                  <a:ea typeface="思源黑体 CN Normal" panose="020b0400000000000000" charset="-122"/>
                  <a:cs typeface="字魂创中黑" panose="00000500000000000000" charset="-122"/>
                  <a:sym typeface="+mn-ea"/>
                </a:rPr>
                <a:t>Add your text content</a:t>
              </a:r>
              <a:r>
                <a:rPr lang="en-US" altLang="zh-CN" sz="1200">
                  <a:solidFill>
                    <a:schemeClr val="tx1">
                      <a:lumMod val="65000"/>
                      <a:lumOff val="35000"/>
                    </a:schemeClr>
                  </a:solidFill>
                  <a:latin typeface="思源黑体 Normal"/>
                  <a:ea typeface="思源黑体 CN Normal" panose="020b0400000000000000" charset="-122"/>
                  <a:cs typeface="字魂创中黑" panose="00000500000000000000" charset="-122"/>
                  <a:sym typeface="+mn-ea"/>
                </a:rPr>
                <a:t>.</a:t>
              </a:r>
              <a:endParaRPr lang="en-US" altLang="zh-CN" sz="1200">
                <a:solidFill>
                  <a:schemeClr val="tx1">
                    <a:lumMod val="65000"/>
                    <a:lumOff val="35000"/>
                  </a:schemeClr>
                </a:solidFill>
                <a:latin typeface="思源黑体 CN Normal" panose="020b0400000000000000" charset="-122"/>
                <a:ea typeface="思源黑体 CN Normal" panose="020b0400000000000000" charset="-122"/>
                <a:cs typeface="字魂创中黑" panose="00000500000000000000" charset="-122"/>
                <a:sym typeface="+mn-ea"/>
              </a:endParaRPr>
            </a:p>
            <a:p>
              <a:pPr algn="l">
                <a:lnSpc>
                  <a:spcPct val="150000"/>
                </a:lnSpc>
              </a:pPr>
              <a:r>
                <a:rPr lang="en-US" altLang="en-US" sz="1200">
                  <a:solidFill>
                    <a:schemeClr val="tx1">
                      <a:lumMod val="65000"/>
                      <a:lumOff val="35000"/>
                    </a:schemeClr>
                  </a:solidFill>
                  <a:latin typeface="思源黑体 Normal"/>
                  <a:ea typeface="思源黑体 CN Normal" panose="020b0400000000000000" charset="-122"/>
                  <a:cs typeface="字魂创中黑" panose="00000500000000000000" charset="-122"/>
                  <a:sym typeface="+mn-ea"/>
                </a:rPr>
                <a:t>Add your text content here</a:t>
              </a:r>
              <a:r>
                <a:rPr lang="en-US" altLang="zh-CN" sz="1200">
                  <a:solidFill>
                    <a:schemeClr val="tx1">
                      <a:lumMod val="65000"/>
                      <a:lumOff val="35000"/>
                    </a:schemeClr>
                  </a:solidFill>
                  <a:latin typeface="思源黑体 Normal"/>
                  <a:ea typeface="思源黑体 CN Normal" panose="020b0400000000000000" charset="-122"/>
                  <a:cs typeface="字魂创中黑" panose="00000500000000000000" charset="-122"/>
                  <a:sym typeface="+mn-ea"/>
                </a:rPr>
                <a:t>.</a:t>
              </a:r>
              <a:r>
                <a:rPr lang="en-US" altLang="en-US" sz="1200">
                  <a:solidFill>
                    <a:schemeClr val="tx1">
                      <a:lumMod val="65000"/>
                      <a:lumOff val="35000"/>
                    </a:schemeClr>
                  </a:solidFill>
                  <a:latin typeface="思源黑体 Normal"/>
                  <a:ea typeface="思源黑体 CN Normal" panose="020b0400000000000000" charset="-122"/>
                  <a:cs typeface="字魂创中黑" panose="00000500000000000000" charset="-122"/>
                  <a:sym typeface="+mn-ea"/>
                </a:rPr>
                <a:t>Add your text</a:t>
              </a:r>
              <a:r>
                <a:rPr lang="en-US" altLang="zh-CN" sz="1200">
                  <a:solidFill>
                    <a:schemeClr val="tx1">
                      <a:lumMod val="65000"/>
                      <a:lumOff val="35000"/>
                    </a:schemeClr>
                  </a:solidFill>
                  <a:latin typeface="思源黑体 Normal"/>
                  <a:ea typeface="思源黑体 CN Normal" panose="020b0400000000000000" charset="-122"/>
                  <a:cs typeface="字魂创中黑" panose="00000500000000000000" charset="-122"/>
                  <a:sym typeface="+mn-ea"/>
                </a:rPr>
                <a:t>.</a:t>
              </a:r>
              <a:endParaRPr kumimoji="1" lang="en-US" altLang="zh-CN" sz="1200" b="0" i="0" u="none" strike="noStrike" kern="1200" cap="none" spc="0" normalizeH="0" baseline="0" noProof="0">
                <a:ln>
                  <a:noFill/>
                </a:ln>
                <a:solidFill>
                  <a:schemeClr val="tx1">
                    <a:lumMod val="65000"/>
                    <a:lumOff val="35000"/>
                  </a:schemeClr>
                </a:solidFill>
                <a:effectLst/>
                <a:uLnTx/>
                <a:uFillTx/>
                <a:latin typeface="思源黑体 CN Normal" panose="020b0400000000000000" charset="-122"/>
                <a:ea typeface="思源黑体 CN Normal" panose="020b0400000000000000" charset="-122"/>
                <a:cs typeface="字魂创中黑" panose="00000500000000000000" charset="-122"/>
                <a:sym typeface="+mn-ea"/>
              </a:endParaRPr>
            </a:p>
          </p:txBody>
        </p:sp>
        <p:sp>
          <p:nvSpPr>
            <p:cNvPr id="80" name="图形"/>
            <p:cNvSpPr/>
            <p:nvPr/>
          </p:nvSpPr>
          <p:spPr>
            <a:xfrm rot="2700000">
              <a:off x="17580" y="5526"/>
              <a:ext cx="418" cy="418"/>
            </a:xfrm>
            <a:custGeom>
              <a:gdLst>
                <a:gd name="connsiteX0" fmla="*/ 5998 w 437175"/>
                <a:gd name="connsiteY0" fmla="*/ 15238 h 437175"/>
                <a:gd name="connsiteX1" fmla="*/ 42785 w 437175"/>
                <a:gd name="connsiteY1" fmla="*/ 0 h 437175"/>
                <a:gd name="connsiteX2" fmla="*/ 385150 w 437175"/>
                <a:gd name="connsiteY2" fmla="*/ 0 h 437175"/>
                <a:gd name="connsiteX3" fmla="*/ 437175 w 437175"/>
                <a:gd name="connsiteY3" fmla="*/ 52025 h 437175"/>
                <a:gd name="connsiteX4" fmla="*/ 437175 w 437175"/>
                <a:gd name="connsiteY4" fmla="*/ 394390 h 437175"/>
                <a:gd name="connsiteX5" fmla="*/ 421937 w 437175"/>
                <a:gd name="connsiteY5" fmla="*/ 431177 h 437175"/>
                <a:gd name="connsiteX6" fmla="*/ 407458 w 437175"/>
                <a:gd name="connsiteY6" fmla="*/ 437175 h 437175"/>
                <a:gd name="connsiteX7" fmla="*/ 0 w 437175"/>
                <a:gd name="connsiteY7" fmla="*/ 29717 h 437175"/>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7175" h="437175">
                  <a:moveTo>
                    <a:pt x="5998" y="15238"/>
                  </a:moveTo>
                  <a:cubicBezTo>
                    <a:pt x="15412" y="5823"/>
                    <a:pt x="28419" y="0"/>
                    <a:pt x="42785" y="0"/>
                  </a:cubicBezTo>
                  <a:lnTo>
                    <a:pt x="385150" y="0"/>
                  </a:lnTo>
                  <a:cubicBezTo>
                    <a:pt x="413883" y="0"/>
                    <a:pt x="437175" y="23292"/>
                    <a:pt x="437175" y="52025"/>
                  </a:cubicBezTo>
                  <a:lnTo>
                    <a:pt x="437175" y="394390"/>
                  </a:lnTo>
                  <a:cubicBezTo>
                    <a:pt x="437175" y="408756"/>
                    <a:pt x="431352" y="421763"/>
                    <a:pt x="421937" y="431177"/>
                  </a:cubicBezTo>
                  <a:lnTo>
                    <a:pt x="407458" y="437175"/>
                  </a:lnTo>
                  <a:lnTo>
                    <a:pt x="0" y="29717"/>
                  </a:lnTo>
                  <a:close/>
                </a:path>
              </a:pathLst>
            </a:custGeom>
            <a:solidFill>
              <a:srgbClr val="3281F6"/>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sp>
          <p:nvSpPr>
            <p:cNvPr id="31" name="图形"/>
            <p:cNvSpPr/>
            <p:nvPr/>
          </p:nvSpPr>
          <p:spPr>
            <a:xfrm>
              <a:off x="16488" y="4918"/>
              <a:ext cx="588" cy="588"/>
            </a:xfrm>
            <a:prstGeom prst="ellipse">
              <a:avLst/>
            </a:prstGeom>
            <a:solidFill>
              <a:srgbClr val="BCD7FC"/>
            </a:solidFill>
            <a:ln>
              <a:noFill/>
            </a:ln>
            <a:effectLst>
              <a:outerShdw blurRad="50800" dist="38100" dir="7800000" sx="116000" sy="116000" algn="t" rotWithShape="0">
                <a:srgbClr val="2BB76E">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sp>
          <p:nvSpPr>
            <p:cNvPr id="23" name="图形"/>
            <p:cNvSpPr txBox="1"/>
            <p:nvPr/>
          </p:nvSpPr>
          <p:spPr>
            <a:xfrm>
              <a:off x="11212" y="4918"/>
              <a:ext cx="5864" cy="960"/>
            </a:xfrm>
            <a:prstGeom prst="rect">
              <a:avLst/>
            </a:prstGeom>
            <a:noFill/>
          </p:spPr>
          <p:txBody>
            <a:bodyPr wrap="square" rtlCol="0">
              <a:normAutofit/>
            </a:bodyPr>
            <a:lstStyle/>
            <a:p>
              <a:pPr algn="dist"/>
              <a:r>
                <a:rPr lang="en-US" altLang="en-US" sz="3400">
                  <a:latin typeface="思源黑体 Medium"/>
                  <a:ea typeface="思源黑体 CN Medium" panose="020b0600000000000000" charset="-122"/>
                  <a:cs typeface="字魂创中黑" panose="00000500000000000000" charset="-122"/>
                  <a:sym typeface="+mn-ea"/>
                </a:rPr>
                <a:t>Summary of the</a:t>
              </a:r>
              <a:endParaRPr lang="zh-CN" altLang="en-US" sz="4400">
                <a:latin typeface="思源黑体 CN Medium" panose="020b0600000000000000" charset="-122"/>
                <a:ea typeface="思源黑体 CN Medium" panose="020b0600000000000000" charset="-122"/>
                <a:cs typeface="字魂创中黑" panose="00000500000000000000" charset="-122"/>
                <a:sym typeface="+mn-ea"/>
              </a:endParaRPr>
            </a:p>
          </p:txBody>
        </p:sp>
        <p:grpSp>
          <p:nvGrpSpPr>
            <p:cNvPr id="3" name="组合 2"/>
            <p:cNvGrpSpPr/>
            <p:nvPr/>
          </p:nvGrpSpPr>
          <p:grpSpPr>
            <a:xfrm>
              <a:off x="15176" y="1561"/>
              <a:ext cx="2514" cy="466"/>
              <a:chOff x="1700" y="1492"/>
              <a:chExt cx="2514" cy="466"/>
            </a:xfrm>
          </p:grpSpPr>
          <p:sp>
            <p:nvSpPr>
              <p:cNvPr id="2" name="图形"/>
              <p:cNvSpPr/>
              <p:nvPr/>
            </p:nvSpPr>
            <p:spPr>
              <a:xfrm>
                <a:off x="1804" y="1505"/>
                <a:ext cx="453" cy="453"/>
              </a:xfrm>
              <a:prstGeom prst="ellipse">
                <a:avLst/>
              </a:prstGeom>
              <a:solidFill>
                <a:srgbClr val="3281F6"/>
              </a:solidFill>
              <a:ln>
                <a:noFill/>
              </a:ln>
              <a:effectLst>
                <a:outerShdw blurRad="50800" dist="38100" dir="7800000" sx="116000" sy="116000" algn="t" rotWithShape="0">
                  <a:srgbClr val="2BB76E">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sp>
            <p:nvSpPr>
              <p:cNvPr id="21" name="图形"/>
              <p:cNvSpPr/>
              <p:nvPr/>
            </p:nvSpPr>
            <p:spPr>
              <a:xfrm>
                <a:off x="2257" y="1492"/>
                <a:ext cx="1957" cy="412"/>
              </a:xfrm>
              <a:prstGeom prst="rect">
                <a:avLst/>
              </a:prstGeom>
            </p:spPr>
            <p:txBody>
              <a:bodyPr wrap="none">
                <a:normAutofit/>
              </a:bodyPr>
              <a:lstStyle/>
              <a:p>
                <a:r>
                  <a:rPr lang="en-US" altLang="zh-CN" sz="1100">
                    <a:solidFill>
                      <a:schemeClr val="tx1"/>
                    </a:solidFill>
                    <a:latin typeface="思源黑体 Normal"/>
                    <a:ea typeface="思源黑体 CN Normal" panose="020b0400000000000000" charset="-122"/>
                    <a:cs typeface="字魂创中黑" panose="00000500000000000000" charset="-122"/>
                  </a:rPr>
                  <a:t>www.slidesdocs</a:t>
                </a:r>
                <a:endParaRPr lang="en-US" altLang="zh-CN" sz="1200">
                  <a:solidFill>
                    <a:schemeClr val="tx1"/>
                  </a:solidFill>
                  <a:latin typeface="思源黑体 CN Normal" panose="020b0400000000000000" charset="-122"/>
                  <a:ea typeface="思源黑体 CN Normal" panose="020b0400000000000000" charset="-122"/>
                  <a:cs typeface="字魂创中黑" panose="00000500000000000000" charset="-122"/>
                </a:endParaRPr>
              </a:p>
            </p:txBody>
          </p:sp>
          <p:sp>
            <p:nvSpPr>
              <p:cNvPr id="29" name="图形"/>
              <p:cNvSpPr txBox="1"/>
              <p:nvPr/>
            </p:nvSpPr>
            <p:spPr>
              <a:xfrm>
                <a:off x="1700" y="1583"/>
                <a:ext cx="709" cy="289"/>
              </a:xfrm>
              <a:prstGeom prst="rect">
                <a:avLst/>
              </a:prstGeom>
              <a:noFill/>
            </p:spPr>
            <p:txBody>
              <a:bodyPr wrap="square" rtlCol="0">
                <a:normAutofit/>
              </a:bodyPr>
              <a:lstStyle/>
              <a:p>
                <a:r>
                  <a:rPr lang="en-US" altLang="zh-CN" sz="600" b="1">
                    <a:solidFill>
                      <a:schemeClr val="bg1"/>
                    </a:solidFill>
                    <a:latin typeface="思源黑体 Normal"/>
                    <a:ea typeface="思源黑体 CN Normal" panose="020b0400000000000000" charset="-122"/>
                    <a:cs typeface="字魂创中黑" panose="00000500000000000000" charset="-122"/>
                  </a:rPr>
                  <a:t>LOGO</a:t>
                </a:r>
                <a:endParaRPr lang="en-US" altLang="zh-CN" sz="600" b="1">
                  <a:solidFill>
                    <a:schemeClr val="bg1"/>
                  </a:solidFill>
                  <a:latin typeface="思源黑体 CN Normal" panose="020b0400000000000000" charset="-122"/>
                  <a:ea typeface="思源黑体 CN Normal" panose="020b0400000000000000" charset="-122"/>
                  <a:cs typeface="字魂创中黑" panose="00000500000000000000" charset="-122"/>
                </a:endParaRPr>
              </a:p>
            </p:txBody>
          </p:sp>
        </p:grpSp>
        <p:grpSp>
          <p:nvGrpSpPr>
            <p:cNvPr id="14" name="组合 13"/>
            <p:cNvGrpSpPr/>
            <p:nvPr/>
          </p:nvGrpSpPr>
          <p:grpSpPr>
            <a:xfrm>
              <a:off x="16180" y="8114"/>
              <a:ext cx="799" cy="182"/>
              <a:chOff x="9270" y="2823"/>
              <a:chExt cx="799" cy="182"/>
            </a:xfrm>
          </p:grpSpPr>
          <p:sp>
            <p:nvSpPr>
              <p:cNvPr id="71" name="图形"/>
              <p:cNvSpPr/>
              <p:nvPr/>
            </p:nvSpPr>
            <p:spPr>
              <a:xfrm>
                <a:off x="9270" y="2823"/>
                <a:ext cx="183" cy="183"/>
              </a:xfrm>
              <a:prstGeom prst="ellipse">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lumMod val="100000"/>
                    </a:prstClr>
                  </a:solidFill>
                  <a:effectLst/>
                  <a:uLnTx/>
                  <a:uFillTx/>
                  <a:latin typeface="字魂创中黑"/>
                  <a:ea typeface="字魂创中黑"/>
                  <a:cs typeface="字魂创中黑" panose="00000500000000000000" charset="-122"/>
                </a:endParaRPr>
              </a:p>
            </p:txBody>
          </p:sp>
          <p:sp>
            <p:nvSpPr>
              <p:cNvPr id="72" name="图形"/>
              <p:cNvSpPr/>
              <p:nvPr/>
            </p:nvSpPr>
            <p:spPr>
              <a:xfrm>
                <a:off x="9578" y="2823"/>
                <a:ext cx="183" cy="183"/>
              </a:xfrm>
              <a:prstGeom prst="ellipse">
                <a:avLst/>
              </a:prstGeom>
              <a:solidFill>
                <a:srgbClr val="3281F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lumMod val="100000"/>
                    </a:prstClr>
                  </a:solidFill>
                  <a:effectLst/>
                  <a:uLnTx/>
                  <a:uFillTx/>
                  <a:latin typeface="字魂创中黑"/>
                  <a:ea typeface="字魂创中黑"/>
                  <a:cs typeface="字魂创中黑" panose="00000500000000000000" charset="-122"/>
                </a:endParaRPr>
              </a:p>
            </p:txBody>
          </p:sp>
          <p:sp>
            <p:nvSpPr>
              <p:cNvPr id="65" name="图形"/>
              <p:cNvSpPr/>
              <p:nvPr/>
            </p:nvSpPr>
            <p:spPr>
              <a:xfrm>
                <a:off x="9887" y="2823"/>
                <a:ext cx="183" cy="183"/>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grpSp>
      </p:grpSp>
    </p:spTree>
    <p:custDataLst>
      <p:tags r:id="rId3"/>
    </p:custDataLst>
  </p:cSld>
  <p:clrMapOvr>
    <a:masterClrMapping/>
  </p:clrMapOvr>
  <p:transition advTm="2000">
    <p:wheel spokes="2"/>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 presetClass="entr" presetSubtype="16" fill="hold" nodeType="afterEffect">
                                  <p:stCondLst>
                                    <p:cond delay="0"/>
                                  </p:stCondLst>
                                  <p:childTnLst>
                                    <p:set>
                                      <p:cBhvr>
                                        <p:cTn id="6" dur="500"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grpSp>
        <p:nvGrpSpPr>
          <p:cNvPr id="7" name="图形"/>
          <p:cNvGrpSpPr/>
          <p:nvPr/>
        </p:nvGrpSpPr>
        <p:grpSpPr>
          <a:xfrm>
            <a:off x="673735" y="810260"/>
            <a:ext cx="3173730" cy="528955"/>
            <a:chOff x="1061" y="1276"/>
            <a:chExt cx="4998" cy="833"/>
          </a:xfrm>
        </p:grpSpPr>
        <p:sp>
          <p:nvSpPr>
            <p:cNvPr id="3" name="图形"/>
            <p:cNvSpPr/>
            <p:nvPr/>
          </p:nvSpPr>
          <p:spPr>
            <a:xfrm rot="3300000">
              <a:off x="1061" y="1276"/>
              <a:ext cx="793" cy="793"/>
            </a:xfrm>
            <a:prstGeom prst="roundRect">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Normal" panose="020b0400000000000000" charset="-122"/>
                <a:ea typeface="思源黑体 CN Normal" panose="020b0400000000000000" charset="-122"/>
                <a:cs typeface="字魂创中黑" panose="00000500000000000000" charset="-122"/>
              </a:endParaRPr>
            </a:p>
          </p:txBody>
        </p:sp>
        <p:sp>
          <p:nvSpPr>
            <p:cNvPr id="5" name="图形"/>
            <p:cNvSpPr/>
            <p:nvPr/>
          </p:nvSpPr>
          <p:spPr>
            <a:xfrm rot="3300000">
              <a:off x="1341" y="1316"/>
              <a:ext cx="793" cy="793"/>
            </a:xfrm>
            <a:prstGeom prst="roundRect">
              <a:avLst/>
            </a:prstGeom>
            <a:solidFill>
              <a:schemeClr val="accent1"/>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Normal" panose="020b0400000000000000" charset="-122"/>
                <a:ea typeface="思源黑体 CN Normal" panose="020b0400000000000000" charset="-122"/>
                <a:cs typeface="字魂创中黑" panose="00000500000000000000" charset="-122"/>
              </a:endParaRPr>
            </a:p>
          </p:txBody>
        </p:sp>
        <p:sp>
          <p:nvSpPr>
            <p:cNvPr id="23" name="图形"/>
            <p:cNvSpPr txBox="1"/>
            <p:nvPr/>
          </p:nvSpPr>
          <p:spPr>
            <a:xfrm>
              <a:off x="2183" y="1301"/>
              <a:ext cx="3876" cy="672"/>
            </a:xfrm>
            <a:prstGeom prst="rect">
              <a:avLst/>
            </a:prstGeom>
            <a:noFill/>
          </p:spPr>
          <p:txBody>
            <a:bodyPr wrap="square" rtlCol="0">
              <a:normAutofit/>
            </a:bodyPr>
            <a:lstStyle/>
            <a:p>
              <a:pPr algn="l"/>
              <a:r>
                <a:rPr lang="en-US" altLang="en-US" sz="2200">
                  <a:solidFill>
                    <a:schemeClr val="tx1"/>
                  </a:solidFill>
                  <a:latin typeface="Source Han Sans SC"/>
                  <a:ea typeface="Source Han Sans SC"/>
                  <a:cs typeface="字魂创中黑" panose="00000500000000000000" charset="-122"/>
                  <a:sym typeface="+mn-ea"/>
                </a:rPr>
                <a:t>Summary of the</a:t>
              </a:r>
              <a:endParaRPr lang="zh-CN" altLang="en-US" sz="2800">
                <a:solidFill>
                  <a:schemeClr val="tx1"/>
                </a:solidFill>
                <a:latin typeface="字魂创粗黑" panose="00000500000000000000" charset="-122"/>
                <a:ea typeface="字魂创粗黑" panose="00000500000000000000" charset="-122"/>
                <a:cs typeface="字魂创中黑" panose="00000500000000000000" charset="-122"/>
                <a:sym typeface="+mn-ea"/>
              </a:endParaRPr>
            </a:p>
          </p:txBody>
        </p:sp>
        <p:sp>
          <p:nvSpPr>
            <p:cNvPr id="4" name="图形"/>
            <p:cNvSpPr txBox="1"/>
            <p:nvPr/>
          </p:nvSpPr>
          <p:spPr>
            <a:xfrm>
              <a:off x="1251" y="1293"/>
              <a:ext cx="932" cy="725"/>
            </a:xfrm>
            <a:prstGeom prst="rect">
              <a:avLst/>
            </a:prstGeom>
            <a:noFill/>
          </p:spPr>
          <p:txBody>
            <a:bodyPr wrap="square" rtlCol="0">
              <a:normAutofit/>
            </a:bodyPr>
            <a:lstStyle/>
            <a:p>
              <a:pPr algn="ctr"/>
              <a:r>
                <a:rPr lang="en-US" altLang="zh-CN" sz="2400">
                  <a:solidFill>
                    <a:schemeClr val="bg1"/>
                  </a:solidFill>
                  <a:latin typeface="Source Han Sans SC"/>
                  <a:ea typeface="Source Han Sans SC"/>
                  <a:cs typeface="字魂创中黑" panose="00000500000000000000" charset="-122"/>
                </a:rPr>
                <a:t>02</a:t>
              </a:r>
              <a:endParaRPr lang="en-US" altLang="zh-CN" sz="2400">
                <a:solidFill>
                  <a:schemeClr val="bg1"/>
                </a:solidFill>
                <a:latin typeface="字魂创粗黑" panose="00000500000000000000" charset="-122"/>
                <a:ea typeface="字魂创粗黑" panose="00000500000000000000" charset="-122"/>
                <a:cs typeface="字魂创中黑" panose="00000500000000000000" charset="-122"/>
              </a:endParaRPr>
            </a:p>
          </p:txBody>
        </p:sp>
      </p:grpSp>
      <p:grpSp>
        <p:nvGrpSpPr>
          <p:cNvPr id="2" name="组合 1"/>
          <p:cNvGrpSpPr/>
          <p:nvPr/>
        </p:nvGrpSpPr>
        <p:grpSpPr>
          <a:xfrm>
            <a:off x="1066800" y="2177415"/>
            <a:ext cx="10299065" cy="3423920"/>
            <a:chOff x="1680" y="3429"/>
            <a:chExt cx="16219" cy="5392"/>
          </a:xfrm>
        </p:grpSpPr>
        <p:sp>
          <p:nvSpPr>
            <p:cNvPr id="25" name="图形"/>
            <p:cNvSpPr/>
            <p:nvPr/>
          </p:nvSpPr>
          <p:spPr>
            <a:xfrm>
              <a:off x="9999" y="5500"/>
              <a:ext cx="1215" cy="1215"/>
            </a:xfrm>
            <a:prstGeom prst="ellipse">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225425" indent="-225425" algn="ctr" fontAlgn="base">
                <a:spcBef>
                  <a:spcPct val="0"/>
                </a:spcBef>
                <a:spcAft>
                  <a:spcPct val="0"/>
                </a:spcAft>
              </a:pPr>
              <a:r>
                <a:rPr lang="en-US" altLang="zh-CN" sz="2400" b="1" kern="0">
                  <a:solidFill>
                    <a:schemeClr val="bg1"/>
                  </a:solidFill>
                  <a:cs typeface="字魂创中黑" panose="00000500000000000000" charset="-122"/>
                </a:rPr>
                <a:t>03</a:t>
              </a:r>
              <a:endParaRPr lang="en-US" altLang="zh-CN" sz="2400" b="1" kern="0">
                <a:solidFill>
                  <a:schemeClr val="bg1"/>
                </a:solidFill>
                <a:cs typeface="字魂创中黑" panose="00000500000000000000" charset="-122"/>
              </a:endParaRPr>
            </a:p>
          </p:txBody>
        </p:sp>
        <p:sp>
          <p:nvSpPr>
            <p:cNvPr id="8" name="图形"/>
            <p:cNvSpPr/>
            <p:nvPr/>
          </p:nvSpPr>
          <p:spPr>
            <a:xfrm>
              <a:off x="2563" y="5500"/>
              <a:ext cx="1215" cy="1215"/>
            </a:xfrm>
            <a:prstGeom prst="ellipse">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225425" indent="-225425" algn="ctr" fontAlgn="base">
                <a:spcBef>
                  <a:spcPct val="0"/>
                </a:spcBef>
                <a:spcAft>
                  <a:spcPct val="0"/>
                </a:spcAft>
              </a:pPr>
              <a:r>
                <a:rPr lang="en-US" altLang="zh-CN" sz="2400" b="1" kern="0">
                  <a:solidFill>
                    <a:schemeClr val="bg1"/>
                  </a:solidFill>
                  <a:cs typeface="字魂创中黑" panose="00000500000000000000" charset="-122"/>
                </a:rPr>
                <a:t>01</a:t>
              </a:r>
              <a:endParaRPr lang="en-US" altLang="zh-CN" sz="2400" b="1" kern="0">
                <a:solidFill>
                  <a:schemeClr val="bg1"/>
                </a:solidFill>
                <a:cs typeface="字魂创中黑" panose="00000500000000000000" charset="-122"/>
              </a:endParaRPr>
            </a:p>
          </p:txBody>
        </p:sp>
        <p:sp>
          <p:nvSpPr>
            <p:cNvPr id="18" name="图形"/>
            <p:cNvSpPr/>
            <p:nvPr/>
          </p:nvSpPr>
          <p:spPr>
            <a:xfrm>
              <a:off x="6256" y="5500"/>
              <a:ext cx="1215" cy="1215"/>
            </a:xfrm>
            <a:prstGeom prst="ellipse">
              <a:avLst/>
            </a:prstGeom>
            <a:solidFill>
              <a:schemeClr val="accent2"/>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225425" indent="-225425" algn="ctr" fontAlgn="base">
                <a:spcBef>
                  <a:spcPct val="0"/>
                </a:spcBef>
                <a:spcAft>
                  <a:spcPct val="0"/>
                </a:spcAft>
              </a:pPr>
              <a:r>
                <a:rPr lang="en-US" altLang="zh-CN" sz="2400" b="1" kern="0">
                  <a:solidFill>
                    <a:schemeClr val="bg1"/>
                  </a:solidFill>
                  <a:cs typeface="字魂创中黑" panose="00000500000000000000" charset="-122"/>
                </a:rPr>
                <a:t>02</a:t>
              </a:r>
              <a:endParaRPr lang="en-US" altLang="zh-CN" sz="2400" b="1" kern="0">
                <a:solidFill>
                  <a:schemeClr val="bg1"/>
                </a:solidFill>
                <a:cs typeface="字魂创中黑" panose="00000500000000000000" charset="-122"/>
              </a:endParaRPr>
            </a:p>
          </p:txBody>
        </p:sp>
        <p:sp>
          <p:nvSpPr>
            <p:cNvPr id="15" name="图形"/>
            <p:cNvSpPr txBox="1"/>
            <p:nvPr/>
          </p:nvSpPr>
          <p:spPr>
            <a:xfrm flipH="1">
              <a:off x="1686" y="6951"/>
              <a:ext cx="3005" cy="456"/>
            </a:xfrm>
            <a:prstGeom prst="rect">
              <a:avLst/>
            </a:prstGeom>
            <a:noFill/>
          </p:spPr>
          <p:txBody>
            <a:bodyPr wrap="square" rtlCol="0">
              <a:normAutofit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r>
                <a:rPr lang="en-US" altLang="en-US" sz="1300" b="1">
                  <a:solidFill>
                    <a:schemeClr val="tx1"/>
                  </a:solidFill>
                  <a:latin typeface="Source Han Sans SC"/>
                  <a:ea typeface="Source Han Sans SC"/>
                  <a:cs typeface="字魂创中黑" panose="00000500000000000000" charset="-122"/>
                  <a:sym typeface="+mn-ea"/>
                </a:rPr>
                <a:t>Default title text</a:t>
              </a:r>
              <a:endParaRPr kumimoji="0" lang="zh-CN" altLang="en-US" b="1" i="0" u="none" strike="noStrike" kern="1200" cap="none" spc="0" normalizeH="0" baseline="0" noProof="0">
                <a:ln>
                  <a:noFill/>
                </a:ln>
                <a:solidFill>
                  <a:schemeClr val="tx1"/>
                </a:solidFill>
                <a:effectLst/>
                <a:uLnTx/>
                <a:uFillTx/>
                <a:latin typeface="字魂创中黑"/>
                <a:ea typeface="字魂创中黑"/>
                <a:cs typeface="字魂创中黑" panose="00000500000000000000" charset="-122"/>
                <a:sym typeface="+mn-ea"/>
              </a:endParaRPr>
            </a:p>
          </p:txBody>
        </p:sp>
        <p:sp>
          <p:nvSpPr>
            <p:cNvPr id="16" name="图形"/>
            <p:cNvSpPr txBox="1"/>
            <p:nvPr/>
          </p:nvSpPr>
          <p:spPr>
            <a:xfrm flipH="1">
              <a:off x="1680" y="7432"/>
              <a:ext cx="3037" cy="824"/>
            </a:xfrm>
            <a:prstGeom prst="rect">
              <a:avLst/>
            </a:prstGeom>
            <a:noFill/>
          </p:spPr>
          <p:txBody>
            <a:bodyPr wrap="square" rtlCol="0">
              <a:normAutofit/>
            </a:bodyPr>
            <a:lstStyle/>
            <a:p>
              <a:pPr algn="ctr">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a:t>
              </a:r>
              <a:endParaRPr kumimoji="0" lang="zh-CN" altLang="en-US" sz="1200" b="0" i="0" u="none" strike="noStrike" kern="1200" cap="none" spc="0" normalizeH="0" baseline="0" noProof="0">
                <a:ln>
                  <a:noFill/>
                </a:ln>
                <a:solidFill>
                  <a:schemeClr val="tx1">
                    <a:lumMod val="75000"/>
                    <a:lumOff val="25000"/>
                  </a:schemeClr>
                </a:solidFill>
                <a:effectLst/>
                <a:uLnTx/>
                <a:uFillTx/>
                <a:latin typeface="字魂创中黑"/>
                <a:ea typeface="字魂创中黑"/>
                <a:cs typeface="字魂创中黑" panose="00000500000000000000" charset="-122"/>
                <a:sym typeface="+mn-ea"/>
              </a:endParaRPr>
            </a:p>
          </p:txBody>
        </p:sp>
        <p:sp>
          <p:nvSpPr>
            <p:cNvPr id="17" name="图形"/>
            <p:cNvSpPr txBox="1"/>
            <p:nvPr/>
          </p:nvSpPr>
          <p:spPr>
            <a:xfrm flipH="1">
              <a:off x="5405" y="6951"/>
              <a:ext cx="3005" cy="456"/>
            </a:xfrm>
            <a:prstGeom prst="rect">
              <a:avLst/>
            </a:prstGeom>
            <a:noFill/>
          </p:spPr>
          <p:txBody>
            <a:bodyPr wrap="square" rtlCol="0">
              <a:normAutofit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r>
                <a:rPr lang="en-US" altLang="en-US" sz="1300" b="1">
                  <a:solidFill>
                    <a:schemeClr val="tx1"/>
                  </a:solidFill>
                  <a:latin typeface="Source Han Sans SC"/>
                  <a:ea typeface="Source Han Sans SC"/>
                  <a:cs typeface="字魂创中黑" panose="00000500000000000000" charset="-122"/>
                  <a:sym typeface="+mn-ea"/>
                </a:rPr>
                <a:t>Default title text</a:t>
              </a:r>
              <a:endParaRPr kumimoji="0" lang="zh-CN" altLang="en-US" b="1" i="0" u="none" strike="noStrike" kern="1200" cap="none" spc="0" normalizeH="0" baseline="0" noProof="0">
                <a:ln>
                  <a:noFill/>
                </a:ln>
                <a:solidFill>
                  <a:schemeClr val="tx1"/>
                </a:solidFill>
                <a:effectLst/>
                <a:uLnTx/>
                <a:uFillTx/>
                <a:latin typeface="字魂创中黑"/>
                <a:ea typeface="字魂创中黑"/>
                <a:cs typeface="字魂创中黑" panose="00000500000000000000" charset="-122"/>
                <a:sym typeface="+mn-ea"/>
              </a:endParaRPr>
            </a:p>
          </p:txBody>
        </p:sp>
        <p:sp>
          <p:nvSpPr>
            <p:cNvPr id="19" name="图形"/>
            <p:cNvSpPr txBox="1"/>
            <p:nvPr/>
          </p:nvSpPr>
          <p:spPr>
            <a:xfrm flipH="1">
              <a:off x="5399" y="7432"/>
              <a:ext cx="3037" cy="824"/>
            </a:xfrm>
            <a:prstGeom prst="rect">
              <a:avLst/>
            </a:prstGeom>
            <a:noFill/>
          </p:spPr>
          <p:txBody>
            <a:bodyPr wrap="square" rtlCol="0">
              <a:normAutofit/>
            </a:bodyPr>
            <a:lstStyle/>
            <a:p>
              <a:pPr algn="ctr">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a:t>
              </a:r>
              <a:endParaRPr kumimoji="0" lang="zh-CN" altLang="en-US" sz="1200" b="0" i="0" u="none" strike="noStrike" kern="1200" cap="none" spc="0" normalizeH="0" baseline="0" noProof="0">
                <a:ln>
                  <a:noFill/>
                </a:ln>
                <a:solidFill>
                  <a:schemeClr val="tx1">
                    <a:lumMod val="75000"/>
                    <a:lumOff val="25000"/>
                  </a:schemeClr>
                </a:solidFill>
                <a:effectLst/>
                <a:uLnTx/>
                <a:uFillTx/>
                <a:latin typeface="字魂创中黑"/>
                <a:ea typeface="字魂创中黑"/>
                <a:cs typeface="字魂创中黑" panose="00000500000000000000" charset="-122"/>
                <a:sym typeface="+mn-ea"/>
              </a:endParaRPr>
            </a:p>
          </p:txBody>
        </p:sp>
        <p:sp>
          <p:nvSpPr>
            <p:cNvPr id="20" name="图形"/>
            <p:cNvSpPr txBox="1"/>
            <p:nvPr/>
          </p:nvSpPr>
          <p:spPr>
            <a:xfrm flipH="1">
              <a:off x="9124" y="6951"/>
              <a:ext cx="3005" cy="456"/>
            </a:xfrm>
            <a:prstGeom prst="rect">
              <a:avLst/>
            </a:prstGeom>
            <a:noFill/>
          </p:spPr>
          <p:txBody>
            <a:bodyPr wrap="square" rtlCol="0">
              <a:normAutofit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r>
                <a:rPr lang="en-US" altLang="en-US" sz="1300" b="1">
                  <a:solidFill>
                    <a:schemeClr val="tx1"/>
                  </a:solidFill>
                  <a:latin typeface="Source Han Sans SC"/>
                  <a:ea typeface="Source Han Sans SC"/>
                  <a:cs typeface="字魂创中黑" panose="00000500000000000000" charset="-122"/>
                  <a:sym typeface="+mn-ea"/>
                </a:rPr>
                <a:t>Default title text</a:t>
              </a:r>
              <a:endParaRPr kumimoji="0" lang="zh-CN" altLang="en-US" b="1" i="0" u="none" strike="noStrike" kern="1200" cap="none" spc="0" normalizeH="0" baseline="0" noProof="0">
                <a:ln>
                  <a:noFill/>
                </a:ln>
                <a:solidFill>
                  <a:schemeClr val="tx1"/>
                </a:solidFill>
                <a:effectLst/>
                <a:uLnTx/>
                <a:uFillTx/>
                <a:latin typeface="字魂创中黑"/>
                <a:ea typeface="字魂创中黑"/>
                <a:cs typeface="字魂创中黑" panose="00000500000000000000" charset="-122"/>
                <a:sym typeface="+mn-ea"/>
              </a:endParaRPr>
            </a:p>
          </p:txBody>
        </p:sp>
        <p:sp>
          <p:nvSpPr>
            <p:cNvPr id="21" name="图形"/>
            <p:cNvSpPr txBox="1"/>
            <p:nvPr/>
          </p:nvSpPr>
          <p:spPr>
            <a:xfrm flipH="1">
              <a:off x="9118" y="7432"/>
              <a:ext cx="3037" cy="824"/>
            </a:xfrm>
            <a:prstGeom prst="rect">
              <a:avLst/>
            </a:prstGeom>
            <a:noFill/>
          </p:spPr>
          <p:txBody>
            <a:bodyPr wrap="square" rtlCol="0">
              <a:normAutofit/>
            </a:bodyPr>
            <a:lstStyle/>
            <a:p>
              <a:pPr algn="ctr">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a:t>
              </a:r>
              <a:endParaRPr kumimoji="0" lang="zh-CN" altLang="en-US" sz="1200" b="0" i="0" u="none" strike="noStrike" kern="1200" cap="none" spc="0" normalizeH="0" baseline="0" noProof="0">
                <a:ln>
                  <a:noFill/>
                </a:ln>
                <a:solidFill>
                  <a:schemeClr val="tx1">
                    <a:lumMod val="75000"/>
                    <a:lumOff val="25000"/>
                  </a:schemeClr>
                </a:solidFill>
                <a:effectLst/>
                <a:uLnTx/>
                <a:uFillTx/>
                <a:latin typeface="字魂创中黑"/>
                <a:ea typeface="字魂创中黑"/>
                <a:cs typeface="字魂创中黑" panose="00000500000000000000" charset="-122"/>
                <a:sym typeface="+mn-ea"/>
              </a:endParaRPr>
            </a:p>
          </p:txBody>
        </p:sp>
        <p:sp>
          <p:nvSpPr>
            <p:cNvPr id="24" name="图形"/>
            <p:cNvSpPr txBox="1"/>
            <p:nvPr/>
          </p:nvSpPr>
          <p:spPr>
            <a:xfrm>
              <a:off x="1686" y="4201"/>
              <a:ext cx="10442" cy="979"/>
            </a:xfrm>
            <a:prstGeom prst="rect">
              <a:avLst/>
            </a:prstGeom>
            <a:noFill/>
          </p:spPr>
          <p:txBody>
            <a:bodyPr wrap="square" rtlCol="0">
              <a:normAutofit/>
            </a:bodyPr>
            <a:lstStyle/>
            <a:p>
              <a:pPr>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rPr>
                <a:t>Add your text here add your text here add your text here add your text here add your text here add your text here Add your text here</a:t>
              </a:r>
              <a:endParaRPr lang="zh-CN" altLang="en-US" sz="1200">
                <a:solidFill>
                  <a:schemeClr val="tx1">
                    <a:lumMod val="75000"/>
                    <a:lumOff val="25000"/>
                  </a:schemeClr>
                </a:solidFill>
                <a:latin typeface="字魂创中黑"/>
                <a:ea typeface="字魂创中黑"/>
                <a:cs typeface="字魂创中黑" panose="00000500000000000000" charset="-122"/>
              </a:endParaRPr>
            </a:p>
          </p:txBody>
        </p:sp>
        <p:sp>
          <p:nvSpPr>
            <p:cNvPr id="33" name="图形"/>
            <p:cNvSpPr txBox="1"/>
            <p:nvPr/>
          </p:nvSpPr>
          <p:spPr>
            <a:xfrm>
              <a:off x="1702" y="3429"/>
              <a:ext cx="2552" cy="485"/>
            </a:xfrm>
            <a:prstGeom prst="rect">
              <a:avLst/>
            </a:prstGeom>
            <a:noFill/>
          </p:spPr>
          <p:txBody>
            <a:bodyPr wrap="none" rtlCol="0">
              <a:normAutofit/>
            </a:bodyPr>
            <a:lstStyle/>
            <a:p>
              <a:r>
                <a:rPr lang="en-US" altLang="en-US" sz="1400" b="1">
                  <a:solidFill>
                    <a:schemeClr val="tx1"/>
                  </a:solidFill>
                  <a:latin typeface="Source Han Sans SC"/>
                  <a:ea typeface="Source Han Sans SC"/>
                  <a:cs typeface="字魂创中黑" panose="00000500000000000000" charset="-122"/>
                </a:rPr>
                <a:t>Default title text</a:t>
              </a:r>
              <a:endParaRPr lang="zh-CN" altLang="en-US" sz="2000" b="1">
                <a:solidFill>
                  <a:schemeClr val="tx1"/>
                </a:solidFill>
                <a:latin typeface="字魂创中黑"/>
                <a:ea typeface="字魂创中黑"/>
                <a:cs typeface="字魂创中黑" panose="00000500000000000000" charset="-122"/>
              </a:endParaRPr>
            </a:p>
          </p:txBody>
        </p:sp>
        <p:cxnSp>
          <p:nvCxnSpPr>
            <p:cNvPr id="34" name="图形"/>
            <p:cNvCxnSpPr/>
            <p:nvPr/>
          </p:nvCxnSpPr>
          <p:spPr>
            <a:xfrm>
              <a:off x="1941" y="4201"/>
              <a:ext cx="2321" cy="0"/>
            </a:xfrm>
            <a:prstGeom prst="line">
              <a:avLst/>
            </a:prstGeom>
            <a:ln>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35" name="图形"/>
            <p:cNvCxnSpPr/>
            <p:nvPr/>
          </p:nvCxnSpPr>
          <p:spPr>
            <a:xfrm>
              <a:off x="1895" y="4201"/>
              <a:ext cx="1208"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6" name="图形" descr="D:\AAAAA千图网\渐变扁平\预览图_千图网_编号33895256.png预览图_千图网_编号33895256"/>
            <p:cNvPicPr>
              <a:picLocks noChangeAspect="1"/>
            </p:cNvPicPr>
            <p:nvPr/>
          </p:nvPicPr>
          <p:blipFill>
            <a:blip r:embed="rId2"/>
            <a:stretch>
              <a:fillRect/>
            </a:stretch>
          </p:blipFill>
          <p:spPr>
            <a:xfrm>
              <a:off x="12507" y="3429"/>
              <a:ext cx="5392" cy="5392"/>
            </a:xfrm>
            <a:prstGeom prst="rect">
              <a:avLst/>
            </a:prstGeom>
          </p:spPr>
        </p:pic>
      </p:grpSp>
    </p:spTree>
    <p:custDataLst>
      <p:tags r:id="rId3"/>
    </p:custDataLst>
  </p:cSld>
  <p:clrMapOvr>
    <a:masterClrMapping/>
  </p:clrMapOvr>
  <p:transition advTm="2000">
    <p:split orient="vert" dir="in"/>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grpSp>
        <p:nvGrpSpPr>
          <p:cNvPr id="7" name="图形"/>
          <p:cNvGrpSpPr/>
          <p:nvPr/>
        </p:nvGrpSpPr>
        <p:grpSpPr>
          <a:xfrm>
            <a:off x="673735" y="810260"/>
            <a:ext cx="3173730" cy="528955"/>
            <a:chOff x="1061" y="1276"/>
            <a:chExt cx="4998" cy="833"/>
          </a:xfrm>
        </p:grpSpPr>
        <p:sp>
          <p:nvSpPr>
            <p:cNvPr id="3" name="图形"/>
            <p:cNvSpPr/>
            <p:nvPr/>
          </p:nvSpPr>
          <p:spPr>
            <a:xfrm rot="3300000">
              <a:off x="1061" y="1276"/>
              <a:ext cx="793" cy="793"/>
            </a:xfrm>
            <a:prstGeom prst="roundRect">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Normal" panose="020b0400000000000000" charset="-122"/>
                <a:ea typeface="思源黑体 CN Normal" panose="020b0400000000000000" charset="-122"/>
                <a:cs typeface="字魂创中黑" panose="00000500000000000000" charset="-122"/>
              </a:endParaRPr>
            </a:p>
          </p:txBody>
        </p:sp>
        <p:sp>
          <p:nvSpPr>
            <p:cNvPr id="5" name="图形"/>
            <p:cNvSpPr/>
            <p:nvPr/>
          </p:nvSpPr>
          <p:spPr>
            <a:xfrm rot="3300000">
              <a:off x="1341" y="1316"/>
              <a:ext cx="793" cy="793"/>
            </a:xfrm>
            <a:prstGeom prst="roundRect">
              <a:avLst/>
            </a:prstGeom>
            <a:solidFill>
              <a:schemeClr val="accent1"/>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Normal" panose="020b0400000000000000" charset="-122"/>
                <a:ea typeface="思源黑体 CN Normal" panose="020b0400000000000000" charset="-122"/>
                <a:cs typeface="字魂创中黑" panose="00000500000000000000" charset="-122"/>
              </a:endParaRPr>
            </a:p>
          </p:txBody>
        </p:sp>
        <p:sp>
          <p:nvSpPr>
            <p:cNvPr id="23" name="图形"/>
            <p:cNvSpPr txBox="1"/>
            <p:nvPr/>
          </p:nvSpPr>
          <p:spPr>
            <a:xfrm>
              <a:off x="2183" y="1301"/>
              <a:ext cx="3876" cy="672"/>
            </a:xfrm>
            <a:prstGeom prst="rect">
              <a:avLst/>
            </a:prstGeom>
            <a:noFill/>
          </p:spPr>
          <p:txBody>
            <a:bodyPr wrap="square" rtlCol="0">
              <a:normAutofit/>
            </a:bodyPr>
            <a:lstStyle/>
            <a:p>
              <a:pPr algn="l"/>
              <a:r>
                <a:rPr lang="en-US" altLang="en-US" sz="2200">
                  <a:solidFill>
                    <a:schemeClr val="tx1"/>
                  </a:solidFill>
                  <a:latin typeface="Source Han Sans SC"/>
                  <a:ea typeface="Source Han Sans SC"/>
                  <a:cs typeface="字魂创中黑" panose="00000500000000000000" charset="-122"/>
                  <a:sym typeface="+mn-ea"/>
                </a:rPr>
                <a:t>Summary of the</a:t>
              </a:r>
              <a:endParaRPr lang="zh-CN" altLang="en-US" sz="2800">
                <a:solidFill>
                  <a:schemeClr val="tx1"/>
                </a:solidFill>
                <a:latin typeface="字魂创粗黑" panose="00000500000000000000" charset="-122"/>
                <a:ea typeface="字魂创粗黑" panose="00000500000000000000" charset="-122"/>
                <a:cs typeface="字魂创中黑" panose="00000500000000000000" charset="-122"/>
                <a:sym typeface="+mn-ea"/>
              </a:endParaRPr>
            </a:p>
          </p:txBody>
        </p:sp>
        <p:sp>
          <p:nvSpPr>
            <p:cNvPr id="4" name="图形"/>
            <p:cNvSpPr txBox="1"/>
            <p:nvPr/>
          </p:nvSpPr>
          <p:spPr>
            <a:xfrm>
              <a:off x="1251" y="1293"/>
              <a:ext cx="932" cy="725"/>
            </a:xfrm>
            <a:prstGeom prst="rect">
              <a:avLst/>
            </a:prstGeom>
            <a:noFill/>
          </p:spPr>
          <p:txBody>
            <a:bodyPr wrap="square" rtlCol="0">
              <a:normAutofit/>
            </a:bodyPr>
            <a:lstStyle/>
            <a:p>
              <a:pPr algn="ctr"/>
              <a:r>
                <a:rPr lang="en-US" altLang="zh-CN" sz="2400">
                  <a:solidFill>
                    <a:schemeClr val="bg1"/>
                  </a:solidFill>
                  <a:latin typeface="Source Han Sans SC"/>
                  <a:ea typeface="Source Han Sans SC"/>
                  <a:cs typeface="字魂创中黑" panose="00000500000000000000" charset="-122"/>
                </a:rPr>
                <a:t>02</a:t>
              </a:r>
              <a:endParaRPr lang="en-US" altLang="zh-CN" sz="2400">
                <a:solidFill>
                  <a:schemeClr val="bg1"/>
                </a:solidFill>
                <a:latin typeface="字魂创粗黑" panose="00000500000000000000" charset="-122"/>
                <a:ea typeface="字魂创粗黑" panose="00000500000000000000" charset="-122"/>
                <a:cs typeface="字魂创中黑" panose="00000500000000000000" charset="-122"/>
              </a:endParaRPr>
            </a:p>
          </p:txBody>
        </p:sp>
      </p:grpSp>
      <p:grpSp>
        <p:nvGrpSpPr>
          <p:cNvPr id="2" name="组合 1"/>
          <p:cNvGrpSpPr/>
          <p:nvPr/>
        </p:nvGrpSpPr>
        <p:grpSpPr>
          <a:xfrm>
            <a:off x="1114425" y="2185036"/>
            <a:ext cx="10245090" cy="2677794"/>
            <a:chOff x="1755" y="3441"/>
            <a:chExt cx="16134" cy="4217"/>
          </a:xfrm>
        </p:grpSpPr>
        <p:grpSp>
          <p:nvGrpSpPr>
            <p:cNvPr id="49" name="图形"/>
            <p:cNvGrpSpPr/>
            <p:nvPr/>
          </p:nvGrpSpPr>
          <p:grpSpPr>
            <a:xfrm>
              <a:off x="12873" y="3865"/>
              <a:ext cx="5016" cy="3793"/>
              <a:chOff x="8205912" y="1561513"/>
              <a:chExt cx="3477939" cy="2629570"/>
            </a:xfrm>
          </p:grpSpPr>
          <p:cxnSp>
            <p:nvCxnSpPr>
              <p:cNvPr id="50" name="图形"/>
              <p:cNvCxnSpPr/>
              <p:nvPr/>
            </p:nvCxnSpPr>
            <p:spPr>
              <a:xfrm flipH="1">
                <a:off x="8753402" y="1561513"/>
                <a:ext cx="0" cy="2194560"/>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1" name="图形"/>
              <p:cNvCxnSpPr/>
              <p:nvPr/>
            </p:nvCxnSpPr>
            <p:spPr>
              <a:xfrm flipH="1">
                <a:off x="9428650" y="1561513"/>
                <a:ext cx="0" cy="2194560"/>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2" name="图形"/>
              <p:cNvCxnSpPr/>
              <p:nvPr/>
            </p:nvCxnSpPr>
            <p:spPr>
              <a:xfrm flipH="1">
                <a:off x="10103898" y="1561513"/>
                <a:ext cx="0" cy="2194560"/>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3" name="图形"/>
              <p:cNvCxnSpPr/>
              <p:nvPr/>
            </p:nvCxnSpPr>
            <p:spPr>
              <a:xfrm flipH="1">
                <a:off x="10779146" y="1561513"/>
                <a:ext cx="0" cy="2194560"/>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4" name="图形"/>
              <p:cNvCxnSpPr/>
              <p:nvPr/>
            </p:nvCxnSpPr>
            <p:spPr>
              <a:xfrm flipH="1">
                <a:off x="11454394" y="1561513"/>
                <a:ext cx="0" cy="2194560"/>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5" name="图形"/>
              <p:cNvSpPr/>
              <p:nvPr/>
            </p:nvSpPr>
            <p:spPr>
              <a:xfrm>
                <a:off x="8753402" y="3235568"/>
                <a:ext cx="2700992" cy="4220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1100">
                  <a:solidFill>
                    <a:schemeClr val="bg1">
                      <a:lumMod val="65000"/>
                    </a:schemeClr>
                  </a:solidFill>
                  <a:latin typeface="字魂创中黑"/>
                  <a:ea typeface="字魂创中黑"/>
                  <a:cs typeface="字魂创中黑" panose="00000500000000000000" charset="-122"/>
                  <a:sym typeface="Arial" panose="020b0604020202020204" pitchFamily="34" charset="0"/>
                </a:endParaRPr>
              </a:p>
            </p:txBody>
          </p:sp>
          <p:sp>
            <p:nvSpPr>
              <p:cNvPr id="56" name="图形"/>
              <p:cNvSpPr/>
              <p:nvPr/>
            </p:nvSpPr>
            <p:spPr>
              <a:xfrm>
                <a:off x="8753402" y="2715065"/>
                <a:ext cx="2700992" cy="4220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1100">
                  <a:solidFill>
                    <a:schemeClr val="bg1">
                      <a:lumMod val="65000"/>
                    </a:schemeClr>
                  </a:solidFill>
                  <a:latin typeface="字魂创中黑"/>
                  <a:ea typeface="字魂创中黑"/>
                  <a:cs typeface="字魂创中黑" panose="00000500000000000000" charset="-122"/>
                  <a:sym typeface="Arial" panose="020b0604020202020204" pitchFamily="34" charset="0"/>
                </a:endParaRPr>
              </a:p>
            </p:txBody>
          </p:sp>
          <p:sp>
            <p:nvSpPr>
              <p:cNvPr id="57" name="图形"/>
              <p:cNvSpPr/>
              <p:nvPr/>
            </p:nvSpPr>
            <p:spPr>
              <a:xfrm>
                <a:off x="8753402" y="2194562"/>
                <a:ext cx="2700992" cy="4220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1100">
                  <a:solidFill>
                    <a:schemeClr val="bg1">
                      <a:lumMod val="65000"/>
                    </a:schemeClr>
                  </a:solidFill>
                  <a:latin typeface="字魂创中黑"/>
                  <a:ea typeface="字魂创中黑"/>
                  <a:cs typeface="字魂创中黑" panose="00000500000000000000" charset="-122"/>
                  <a:sym typeface="Arial" panose="020b0604020202020204" pitchFamily="34" charset="0"/>
                </a:endParaRPr>
              </a:p>
            </p:txBody>
          </p:sp>
          <p:sp>
            <p:nvSpPr>
              <p:cNvPr id="58" name="图形"/>
              <p:cNvSpPr/>
              <p:nvPr/>
            </p:nvSpPr>
            <p:spPr>
              <a:xfrm>
                <a:off x="8753402" y="1674059"/>
                <a:ext cx="2700992" cy="4220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1100">
                  <a:solidFill>
                    <a:schemeClr val="bg1">
                      <a:lumMod val="65000"/>
                    </a:schemeClr>
                  </a:solidFill>
                  <a:latin typeface="字魂创中黑"/>
                  <a:ea typeface="字魂创中黑"/>
                  <a:cs typeface="字魂创中黑" panose="00000500000000000000" charset="-122"/>
                  <a:sym typeface="Arial" panose="020b0604020202020204" pitchFamily="34" charset="0"/>
                </a:endParaRPr>
              </a:p>
            </p:txBody>
          </p:sp>
          <p:sp>
            <p:nvSpPr>
              <p:cNvPr id="59" name="图形"/>
              <p:cNvSpPr/>
              <p:nvPr/>
            </p:nvSpPr>
            <p:spPr>
              <a:xfrm>
                <a:off x="8740228" y="3235566"/>
                <a:ext cx="1615953" cy="4220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1100">
                  <a:solidFill>
                    <a:schemeClr val="bg1">
                      <a:lumMod val="65000"/>
                    </a:schemeClr>
                  </a:solidFill>
                  <a:latin typeface="字魂创中黑"/>
                  <a:ea typeface="字魂创中黑"/>
                  <a:cs typeface="字魂创中黑" panose="00000500000000000000" charset="-122"/>
                  <a:sym typeface="Arial" panose="020b0604020202020204" pitchFamily="34" charset="0"/>
                </a:endParaRPr>
              </a:p>
            </p:txBody>
          </p:sp>
          <p:sp>
            <p:nvSpPr>
              <p:cNvPr id="60" name="图形"/>
              <p:cNvSpPr/>
              <p:nvPr/>
            </p:nvSpPr>
            <p:spPr>
              <a:xfrm>
                <a:off x="8753403" y="2715063"/>
                <a:ext cx="2290320" cy="42203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1100">
                  <a:solidFill>
                    <a:schemeClr val="bg1">
                      <a:lumMod val="65000"/>
                    </a:schemeClr>
                  </a:solidFill>
                  <a:latin typeface="字魂创中黑"/>
                  <a:ea typeface="字魂创中黑"/>
                  <a:cs typeface="字魂创中黑" panose="00000500000000000000" charset="-122"/>
                  <a:sym typeface="Arial" panose="020b0604020202020204" pitchFamily="34" charset="0"/>
                </a:endParaRPr>
              </a:p>
            </p:txBody>
          </p:sp>
          <p:sp>
            <p:nvSpPr>
              <p:cNvPr id="61" name="图形"/>
              <p:cNvSpPr/>
              <p:nvPr/>
            </p:nvSpPr>
            <p:spPr>
              <a:xfrm>
                <a:off x="8740229" y="2194561"/>
                <a:ext cx="1615952" cy="4220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1100">
                  <a:solidFill>
                    <a:schemeClr val="bg1">
                      <a:lumMod val="65000"/>
                    </a:schemeClr>
                  </a:solidFill>
                  <a:latin typeface="字魂创中黑"/>
                  <a:ea typeface="字魂创中黑"/>
                  <a:cs typeface="字魂创中黑" panose="00000500000000000000" charset="-122"/>
                  <a:sym typeface="Arial" panose="020b0604020202020204" pitchFamily="34" charset="0"/>
                </a:endParaRPr>
              </a:p>
            </p:txBody>
          </p:sp>
          <p:sp>
            <p:nvSpPr>
              <p:cNvPr id="62" name="图形"/>
              <p:cNvSpPr/>
              <p:nvPr/>
            </p:nvSpPr>
            <p:spPr>
              <a:xfrm>
                <a:off x="8753402" y="1674058"/>
                <a:ext cx="2025744" cy="42203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1100">
                  <a:solidFill>
                    <a:schemeClr val="bg1">
                      <a:lumMod val="65000"/>
                    </a:schemeClr>
                  </a:solidFill>
                  <a:latin typeface="字魂创中黑"/>
                  <a:ea typeface="字魂创中黑"/>
                  <a:cs typeface="字魂创中黑" panose="00000500000000000000" charset="-122"/>
                  <a:sym typeface="Arial" panose="020b0604020202020204" pitchFamily="34" charset="0"/>
                </a:endParaRPr>
              </a:p>
            </p:txBody>
          </p:sp>
          <p:sp>
            <p:nvSpPr>
              <p:cNvPr id="63" name="图形"/>
              <p:cNvSpPr txBox="1"/>
              <p:nvPr/>
            </p:nvSpPr>
            <p:spPr>
              <a:xfrm>
                <a:off x="8609706" y="3868619"/>
                <a:ext cx="287391" cy="322464"/>
              </a:xfrm>
              <a:prstGeom prst="rect">
                <a:avLst/>
              </a:prstGeom>
              <a:noFill/>
            </p:spPr>
            <p:txBody>
              <a:bodyPr wrap="none" rtlCol="0">
                <a:normAutofit/>
              </a:bodyPr>
              <a:lstStyle/>
              <a:p>
                <a:pPr algn="ctr">
                  <a:lnSpc>
                    <a:spcPct val="120000"/>
                  </a:lnSpc>
                </a:pPr>
                <a:r>
                  <a:rPr lang="en-US" sz="1100">
                    <a:solidFill>
                      <a:schemeClr val="bg1">
                        <a:lumMod val="65000"/>
                      </a:schemeClr>
                    </a:solidFill>
                    <a:latin typeface="Source Han Sans SC"/>
                    <a:ea typeface="Source Han Sans SC"/>
                    <a:cs typeface="字魂创中黑" panose="00000500000000000000" charset="-122"/>
                    <a:sym typeface="Arial" panose="020b0604020202020204" pitchFamily="34" charset="0"/>
                  </a:rPr>
                  <a:t>0</a:t>
                </a:r>
                <a:endParaRPr lang="en-GB" sz="1100">
                  <a:solidFill>
                    <a:schemeClr val="bg1">
                      <a:lumMod val="65000"/>
                    </a:schemeClr>
                  </a:solidFill>
                  <a:latin typeface="字魂创中黑"/>
                  <a:ea typeface="字魂创中黑"/>
                  <a:cs typeface="字魂创中黑" panose="00000500000000000000" charset="-122"/>
                  <a:sym typeface="Arial" panose="020b0604020202020204" pitchFamily="34" charset="0"/>
                </a:endParaRPr>
              </a:p>
            </p:txBody>
          </p:sp>
          <p:sp>
            <p:nvSpPr>
              <p:cNvPr id="64" name="图形"/>
              <p:cNvSpPr txBox="1"/>
              <p:nvPr/>
            </p:nvSpPr>
            <p:spPr>
              <a:xfrm>
                <a:off x="9242076" y="3868619"/>
                <a:ext cx="373151" cy="322464"/>
              </a:xfrm>
              <a:prstGeom prst="rect">
                <a:avLst/>
              </a:prstGeom>
              <a:noFill/>
            </p:spPr>
            <p:txBody>
              <a:bodyPr wrap="none" rtlCol="0">
                <a:normAutofit/>
              </a:bodyPr>
              <a:lstStyle/>
              <a:p>
                <a:pPr algn="ctr">
                  <a:lnSpc>
                    <a:spcPct val="120000"/>
                  </a:lnSpc>
                </a:pPr>
                <a:r>
                  <a:rPr lang="en-US" sz="1100">
                    <a:solidFill>
                      <a:schemeClr val="bg1">
                        <a:lumMod val="65000"/>
                      </a:schemeClr>
                    </a:solidFill>
                    <a:latin typeface="Source Han Sans SC"/>
                    <a:ea typeface="Source Han Sans SC"/>
                    <a:cs typeface="字魂创中黑" panose="00000500000000000000" charset="-122"/>
                    <a:sym typeface="Arial" panose="020b0604020202020204" pitchFamily="34" charset="0"/>
                  </a:rPr>
                  <a:t>50</a:t>
                </a:r>
                <a:endParaRPr lang="en-GB" sz="1100">
                  <a:solidFill>
                    <a:schemeClr val="bg1">
                      <a:lumMod val="65000"/>
                    </a:schemeClr>
                  </a:solidFill>
                  <a:latin typeface="字魂创中黑"/>
                  <a:ea typeface="字魂创中黑"/>
                  <a:cs typeface="字魂创中黑" panose="00000500000000000000" charset="-122"/>
                  <a:sym typeface="Arial" panose="020b0604020202020204" pitchFamily="34" charset="0"/>
                </a:endParaRPr>
              </a:p>
            </p:txBody>
          </p:sp>
          <p:sp>
            <p:nvSpPr>
              <p:cNvPr id="65" name="图形"/>
              <p:cNvSpPr txBox="1"/>
              <p:nvPr/>
            </p:nvSpPr>
            <p:spPr>
              <a:xfrm>
                <a:off x="11224937" y="3868619"/>
                <a:ext cx="458914" cy="322464"/>
              </a:xfrm>
              <a:prstGeom prst="rect">
                <a:avLst/>
              </a:prstGeom>
              <a:noFill/>
            </p:spPr>
            <p:txBody>
              <a:bodyPr wrap="none" rtlCol="0">
                <a:normAutofit/>
              </a:bodyPr>
              <a:lstStyle/>
              <a:p>
                <a:pPr algn="ctr">
                  <a:lnSpc>
                    <a:spcPct val="120000"/>
                  </a:lnSpc>
                </a:pPr>
                <a:r>
                  <a:rPr lang="en-US" sz="1100">
                    <a:solidFill>
                      <a:schemeClr val="bg1">
                        <a:lumMod val="65000"/>
                      </a:schemeClr>
                    </a:solidFill>
                    <a:latin typeface="Source Han Sans SC"/>
                    <a:ea typeface="Source Han Sans SC"/>
                    <a:cs typeface="字魂创中黑" panose="00000500000000000000" charset="-122"/>
                    <a:sym typeface="Arial" panose="020b0604020202020204" pitchFamily="34" charset="0"/>
                  </a:rPr>
                  <a:t>200</a:t>
                </a:r>
                <a:endParaRPr lang="en-GB" sz="1100">
                  <a:solidFill>
                    <a:schemeClr val="bg1">
                      <a:lumMod val="65000"/>
                    </a:schemeClr>
                  </a:solidFill>
                  <a:latin typeface="字魂创中黑"/>
                  <a:ea typeface="字魂创中黑"/>
                  <a:cs typeface="字魂创中黑" panose="00000500000000000000" charset="-122"/>
                  <a:sym typeface="Arial" panose="020b0604020202020204" pitchFamily="34" charset="0"/>
                </a:endParaRPr>
              </a:p>
            </p:txBody>
          </p:sp>
          <p:sp>
            <p:nvSpPr>
              <p:cNvPr id="66" name="图形"/>
              <p:cNvSpPr txBox="1"/>
              <p:nvPr/>
            </p:nvSpPr>
            <p:spPr>
              <a:xfrm>
                <a:off x="10549691" y="3868619"/>
                <a:ext cx="458914" cy="322464"/>
              </a:xfrm>
              <a:prstGeom prst="rect">
                <a:avLst/>
              </a:prstGeom>
              <a:noFill/>
            </p:spPr>
            <p:txBody>
              <a:bodyPr wrap="none" rtlCol="0">
                <a:normAutofit/>
              </a:bodyPr>
              <a:lstStyle/>
              <a:p>
                <a:pPr algn="ctr">
                  <a:lnSpc>
                    <a:spcPct val="120000"/>
                  </a:lnSpc>
                </a:pPr>
                <a:r>
                  <a:rPr lang="en-US" sz="1100">
                    <a:solidFill>
                      <a:schemeClr val="bg1">
                        <a:lumMod val="65000"/>
                      </a:schemeClr>
                    </a:solidFill>
                    <a:latin typeface="Source Han Sans SC"/>
                    <a:ea typeface="Source Han Sans SC"/>
                    <a:cs typeface="字魂创中黑" panose="00000500000000000000" charset="-122"/>
                    <a:sym typeface="Arial" panose="020b0604020202020204" pitchFamily="34" charset="0"/>
                  </a:rPr>
                  <a:t>150</a:t>
                </a:r>
                <a:endParaRPr lang="en-GB" sz="1100">
                  <a:solidFill>
                    <a:schemeClr val="bg1">
                      <a:lumMod val="65000"/>
                    </a:schemeClr>
                  </a:solidFill>
                  <a:latin typeface="字魂创中黑"/>
                  <a:ea typeface="字魂创中黑"/>
                  <a:cs typeface="字魂创中黑" panose="00000500000000000000" charset="-122"/>
                  <a:sym typeface="Arial" panose="020b0604020202020204" pitchFamily="34" charset="0"/>
                </a:endParaRPr>
              </a:p>
            </p:txBody>
          </p:sp>
          <p:sp>
            <p:nvSpPr>
              <p:cNvPr id="67" name="图形"/>
              <p:cNvSpPr txBox="1"/>
              <p:nvPr/>
            </p:nvSpPr>
            <p:spPr>
              <a:xfrm>
                <a:off x="9874440" y="3868619"/>
                <a:ext cx="458914" cy="322464"/>
              </a:xfrm>
              <a:prstGeom prst="rect">
                <a:avLst/>
              </a:prstGeom>
              <a:noFill/>
            </p:spPr>
            <p:txBody>
              <a:bodyPr wrap="none" rtlCol="0">
                <a:normAutofit/>
              </a:bodyPr>
              <a:lstStyle/>
              <a:p>
                <a:pPr algn="ctr">
                  <a:lnSpc>
                    <a:spcPct val="120000"/>
                  </a:lnSpc>
                </a:pPr>
                <a:r>
                  <a:rPr lang="en-US" sz="1100">
                    <a:solidFill>
                      <a:schemeClr val="bg1">
                        <a:lumMod val="65000"/>
                      </a:schemeClr>
                    </a:solidFill>
                    <a:latin typeface="Source Han Sans SC"/>
                    <a:ea typeface="Source Han Sans SC"/>
                    <a:cs typeface="字魂创中黑" panose="00000500000000000000" charset="-122"/>
                    <a:sym typeface="Arial" panose="020b0604020202020204" pitchFamily="34" charset="0"/>
                  </a:rPr>
                  <a:t>100</a:t>
                </a:r>
                <a:endParaRPr lang="en-GB" sz="1100">
                  <a:solidFill>
                    <a:schemeClr val="bg1">
                      <a:lumMod val="65000"/>
                    </a:schemeClr>
                  </a:solidFill>
                  <a:latin typeface="字魂创中黑"/>
                  <a:ea typeface="字魂创中黑"/>
                  <a:cs typeface="字魂创中黑" panose="00000500000000000000" charset="-122"/>
                  <a:sym typeface="Arial" panose="020b0604020202020204" pitchFamily="34" charset="0"/>
                </a:endParaRPr>
              </a:p>
            </p:txBody>
          </p:sp>
          <p:sp>
            <p:nvSpPr>
              <p:cNvPr id="68" name="图形"/>
              <p:cNvSpPr txBox="1"/>
              <p:nvPr/>
            </p:nvSpPr>
            <p:spPr>
              <a:xfrm>
                <a:off x="8205912" y="1700408"/>
                <a:ext cx="544676" cy="322464"/>
              </a:xfrm>
              <a:prstGeom prst="rect">
                <a:avLst/>
              </a:prstGeom>
              <a:noFill/>
            </p:spPr>
            <p:txBody>
              <a:bodyPr wrap="none" rtlCol="0">
                <a:normAutofit/>
              </a:bodyPr>
              <a:lstStyle/>
              <a:p>
                <a:pPr algn="r">
                  <a:lnSpc>
                    <a:spcPct val="120000"/>
                  </a:lnSpc>
                </a:pPr>
                <a:r>
                  <a:rPr lang="en-US" sz="1100">
                    <a:solidFill>
                      <a:schemeClr val="bg1">
                        <a:lumMod val="65000"/>
                      </a:schemeClr>
                    </a:solidFill>
                    <a:latin typeface="Source Han Sans SC"/>
                    <a:ea typeface="Source Han Sans SC"/>
                    <a:cs typeface="字魂创中黑" panose="00000500000000000000" charset="-122"/>
                    <a:sym typeface="Arial" panose="020b0604020202020204" pitchFamily="34" charset="0"/>
                  </a:rPr>
                  <a:t>2015</a:t>
                </a:r>
                <a:endParaRPr lang="en-GB" sz="1100">
                  <a:solidFill>
                    <a:schemeClr val="bg1">
                      <a:lumMod val="65000"/>
                    </a:schemeClr>
                  </a:solidFill>
                  <a:latin typeface="字魂创中黑"/>
                  <a:ea typeface="字魂创中黑"/>
                  <a:cs typeface="字魂创中黑" panose="00000500000000000000" charset="-122"/>
                  <a:sym typeface="Arial" panose="020b0604020202020204" pitchFamily="34" charset="0"/>
                </a:endParaRPr>
              </a:p>
            </p:txBody>
          </p:sp>
          <p:sp>
            <p:nvSpPr>
              <p:cNvPr id="69" name="图形"/>
              <p:cNvSpPr txBox="1"/>
              <p:nvPr/>
            </p:nvSpPr>
            <p:spPr>
              <a:xfrm>
                <a:off x="8205912" y="3261915"/>
                <a:ext cx="544676" cy="322464"/>
              </a:xfrm>
              <a:prstGeom prst="rect">
                <a:avLst/>
              </a:prstGeom>
              <a:noFill/>
            </p:spPr>
            <p:txBody>
              <a:bodyPr wrap="none" rtlCol="0">
                <a:normAutofit/>
              </a:bodyPr>
              <a:lstStyle/>
              <a:p>
                <a:pPr algn="r">
                  <a:lnSpc>
                    <a:spcPct val="120000"/>
                  </a:lnSpc>
                </a:pPr>
                <a:r>
                  <a:rPr lang="en-US" sz="1100">
                    <a:solidFill>
                      <a:schemeClr val="bg1">
                        <a:lumMod val="65000"/>
                      </a:schemeClr>
                    </a:solidFill>
                    <a:latin typeface="Source Han Sans SC"/>
                    <a:ea typeface="Source Han Sans SC"/>
                    <a:cs typeface="字魂创中黑" panose="00000500000000000000" charset="-122"/>
                    <a:sym typeface="Arial" panose="020b0604020202020204" pitchFamily="34" charset="0"/>
                  </a:rPr>
                  <a:t>2012</a:t>
                </a:r>
                <a:endParaRPr lang="en-GB" sz="1100">
                  <a:solidFill>
                    <a:schemeClr val="bg1">
                      <a:lumMod val="65000"/>
                    </a:schemeClr>
                  </a:solidFill>
                  <a:latin typeface="字魂创中黑"/>
                  <a:ea typeface="字魂创中黑"/>
                  <a:cs typeface="字魂创中黑" panose="00000500000000000000" charset="-122"/>
                  <a:sym typeface="Arial" panose="020b0604020202020204" pitchFamily="34" charset="0"/>
                </a:endParaRPr>
              </a:p>
            </p:txBody>
          </p:sp>
          <p:sp>
            <p:nvSpPr>
              <p:cNvPr id="70" name="图形"/>
              <p:cNvSpPr txBox="1"/>
              <p:nvPr/>
            </p:nvSpPr>
            <p:spPr>
              <a:xfrm>
                <a:off x="8205912" y="2741412"/>
                <a:ext cx="544676" cy="322464"/>
              </a:xfrm>
              <a:prstGeom prst="rect">
                <a:avLst/>
              </a:prstGeom>
              <a:noFill/>
            </p:spPr>
            <p:txBody>
              <a:bodyPr wrap="none" rtlCol="0">
                <a:normAutofit/>
              </a:bodyPr>
              <a:lstStyle/>
              <a:p>
                <a:pPr algn="r">
                  <a:lnSpc>
                    <a:spcPct val="120000"/>
                  </a:lnSpc>
                </a:pPr>
                <a:r>
                  <a:rPr lang="en-US" sz="1100">
                    <a:solidFill>
                      <a:schemeClr val="bg1">
                        <a:lumMod val="65000"/>
                      </a:schemeClr>
                    </a:solidFill>
                    <a:latin typeface="Source Han Sans SC"/>
                    <a:ea typeface="Source Han Sans SC"/>
                    <a:cs typeface="字魂创中黑" panose="00000500000000000000" charset="-122"/>
                    <a:sym typeface="Arial" panose="020b0604020202020204" pitchFamily="34" charset="0"/>
                  </a:rPr>
                  <a:t>2013</a:t>
                </a:r>
                <a:endParaRPr lang="en-GB" sz="1100">
                  <a:solidFill>
                    <a:schemeClr val="bg1">
                      <a:lumMod val="65000"/>
                    </a:schemeClr>
                  </a:solidFill>
                  <a:latin typeface="字魂创中黑"/>
                  <a:ea typeface="字魂创中黑"/>
                  <a:cs typeface="字魂创中黑" panose="00000500000000000000" charset="-122"/>
                  <a:sym typeface="Arial" panose="020b0604020202020204" pitchFamily="34" charset="0"/>
                </a:endParaRPr>
              </a:p>
            </p:txBody>
          </p:sp>
          <p:sp>
            <p:nvSpPr>
              <p:cNvPr id="71" name="图形"/>
              <p:cNvSpPr txBox="1"/>
              <p:nvPr/>
            </p:nvSpPr>
            <p:spPr>
              <a:xfrm>
                <a:off x="8205912" y="2220908"/>
                <a:ext cx="544676" cy="322464"/>
              </a:xfrm>
              <a:prstGeom prst="rect">
                <a:avLst/>
              </a:prstGeom>
              <a:noFill/>
            </p:spPr>
            <p:txBody>
              <a:bodyPr wrap="none" rtlCol="0">
                <a:normAutofit/>
              </a:bodyPr>
              <a:lstStyle/>
              <a:p>
                <a:pPr algn="r">
                  <a:lnSpc>
                    <a:spcPct val="120000"/>
                  </a:lnSpc>
                </a:pPr>
                <a:r>
                  <a:rPr lang="en-US" sz="1100">
                    <a:solidFill>
                      <a:schemeClr val="bg1">
                        <a:lumMod val="65000"/>
                      </a:schemeClr>
                    </a:solidFill>
                    <a:latin typeface="Source Han Sans SC"/>
                    <a:ea typeface="Source Han Sans SC"/>
                    <a:cs typeface="字魂创中黑" panose="00000500000000000000" charset="-122"/>
                    <a:sym typeface="Arial" panose="020b0604020202020204" pitchFamily="34" charset="0"/>
                  </a:rPr>
                  <a:t>2014</a:t>
                </a:r>
                <a:endParaRPr lang="en-GB" sz="1100">
                  <a:solidFill>
                    <a:schemeClr val="bg1">
                      <a:lumMod val="65000"/>
                    </a:schemeClr>
                  </a:solidFill>
                  <a:latin typeface="字魂创中黑"/>
                  <a:ea typeface="字魂创中黑"/>
                  <a:cs typeface="字魂创中黑" panose="00000500000000000000" charset="-122"/>
                  <a:sym typeface="Arial" panose="020b0604020202020204" pitchFamily="34" charset="0"/>
                </a:endParaRPr>
              </a:p>
            </p:txBody>
          </p:sp>
        </p:grpSp>
        <p:grpSp>
          <p:nvGrpSpPr>
            <p:cNvPr id="72" name="图形"/>
            <p:cNvGrpSpPr/>
            <p:nvPr/>
          </p:nvGrpSpPr>
          <p:grpSpPr>
            <a:xfrm>
              <a:off x="7541" y="3865"/>
              <a:ext cx="5016" cy="3793"/>
              <a:chOff x="4397488" y="1561513"/>
              <a:chExt cx="3477939" cy="2629570"/>
            </a:xfrm>
          </p:grpSpPr>
          <p:cxnSp>
            <p:nvCxnSpPr>
              <p:cNvPr id="73" name="图形"/>
              <p:cNvCxnSpPr/>
              <p:nvPr/>
            </p:nvCxnSpPr>
            <p:spPr>
              <a:xfrm flipH="1">
                <a:off x="4944978" y="1561513"/>
                <a:ext cx="0" cy="2194560"/>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74" name="图形"/>
              <p:cNvCxnSpPr/>
              <p:nvPr/>
            </p:nvCxnSpPr>
            <p:spPr>
              <a:xfrm flipH="1">
                <a:off x="5620226" y="1561513"/>
                <a:ext cx="0" cy="2194560"/>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75" name="图形"/>
              <p:cNvCxnSpPr/>
              <p:nvPr/>
            </p:nvCxnSpPr>
            <p:spPr>
              <a:xfrm flipH="1">
                <a:off x="6295474" y="1561513"/>
                <a:ext cx="0" cy="2194560"/>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76" name="图形"/>
              <p:cNvCxnSpPr/>
              <p:nvPr/>
            </p:nvCxnSpPr>
            <p:spPr>
              <a:xfrm flipH="1">
                <a:off x="6970722" y="1561513"/>
                <a:ext cx="0" cy="2194560"/>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77" name="图形"/>
              <p:cNvCxnSpPr/>
              <p:nvPr/>
            </p:nvCxnSpPr>
            <p:spPr>
              <a:xfrm flipH="1">
                <a:off x="7645970" y="1561513"/>
                <a:ext cx="0" cy="2194560"/>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8" name="图形"/>
              <p:cNvSpPr/>
              <p:nvPr/>
            </p:nvSpPr>
            <p:spPr>
              <a:xfrm>
                <a:off x="4944978" y="3235568"/>
                <a:ext cx="2700992" cy="4220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1100">
                  <a:solidFill>
                    <a:schemeClr val="bg1">
                      <a:lumMod val="65000"/>
                    </a:schemeClr>
                  </a:solidFill>
                  <a:latin typeface="字魂创中黑"/>
                  <a:ea typeface="字魂创中黑"/>
                  <a:cs typeface="字魂创中黑" panose="00000500000000000000" charset="-122"/>
                  <a:sym typeface="Arial" panose="020b0604020202020204" pitchFamily="34" charset="0"/>
                </a:endParaRPr>
              </a:p>
            </p:txBody>
          </p:sp>
          <p:sp>
            <p:nvSpPr>
              <p:cNvPr id="79" name="图形"/>
              <p:cNvSpPr/>
              <p:nvPr/>
            </p:nvSpPr>
            <p:spPr>
              <a:xfrm>
                <a:off x="4944978" y="2715065"/>
                <a:ext cx="2700992" cy="4220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1100">
                  <a:solidFill>
                    <a:schemeClr val="bg1">
                      <a:lumMod val="65000"/>
                    </a:schemeClr>
                  </a:solidFill>
                  <a:latin typeface="字魂创中黑"/>
                  <a:ea typeface="字魂创中黑"/>
                  <a:cs typeface="字魂创中黑" panose="00000500000000000000" charset="-122"/>
                  <a:sym typeface="Arial" panose="020b0604020202020204" pitchFamily="34" charset="0"/>
                </a:endParaRPr>
              </a:p>
            </p:txBody>
          </p:sp>
          <p:sp>
            <p:nvSpPr>
              <p:cNvPr id="80" name="图形"/>
              <p:cNvSpPr/>
              <p:nvPr/>
            </p:nvSpPr>
            <p:spPr>
              <a:xfrm>
                <a:off x="4944978" y="2194562"/>
                <a:ext cx="2700992" cy="4220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1100">
                  <a:solidFill>
                    <a:schemeClr val="bg1">
                      <a:lumMod val="65000"/>
                    </a:schemeClr>
                  </a:solidFill>
                  <a:latin typeface="字魂创中黑"/>
                  <a:ea typeface="字魂创中黑"/>
                  <a:cs typeface="字魂创中黑" panose="00000500000000000000" charset="-122"/>
                  <a:sym typeface="Arial" panose="020b0604020202020204" pitchFamily="34" charset="0"/>
                </a:endParaRPr>
              </a:p>
            </p:txBody>
          </p:sp>
          <p:sp>
            <p:nvSpPr>
              <p:cNvPr id="81" name="图形"/>
              <p:cNvSpPr/>
              <p:nvPr/>
            </p:nvSpPr>
            <p:spPr>
              <a:xfrm>
                <a:off x="4944978" y="1674059"/>
                <a:ext cx="2700992" cy="4220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1100">
                  <a:solidFill>
                    <a:schemeClr val="bg1">
                      <a:lumMod val="65000"/>
                    </a:schemeClr>
                  </a:solidFill>
                  <a:latin typeface="字魂创中黑"/>
                  <a:ea typeface="字魂创中黑"/>
                  <a:cs typeface="字魂创中黑" panose="00000500000000000000" charset="-122"/>
                  <a:sym typeface="Arial" panose="020b0604020202020204" pitchFamily="34" charset="0"/>
                </a:endParaRPr>
              </a:p>
            </p:txBody>
          </p:sp>
          <p:sp>
            <p:nvSpPr>
              <p:cNvPr id="82" name="图形"/>
              <p:cNvSpPr/>
              <p:nvPr/>
            </p:nvSpPr>
            <p:spPr>
              <a:xfrm>
                <a:off x="4944979" y="3235566"/>
                <a:ext cx="1195754" cy="4220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1100">
                  <a:solidFill>
                    <a:schemeClr val="bg1">
                      <a:lumMod val="65000"/>
                    </a:schemeClr>
                  </a:solidFill>
                  <a:latin typeface="字魂创中黑"/>
                  <a:ea typeface="字魂创中黑"/>
                  <a:cs typeface="字魂创中黑" panose="00000500000000000000" charset="-122"/>
                  <a:sym typeface="Arial" panose="020b0604020202020204" pitchFamily="34" charset="0"/>
                </a:endParaRPr>
              </a:p>
            </p:txBody>
          </p:sp>
          <p:sp>
            <p:nvSpPr>
              <p:cNvPr id="83" name="图形"/>
              <p:cNvSpPr/>
              <p:nvPr/>
            </p:nvSpPr>
            <p:spPr>
              <a:xfrm>
                <a:off x="4944978" y="2715063"/>
                <a:ext cx="2180485" cy="42203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1100">
                  <a:solidFill>
                    <a:schemeClr val="bg1">
                      <a:lumMod val="65000"/>
                    </a:schemeClr>
                  </a:solidFill>
                  <a:latin typeface="字魂创中黑"/>
                  <a:ea typeface="字魂创中黑"/>
                  <a:cs typeface="字魂创中黑" panose="00000500000000000000" charset="-122"/>
                  <a:sym typeface="Arial" panose="020b0604020202020204" pitchFamily="34" charset="0"/>
                </a:endParaRPr>
              </a:p>
            </p:txBody>
          </p:sp>
          <p:sp>
            <p:nvSpPr>
              <p:cNvPr id="84" name="图形"/>
              <p:cNvSpPr/>
              <p:nvPr/>
            </p:nvSpPr>
            <p:spPr>
              <a:xfrm>
                <a:off x="4944978" y="2194561"/>
                <a:ext cx="1856929" cy="4220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1100">
                  <a:solidFill>
                    <a:schemeClr val="bg1">
                      <a:lumMod val="65000"/>
                    </a:schemeClr>
                  </a:solidFill>
                  <a:latin typeface="字魂创中黑"/>
                  <a:ea typeface="字魂创中黑"/>
                  <a:cs typeface="字魂创中黑" panose="00000500000000000000" charset="-122"/>
                  <a:sym typeface="Arial" panose="020b0604020202020204" pitchFamily="34" charset="0"/>
                </a:endParaRPr>
              </a:p>
            </p:txBody>
          </p:sp>
          <p:sp>
            <p:nvSpPr>
              <p:cNvPr id="85" name="图形"/>
              <p:cNvSpPr/>
              <p:nvPr/>
            </p:nvSpPr>
            <p:spPr>
              <a:xfrm>
                <a:off x="4944978" y="1674058"/>
                <a:ext cx="1615953" cy="42203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1100">
                  <a:solidFill>
                    <a:schemeClr val="bg1">
                      <a:lumMod val="65000"/>
                    </a:schemeClr>
                  </a:solidFill>
                  <a:latin typeface="字魂创中黑"/>
                  <a:ea typeface="字魂创中黑"/>
                  <a:cs typeface="字魂创中黑" panose="00000500000000000000" charset="-122"/>
                  <a:sym typeface="Arial" panose="020b0604020202020204" pitchFamily="34" charset="0"/>
                </a:endParaRPr>
              </a:p>
            </p:txBody>
          </p:sp>
          <p:sp>
            <p:nvSpPr>
              <p:cNvPr id="86" name="图形"/>
              <p:cNvSpPr txBox="1"/>
              <p:nvPr/>
            </p:nvSpPr>
            <p:spPr>
              <a:xfrm>
                <a:off x="4801282" y="3868619"/>
                <a:ext cx="287391" cy="322464"/>
              </a:xfrm>
              <a:prstGeom prst="rect">
                <a:avLst/>
              </a:prstGeom>
              <a:noFill/>
            </p:spPr>
            <p:txBody>
              <a:bodyPr wrap="none" rtlCol="0">
                <a:normAutofit/>
              </a:bodyPr>
              <a:lstStyle/>
              <a:p>
                <a:pPr algn="ctr">
                  <a:lnSpc>
                    <a:spcPct val="120000"/>
                  </a:lnSpc>
                </a:pPr>
                <a:r>
                  <a:rPr lang="en-US" sz="1100">
                    <a:solidFill>
                      <a:schemeClr val="bg1">
                        <a:lumMod val="65000"/>
                      </a:schemeClr>
                    </a:solidFill>
                    <a:latin typeface="Source Han Sans SC"/>
                    <a:ea typeface="Source Han Sans SC"/>
                    <a:cs typeface="字魂创中黑" panose="00000500000000000000" charset="-122"/>
                    <a:sym typeface="Arial" panose="020b0604020202020204" pitchFamily="34" charset="0"/>
                  </a:rPr>
                  <a:t>0</a:t>
                </a:r>
                <a:endParaRPr lang="en-GB" sz="1100">
                  <a:solidFill>
                    <a:schemeClr val="bg1">
                      <a:lumMod val="65000"/>
                    </a:schemeClr>
                  </a:solidFill>
                  <a:latin typeface="字魂创中黑"/>
                  <a:ea typeface="字魂创中黑"/>
                  <a:cs typeface="字魂创中黑" panose="00000500000000000000" charset="-122"/>
                  <a:sym typeface="Arial" panose="020b0604020202020204" pitchFamily="34" charset="0"/>
                </a:endParaRPr>
              </a:p>
            </p:txBody>
          </p:sp>
          <p:sp>
            <p:nvSpPr>
              <p:cNvPr id="87" name="图形"/>
              <p:cNvSpPr txBox="1"/>
              <p:nvPr/>
            </p:nvSpPr>
            <p:spPr>
              <a:xfrm>
                <a:off x="5433652" y="3868619"/>
                <a:ext cx="373151" cy="322464"/>
              </a:xfrm>
              <a:prstGeom prst="rect">
                <a:avLst/>
              </a:prstGeom>
              <a:noFill/>
            </p:spPr>
            <p:txBody>
              <a:bodyPr wrap="none" rtlCol="0">
                <a:normAutofit/>
              </a:bodyPr>
              <a:lstStyle/>
              <a:p>
                <a:pPr algn="ctr">
                  <a:lnSpc>
                    <a:spcPct val="120000"/>
                  </a:lnSpc>
                </a:pPr>
                <a:r>
                  <a:rPr lang="en-US" sz="1100">
                    <a:solidFill>
                      <a:schemeClr val="bg1">
                        <a:lumMod val="65000"/>
                      </a:schemeClr>
                    </a:solidFill>
                    <a:latin typeface="Source Han Sans SC"/>
                    <a:ea typeface="Source Han Sans SC"/>
                    <a:cs typeface="字魂创中黑" panose="00000500000000000000" charset="-122"/>
                    <a:sym typeface="Arial" panose="020b0604020202020204" pitchFamily="34" charset="0"/>
                  </a:rPr>
                  <a:t>50</a:t>
                </a:r>
                <a:endParaRPr lang="en-GB" sz="1100">
                  <a:solidFill>
                    <a:schemeClr val="bg1">
                      <a:lumMod val="65000"/>
                    </a:schemeClr>
                  </a:solidFill>
                  <a:latin typeface="字魂创中黑"/>
                  <a:ea typeface="字魂创中黑"/>
                  <a:cs typeface="字魂创中黑" panose="00000500000000000000" charset="-122"/>
                  <a:sym typeface="Arial" panose="020b0604020202020204" pitchFamily="34" charset="0"/>
                </a:endParaRPr>
              </a:p>
            </p:txBody>
          </p:sp>
          <p:sp>
            <p:nvSpPr>
              <p:cNvPr id="88" name="图形"/>
              <p:cNvSpPr txBox="1"/>
              <p:nvPr/>
            </p:nvSpPr>
            <p:spPr>
              <a:xfrm>
                <a:off x="7416513" y="3868619"/>
                <a:ext cx="458914" cy="322464"/>
              </a:xfrm>
              <a:prstGeom prst="rect">
                <a:avLst/>
              </a:prstGeom>
              <a:noFill/>
            </p:spPr>
            <p:txBody>
              <a:bodyPr wrap="none" rtlCol="0">
                <a:normAutofit/>
              </a:bodyPr>
              <a:lstStyle/>
              <a:p>
                <a:pPr algn="ctr">
                  <a:lnSpc>
                    <a:spcPct val="120000"/>
                  </a:lnSpc>
                </a:pPr>
                <a:r>
                  <a:rPr lang="en-US" sz="1100">
                    <a:solidFill>
                      <a:schemeClr val="bg1">
                        <a:lumMod val="65000"/>
                      </a:schemeClr>
                    </a:solidFill>
                    <a:latin typeface="Source Han Sans SC"/>
                    <a:ea typeface="Source Han Sans SC"/>
                    <a:cs typeface="字魂创中黑" panose="00000500000000000000" charset="-122"/>
                    <a:sym typeface="Arial" panose="020b0604020202020204" pitchFamily="34" charset="0"/>
                  </a:rPr>
                  <a:t>200</a:t>
                </a:r>
                <a:endParaRPr lang="en-GB" sz="1100">
                  <a:solidFill>
                    <a:schemeClr val="bg1">
                      <a:lumMod val="65000"/>
                    </a:schemeClr>
                  </a:solidFill>
                  <a:latin typeface="字魂创中黑"/>
                  <a:ea typeface="字魂创中黑"/>
                  <a:cs typeface="字魂创中黑" panose="00000500000000000000" charset="-122"/>
                  <a:sym typeface="Arial" panose="020b0604020202020204" pitchFamily="34" charset="0"/>
                </a:endParaRPr>
              </a:p>
            </p:txBody>
          </p:sp>
          <p:sp>
            <p:nvSpPr>
              <p:cNvPr id="89" name="图形"/>
              <p:cNvSpPr txBox="1"/>
              <p:nvPr/>
            </p:nvSpPr>
            <p:spPr>
              <a:xfrm>
                <a:off x="6741267" y="3868619"/>
                <a:ext cx="458914" cy="322464"/>
              </a:xfrm>
              <a:prstGeom prst="rect">
                <a:avLst/>
              </a:prstGeom>
              <a:noFill/>
            </p:spPr>
            <p:txBody>
              <a:bodyPr wrap="none" rtlCol="0">
                <a:normAutofit/>
              </a:bodyPr>
              <a:lstStyle/>
              <a:p>
                <a:pPr algn="ctr">
                  <a:lnSpc>
                    <a:spcPct val="120000"/>
                  </a:lnSpc>
                </a:pPr>
                <a:r>
                  <a:rPr lang="en-US" sz="1100">
                    <a:solidFill>
                      <a:schemeClr val="bg1">
                        <a:lumMod val="65000"/>
                      </a:schemeClr>
                    </a:solidFill>
                    <a:latin typeface="Source Han Sans SC"/>
                    <a:ea typeface="Source Han Sans SC"/>
                    <a:cs typeface="字魂创中黑" panose="00000500000000000000" charset="-122"/>
                    <a:sym typeface="Arial" panose="020b0604020202020204" pitchFamily="34" charset="0"/>
                  </a:rPr>
                  <a:t>150</a:t>
                </a:r>
                <a:endParaRPr lang="en-GB" sz="1100">
                  <a:solidFill>
                    <a:schemeClr val="bg1">
                      <a:lumMod val="65000"/>
                    </a:schemeClr>
                  </a:solidFill>
                  <a:latin typeface="字魂创中黑"/>
                  <a:ea typeface="字魂创中黑"/>
                  <a:cs typeface="字魂创中黑" panose="00000500000000000000" charset="-122"/>
                  <a:sym typeface="Arial" panose="020b0604020202020204" pitchFamily="34" charset="0"/>
                </a:endParaRPr>
              </a:p>
            </p:txBody>
          </p:sp>
          <p:sp>
            <p:nvSpPr>
              <p:cNvPr id="90" name="图形"/>
              <p:cNvSpPr txBox="1"/>
              <p:nvPr/>
            </p:nvSpPr>
            <p:spPr>
              <a:xfrm>
                <a:off x="6066016" y="3868619"/>
                <a:ext cx="458914" cy="322464"/>
              </a:xfrm>
              <a:prstGeom prst="rect">
                <a:avLst/>
              </a:prstGeom>
              <a:noFill/>
            </p:spPr>
            <p:txBody>
              <a:bodyPr wrap="none" rtlCol="0">
                <a:normAutofit/>
              </a:bodyPr>
              <a:lstStyle/>
              <a:p>
                <a:pPr algn="ctr">
                  <a:lnSpc>
                    <a:spcPct val="120000"/>
                  </a:lnSpc>
                </a:pPr>
                <a:r>
                  <a:rPr lang="en-US" sz="1100">
                    <a:solidFill>
                      <a:schemeClr val="bg1">
                        <a:lumMod val="65000"/>
                      </a:schemeClr>
                    </a:solidFill>
                    <a:latin typeface="Source Han Sans SC"/>
                    <a:ea typeface="Source Han Sans SC"/>
                    <a:cs typeface="字魂创中黑" panose="00000500000000000000" charset="-122"/>
                    <a:sym typeface="Arial" panose="020b0604020202020204" pitchFamily="34" charset="0"/>
                  </a:rPr>
                  <a:t>100</a:t>
                </a:r>
                <a:endParaRPr lang="en-GB" sz="1100">
                  <a:solidFill>
                    <a:schemeClr val="bg1">
                      <a:lumMod val="65000"/>
                    </a:schemeClr>
                  </a:solidFill>
                  <a:latin typeface="字魂创中黑"/>
                  <a:ea typeface="字魂创中黑"/>
                  <a:cs typeface="字魂创中黑" panose="00000500000000000000" charset="-122"/>
                  <a:sym typeface="Arial" panose="020b0604020202020204" pitchFamily="34" charset="0"/>
                </a:endParaRPr>
              </a:p>
            </p:txBody>
          </p:sp>
          <p:sp>
            <p:nvSpPr>
              <p:cNvPr id="91" name="图形"/>
              <p:cNvSpPr txBox="1"/>
              <p:nvPr/>
            </p:nvSpPr>
            <p:spPr>
              <a:xfrm>
                <a:off x="4397488" y="1700408"/>
                <a:ext cx="544676" cy="322464"/>
              </a:xfrm>
              <a:prstGeom prst="rect">
                <a:avLst/>
              </a:prstGeom>
              <a:noFill/>
            </p:spPr>
            <p:txBody>
              <a:bodyPr wrap="none" rtlCol="0">
                <a:normAutofit/>
              </a:bodyPr>
              <a:lstStyle/>
              <a:p>
                <a:pPr algn="r">
                  <a:lnSpc>
                    <a:spcPct val="120000"/>
                  </a:lnSpc>
                </a:pPr>
                <a:r>
                  <a:rPr lang="en-US" sz="1100">
                    <a:solidFill>
                      <a:schemeClr val="bg1">
                        <a:lumMod val="65000"/>
                      </a:schemeClr>
                    </a:solidFill>
                    <a:latin typeface="Source Han Sans SC"/>
                    <a:ea typeface="Source Han Sans SC"/>
                    <a:cs typeface="字魂创中黑" panose="00000500000000000000" charset="-122"/>
                    <a:sym typeface="Arial" panose="020b0604020202020204" pitchFamily="34" charset="0"/>
                  </a:rPr>
                  <a:t>2015</a:t>
                </a:r>
                <a:endParaRPr lang="en-GB" sz="1100">
                  <a:solidFill>
                    <a:schemeClr val="bg1">
                      <a:lumMod val="65000"/>
                    </a:schemeClr>
                  </a:solidFill>
                  <a:latin typeface="字魂创中黑"/>
                  <a:ea typeface="字魂创中黑"/>
                  <a:cs typeface="字魂创中黑" panose="00000500000000000000" charset="-122"/>
                  <a:sym typeface="Arial" panose="020b0604020202020204" pitchFamily="34" charset="0"/>
                </a:endParaRPr>
              </a:p>
            </p:txBody>
          </p:sp>
          <p:sp>
            <p:nvSpPr>
              <p:cNvPr id="92" name="图形"/>
              <p:cNvSpPr txBox="1"/>
              <p:nvPr/>
            </p:nvSpPr>
            <p:spPr>
              <a:xfrm>
                <a:off x="4397488" y="3261915"/>
                <a:ext cx="544676" cy="322464"/>
              </a:xfrm>
              <a:prstGeom prst="rect">
                <a:avLst/>
              </a:prstGeom>
              <a:noFill/>
            </p:spPr>
            <p:txBody>
              <a:bodyPr wrap="none" rtlCol="0">
                <a:normAutofit/>
              </a:bodyPr>
              <a:lstStyle/>
              <a:p>
                <a:pPr algn="r">
                  <a:lnSpc>
                    <a:spcPct val="120000"/>
                  </a:lnSpc>
                </a:pPr>
                <a:r>
                  <a:rPr lang="en-US" sz="1100">
                    <a:solidFill>
                      <a:schemeClr val="bg1">
                        <a:lumMod val="65000"/>
                      </a:schemeClr>
                    </a:solidFill>
                    <a:latin typeface="Source Han Sans SC"/>
                    <a:ea typeface="Source Han Sans SC"/>
                    <a:cs typeface="字魂创中黑" panose="00000500000000000000" charset="-122"/>
                    <a:sym typeface="Arial" panose="020b0604020202020204" pitchFamily="34" charset="0"/>
                  </a:rPr>
                  <a:t>2012</a:t>
                </a:r>
                <a:endParaRPr lang="en-GB" sz="1100">
                  <a:solidFill>
                    <a:schemeClr val="bg1">
                      <a:lumMod val="65000"/>
                    </a:schemeClr>
                  </a:solidFill>
                  <a:latin typeface="字魂创中黑"/>
                  <a:ea typeface="字魂创中黑"/>
                  <a:cs typeface="字魂创中黑" panose="00000500000000000000" charset="-122"/>
                  <a:sym typeface="Arial" panose="020b0604020202020204" pitchFamily="34" charset="0"/>
                </a:endParaRPr>
              </a:p>
            </p:txBody>
          </p:sp>
          <p:sp>
            <p:nvSpPr>
              <p:cNvPr id="93" name="图形"/>
              <p:cNvSpPr txBox="1"/>
              <p:nvPr/>
            </p:nvSpPr>
            <p:spPr>
              <a:xfrm>
                <a:off x="4397488" y="2741412"/>
                <a:ext cx="544676" cy="322464"/>
              </a:xfrm>
              <a:prstGeom prst="rect">
                <a:avLst/>
              </a:prstGeom>
              <a:noFill/>
            </p:spPr>
            <p:txBody>
              <a:bodyPr wrap="none" rtlCol="0">
                <a:normAutofit/>
              </a:bodyPr>
              <a:lstStyle/>
              <a:p>
                <a:pPr algn="r">
                  <a:lnSpc>
                    <a:spcPct val="120000"/>
                  </a:lnSpc>
                </a:pPr>
                <a:r>
                  <a:rPr lang="en-US" sz="1100">
                    <a:solidFill>
                      <a:schemeClr val="bg1">
                        <a:lumMod val="65000"/>
                      </a:schemeClr>
                    </a:solidFill>
                    <a:latin typeface="Source Han Sans SC"/>
                    <a:ea typeface="Source Han Sans SC"/>
                    <a:cs typeface="字魂创中黑" panose="00000500000000000000" charset="-122"/>
                    <a:sym typeface="Arial" panose="020b0604020202020204" pitchFamily="34" charset="0"/>
                  </a:rPr>
                  <a:t>2013</a:t>
                </a:r>
                <a:endParaRPr lang="en-GB" sz="1100">
                  <a:solidFill>
                    <a:schemeClr val="bg1">
                      <a:lumMod val="65000"/>
                    </a:schemeClr>
                  </a:solidFill>
                  <a:latin typeface="字魂创中黑"/>
                  <a:ea typeface="字魂创中黑"/>
                  <a:cs typeface="字魂创中黑" panose="00000500000000000000" charset="-122"/>
                  <a:sym typeface="Arial" panose="020b0604020202020204" pitchFamily="34" charset="0"/>
                </a:endParaRPr>
              </a:p>
            </p:txBody>
          </p:sp>
          <p:sp>
            <p:nvSpPr>
              <p:cNvPr id="94" name="图形"/>
              <p:cNvSpPr txBox="1"/>
              <p:nvPr/>
            </p:nvSpPr>
            <p:spPr>
              <a:xfrm>
                <a:off x="4397488" y="2220908"/>
                <a:ext cx="544676" cy="322464"/>
              </a:xfrm>
              <a:prstGeom prst="rect">
                <a:avLst/>
              </a:prstGeom>
              <a:noFill/>
            </p:spPr>
            <p:txBody>
              <a:bodyPr wrap="none" rtlCol="0">
                <a:normAutofit/>
              </a:bodyPr>
              <a:lstStyle/>
              <a:p>
                <a:pPr algn="r">
                  <a:lnSpc>
                    <a:spcPct val="120000"/>
                  </a:lnSpc>
                </a:pPr>
                <a:r>
                  <a:rPr lang="en-US" sz="1100">
                    <a:solidFill>
                      <a:schemeClr val="bg1">
                        <a:lumMod val="65000"/>
                      </a:schemeClr>
                    </a:solidFill>
                    <a:latin typeface="Source Han Sans SC"/>
                    <a:ea typeface="Source Han Sans SC"/>
                    <a:cs typeface="字魂创中黑" panose="00000500000000000000" charset="-122"/>
                    <a:sym typeface="Arial" panose="020b0604020202020204" pitchFamily="34" charset="0"/>
                  </a:rPr>
                  <a:t>2014</a:t>
                </a:r>
                <a:endParaRPr lang="en-GB" sz="1100">
                  <a:solidFill>
                    <a:schemeClr val="bg1">
                      <a:lumMod val="65000"/>
                    </a:schemeClr>
                  </a:solidFill>
                  <a:latin typeface="字魂创中黑"/>
                  <a:ea typeface="字魂创中黑"/>
                  <a:cs typeface="字魂创中黑" panose="00000500000000000000" charset="-122"/>
                  <a:sym typeface="Arial" panose="020b0604020202020204" pitchFamily="34" charset="0"/>
                </a:endParaRPr>
              </a:p>
            </p:txBody>
          </p:sp>
        </p:grpSp>
        <p:sp>
          <p:nvSpPr>
            <p:cNvPr id="6" name="图形"/>
            <p:cNvSpPr txBox="1"/>
            <p:nvPr/>
          </p:nvSpPr>
          <p:spPr>
            <a:xfrm>
              <a:off x="1769" y="3441"/>
              <a:ext cx="2548" cy="606"/>
            </a:xfrm>
            <a:prstGeom prst="rect">
              <a:avLst/>
            </a:prstGeom>
            <a:noFill/>
          </p:spPr>
          <p:txBody>
            <a:bodyPr wrap="none" rtlCol="0">
              <a:normAutofit/>
            </a:bodyPr>
            <a:lstStyle/>
            <a:p>
              <a:r>
                <a:rPr lang="en-US" altLang="en-US" sz="1900" b="1">
                  <a:solidFill>
                    <a:schemeClr val="accent3"/>
                  </a:solidFill>
                  <a:latin typeface="Source Han Sans SC"/>
                  <a:ea typeface="Source Han Sans SC"/>
                  <a:cs typeface="字魂创中黑" panose="00000500000000000000" charset="-122"/>
                </a:rPr>
                <a:t>Default title</a:t>
              </a:r>
              <a:endParaRPr lang="zh-CN" altLang="en-US" sz="2800" b="1">
                <a:solidFill>
                  <a:schemeClr val="accent3"/>
                </a:solidFill>
                <a:latin typeface="字魂创中黑"/>
                <a:ea typeface="字魂创中黑"/>
                <a:cs typeface="字魂创中黑" panose="00000500000000000000" charset="-122"/>
              </a:endParaRPr>
            </a:p>
          </p:txBody>
        </p:sp>
        <p:sp>
          <p:nvSpPr>
            <p:cNvPr id="8" name="图形"/>
            <p:cNvSpPr txBox="1"/>
            <p:nvPr/>
          </p:nvSpPr>
          <p:spPr>
            <a:xfrm>
              <a:off x="1818" y="4263"/>
              <a:ext cx="3559" cy="436"/>
            </a:xfrm>
            <a:prstGeom prst="rect">
              <a:avLst/>
            </a:prstGeom>
            <a:noFill/>
          </p:spPr>
          <p:txBody>
            <a:bodyPr wrap="none" rtlCol="0">
              <a:normAutofit/>
            </a:bodyPr>
            <a:lstStyle/>
            <a:p>
              <a:pPr algn="l"/>
              <a:r>
                <a:rPr lang="en-US" altLang="en-US" sz="1200" b="1">
                  <a:solidFill>
                    <a:schemeClr val="tx1">
                      <a:lumMod val="75000"/>
                      <a:lumOff val="25000"/>
                    </a:schemeClr>
                  </a:solidFill>
                  <a:latin typeface="Source Han Sans SC"/>
                  <a:ea typeface="Source Han Sans SC"/>
                  <a:cs typeface="字魂创中黑" panose="00000500000000000000" charset="-122"/>
                </a:rPr>
                <a:t>Annotate the content of the</a:t>
              </a:r>
              <a:endParaRPr lang="zh-CN" altLang="en-US" sz="1200" b="1">
                <a:solidFill>
                  <a:schemeClr val="tx1">
                    <a:lumMod val="75000"/>
                    <a:lumOff val="25000"/>
                  </a:schemeClr>
                </a:solidFill>
                <a:latin typeface="字魂创中黑"/>
                <a:ea typeface="字魂创中黑"/>
                <a:cs typeface="字魂创中黑" panose="00000500000000000000" charset="-122"/>
              </a:endParaRPr>
            </a:p>
          </p:txBody>
        </p:sp>
        <p:cxnSp>
          <p:nvCxnSpPr>
            <p:cNvPr id="9" name="图形"/>
            <p:cNvCxnSpPr/>
            <p:nvPr/>
          </p:nvCxnSpPr>
          <p:spPr>
            <a:xfrm>
              <a:off x="2035" y="4877"/>
              <a:ext cx="3393" cy="0"/>
            </a:xfrm>
            <a:prstGeom prst="line">
              <a:avLst/>
            </a:prstGeom>
            <a:ln>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图形"/>
            <p:cNvCxnSpPr/>
            <p:nvPr/>
          </p:nvCxnSpPr>
          <p:spPr>
            <a:xfrm>
              <a:off x="1989" y="4877"/>
              <a:ext cx="210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图形"/>
            <p:cNvSpPr txBox="1"/>
            <p:nvPr/>
          </p:nvSpPr>
          <p:spPr>
            <a:xfrm>
              <a:off x="1755" y="5057"/>
              <a:ext cx="5120" cy="2275"/>
            </a:xfrm>
            <a:prstGeom prst="rect">
              <a:avLst/>
            </a:prstGeom>
            <a:noFill/>
          </p:spPr>
          <p:txBody>
            <a:bodyPr wrap="square" rtlCol="0">
              <a:normAutofit/>
            </a:bodyPr>
            <a:lstStyle/>
            <a:p>
              <a:pPr>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rPr>
                <a:t>Add your text here add your text here add your text here add your text here add your text here add your text here add your text here add your text here add your text here add your text here add your text here</a:t>
              </a:r>
              <a:endParaRPr lang="zh-CN" altLang="en-US" sz="1200">
                <a:solidFill>
                  <a:schemeClr val="tx1">
                    <a:lumMod val="75000"/>
                    <a:lumOff val="25000"/>
                  </a:schemeClr>
                </a:solidFill>
                <a:latin typeface="字魂创中黑"/>
                <a:ea typeface="字魂创中黑"/>
                <a:cs typeface="字魂创中黑" panose="00000500000000000000" charset="-122"/>
              </a:endParaRPr>
            </a:p>
          </p:txBody>
        </p:sp>
      </p:grpSp>
    </p:spTree>
    <p:custDataLst>
      <p:tags r:id="rId3"/>
    </p:custDataLst>
  </p:cSld>
  <p:clrMapOvr>
    <a:masterClrMapping/>
  </p:clrMapOvr>
  <p:transition advTm="2000">
    <p:wedg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3" presetClass="entr" presetSubtype="16" fill="hold" nodeType="afterEffect">
                                  <p:stCondLst>
                                    <p:cond delay="0"/>
                                  </p:stCondLst>
                                  <p:childTnLst>
                                    <p:set>
                                      <p:cBhvr>
                                        <p:cTn id="6" dur="500" fill="hold">
                                          <p:stCondLst>
                                            <p:cond delay="0"/>
                                          </p:stCondLst>
                                        </p:cTn>
                                        <p:tgtEl>
                                          <p:spTgt spid="2"/>
                                        </p:tgtEl>
                                        <p:attrNameLst>
                                          <p:attrName>style.visibility</p:attrName>
                                        </p:attrNameLst>
                                      </p:cBhvr>
                                      <p:to>
                                        <p:strVal val="visible"/>
                                      </p:to>
                                    </p:set>
                                    <p:animEffect transition="in" filter="plus(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grpSp>
        <p:nvGrpSpPr>
          <p:cNvPr id="7" name="图形"/>
          <p:cNvGrpSpPr/>
          <p:nvPr/>
        </p:nvGrpSpPr>
        <p:grpSpPr>
          <a:xfrm>
            <a:off x="673735" y="810260"/>
            <a:ext cx="3173730" cy="528955"/>
            <a:chOff x="1061" y="1276"/>
            <a:chExt cx="4998" cy="833"/>
          </a:xfrm>
        </p:grpSpPr>
        <p:sp>
          <p:nvSpPr>
            <p:cNvPr id="3" name="图形"/>
            <p:cNvSpPr/>
            <p:nvPr/>
          </p:nvSpPr>
          <p:spPr>
            <a:xfrm rot="3300000">
              <a:off x="1061" y="1276"/>
              <a:ext cx="793" cy="793"/>
            </a:xfrm>
            <a:prstGeom prst="roundRect">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Normal" panose="020b0400000000000000" charset="-122"/>
                <a:ea typeface="思源黑体 CN Normal" panose="020b0400000000000000" charset="-122"/>
                <a:cs typeface="字魂创中黑" panose="00000500000000000000" charset="-122"/>
              </a:endParaRPr>
            </a:p>
          </p:txBody>
        </p:sp>
        <p:sp>
          <p:nvSpPr>
            <p:cNvPr id="5" name="图形"/>
            <p:cNvSpPr/>
            <p:nvPr/>
          </p:nvSpPr>
          <p:spPr>
            <a:xfrm rot="3300000">
              <a:off x="1341" y="1316"/>
              <a:ext cx="793" cy="793"/>
            </a:xfrm>
            <a:prstGeom prst="roundRect">
              <a:avLst/>
            </a:prstGeom>
            <a:solidFill>
              <a:schemeClr val="accent1"/>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Normal" panose="020b0400000000000000" charset="-122"/>
                <a:ea typeface="思源黑体 CN Normal" panose="020b0400000000000000" charset="-122"/>
                <a:cs typeface="字魂创中黑" panose="00000500000000000000" charset="-122"/>
              </a:endParaRPr>
            </a:p>
          </p:txBody>
        </p:sp>
        <p:sp>
          <p:nvSpPr>
            <p:cNvPr id="23" name="图形"/>
            <p:cNvSpPr txBox="1"/>
            <p:nvPr/>
          </p:nvSpPr>
          <p:spPr>
            <a:xfrm>
              <a:off x="2183" y="1301"/>
              <a:ext cx="3876" cy="672"/>
            </a:xfrm>
            <a:prstGeom prst="rect">
              <a:avLst/>
            </a:prstGeom>
            <a:noFill/>
          </p:spPr>
          <p:txBody>
            <a:bodyPr wrap="square" rtlCol="0">
              <a:normAutofit/>
            </a:bodyPr>
            <a:lstStyle/>
            <a:p>
              <a:pPr algn="l"/>
              <a:r>
                <a:rPr lang="en-US" altLang="en-US" sz="2200">
                  <a:solidFill>
                    <a:schemeClr val="tx1"/>
                  </a:solidFill>
                  <a:latin typeface="Source Han Sans SC"/>
                  <a:ea typeface="Source Han Sans SC"/>
                  <a:cs typeface="字魂创中黑" panose="00000500000000000000" charset="-122"/>
                  <a:sym typeface="+mn-ea"/>
                </a:rPr>
                <a:t>Summary of the</a:t>
              </a:r>
              <a:endParaRPr lang="zh-CN" altLang="en-US" sz="2800">
                <a:solidFill>
                  <a:schemeClr val="tx1"/>
                </a:solidFill>
                <a:latin typeface="字魂创粗黑" panose="00000500000000000000" charset="-122"/>
                <a:ea typeface="字魂创粗黑" panose="00000500000000000000" charset="-122"/>
                <a:cs typeface="字魂创中黑" panose="00000500000000000000" charset="-122"/>
                <a:sym typeface="+mn-ea"/>
              </a:endParaRPr>
            </a:p>
          </p:txBody>
        </p:sp>
        <p:sp>
          <p:nvSpPr>
            <p:cNvPr id="4" name="图形"/>
            <p:cNvSpPr txBox="1"/>
            <p:nvPr/>
          </p:nvSpPr>
          <p:spPr>
            <a:xfrm>
              <a:off x="1251" y="1293"/>
              <a:ext cx="932" cy="725"/>
            </a:xfrm>
            <a:prstGeom prst="rect">
              <a:avLst/>
            </a:prstGeom>
            <a:noFill/>
          </p:spPr>
          <p:txBody>
            <a:bodyPr wrap="square" rtlCol="0">
              <a:normAutofit/>
            </a:bodyPr>
            <a:lstStyle/>
            <a:p>
              <a:pPr algn="ctr"/>
              <a:r>
                <a:rPr lang="en-US" altLang="zh-CN" sz="2400">
                  <a:solidFill>
                    <a:schemeClr val="bg1"/>
                  </a:solidFill>
                  <a:latin typeface="Source Han Sans SC"/>
                  <a:ea typeface="Source Han Sans SC"/>
                  <a:cs typeface="字魂创中黑" panose="00000500000000000000" charset="-122"/>
                </a:rPr>
                <a:t>02</a:t>
              </a:r>
              <a:endParaRPr lang="en-US" altLang="zh-CN" sz="2400">
                <a:solidFill>
                  <a:schemeClr val="bg1"/>
                </a:solidFill>
                <a:latin typeface="字魂创粗黑" panose="00000500000000000000" charset="-122"/>
                <a:ea typeface="字魂创粗黑" panose="00000500000000000000" charset="-122"/>
                <a:cs typeface="字魂创中黑" panose="00000500000000000000" charset="-122"/>
              </a:endParaRPr>
            </a:p>
          </p:txBody>
        </p:sp>
      </p:grpSp>
      <p:grpSp>
        <p:nvGrpSpPr>
          <p:cNvPr id="2" name="图形"/>
          <p:cNvGrpSpPr/>
          <p:nvPr/>
        </p:nvGrpSpPr>
        <p:grpSpPr>
          <a:xfrm>
            <a:off x="1070610" y="1842770"/>
            <a:ext cx="9986645" cy="4206240"/>
            <a:chOff x="1686" y="2902"/>
            <a:chExt cx="15727" cy="6624"/>
          </a:xfrm>
        </p:grpSpPr>
        <p:grpSp>
          <p:nvGrpSpPr>
            <p:cNvPr id="47" name="图形"/>
            <p:cNvGrpSpPr/>
            <p:nvPr/>
          </p:nvGrpSpPr>
          <p:grpSpPr>
            <a:xfrm>
              <a:off x="8159" y="3270"/>
              <a:ext cx="859" cy="5809"/>
              <a:chOff x="7115" y="2194"/>
              <a:chExt cx="1032" cy="6966"/>
            </a:xfrm>
          </p:grpSpPr>
          <p:cxnSp>
            <p:nvCxnSpPr>
              <p:cNvPr id="6" name="图形"/>
              <p:cNvCxnSpPr/>
              <p:nvPr/>
            </p:nvCxnSpPr>
            <p:spPr bwMode="auto">
              <a:xfrm flipH="1">
                <a:off x="7639" y="3226"/>
                <a:ext cx="0" cy="1922"/>
              </a:xfrm>
              <a:prstGeom prst="line">
                <a:avLst/>
              </a:prstGeom>
              <a:solidFill>
                <a:schemeClr val="accent1"/>
              </a:solidFill>
              <a:ln w="12700" cap="flat" cmpd="sng" algn="ctr">
                <a:solidFill>
                  <a:schemeClr val="bg2">
                    <a:lumMod val="85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 name="图形"/>
              <p:cNvSpPr/>
              <p:nvPr/>
            </p:nvSpPr>
            <p:spPr bwMode="auto">
              <a:xfrm>
                <a:off x="7115" y="2194"/>
                <a:ext cx="1032" cy="1032"/>
              </a:xfrm>
              <a:prstGeom prst="roundRect">
                <a:avLst>
                  <a:gd name="adj" fmla="val 8046"/>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normAutofit/>
              </a:bodyPr>
              <a:lstStyle/>
              <a:p>
                <a:pPr marL="0" marR="0" indent="0" algn="ctr" defTabSz="914400" rtl="0" eaLnBrk="1" fontAlgn="base" latinLnBrk="0" hangingPunct="1">
                  <a:lnSpc>
                    <a:spcPct val="150000"/>
                  </a:lnSpc>
                  <a:spcBef>
                    <a:spcPct val="0"/>
                  </a:spcBef>
                  <a:spcAft>
                    <a:spcPct val="0"/>
                  </a:spcAft>
                  <a:buClrTx/>
                  <a:buSzTx/>
                  <a:buFont typeface="字魂创中黑"/>
                  <a:buNone/>
                </a:pPr>
                <a:r>
                  <a:rPr kumimoji="0" lang="en-US" altLang="zh-CN" sz="1800" b="0" i="0" u="none" strike="noStrike" cap="none" normalizeH="0" baseline="0">
                    <a:ln>
                      <a:noFill/>
                    </a:ln>
                    <a:solidFill>
                      <a:schemeClr val="bg1"/>
                    </a:solidFill>
                    <a:effectLst/>
                    <a:latin typeface="思源黑体 Normal"/>
                    <a:ea typeface="思源黑体 CN Normal" panose="020b0400000000000000" charset="-122"/>
                    <a:cs typeface="字魂创中黑" panose="00000500000000000000" charset="-122"/>
                  </a:rPr>
                  <a:t>01</a:t>
                </a:r>
                <a:endParaRPr kumimoji="0" lang="en-US" altLang="zh-CN" sz="1800" b="0" i="0" u="none" strike="noStrike" cap="none" normalizeH="0" baseline="0">
                  <a:ln>
                    <a:noFill/>
                  </a:ln>
                  <a:solidFill>
                    <a:schemeClr val="bg1"/>
                  </a:solidFill>
                  <a:effectLst/>
                  <a:latin typeface="思源黑体 CN Normal" panose="020b0400000000000000" charset="-122"/>
                  <a:ea typeface="思源黑体 CN Normal" panose="020b0400000000000000" charset="-122"/>
                  <a:cs typeface="字魂创中黑" panose="00000500000000000000" charset="-122"/>
                </a:endParaRPr>
              </a:p>
            </p:txBody>
          </p:sp>
          <p:sp>
            <p:nvSpPr>
              <p:cNvPr id="41" name="图形"/>
              <p:cNvSpPr/>
              <p:nvPr/>
            </p:nvSpPr>
            <p:spPr bwMode="auto">
              <a:xfrm>
                <a:off x="7115" y="5148"/>
                <a:ext cx="1032" cy="1032"/>
              </a:xfrm>
              <a:prstGeom prst="roundRect">
                <a:avLst>
                  <a:gd name="adj" fmla="val 8046"/>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normAutofit/>
              </a:bodyPr>
              <a:lstStyle/>
              <a:p>
                <a:pPr marL="0" marR="0" indent="0" algn="ctr" defTabSz="914400" rtl="0" eaLnBrk="1" fontAlgn="base" latinLnBrk="0" hangingPunct="1">
                  <a:lnSpc>
                    <a:spcPct val="150000"/>
                  </a:lnSpc>
                  <a:spcBef>
                    <a:spcPct val="0"/>
                  </a:spcBef>
                  <a:spcAft>
                    <a:spcPct val="0"/>
                  </a:spcAft>
                  <a:buClrTx/>
                  <a:buSzTx/>
                  <a:buFont typeface="字魂创中黑"/>
                  <a:buNone/>
                </a:pPr>
                <a:r>
                  <a:rPr lang="en-US" altLang="zh-CN">
                    <a:ln>
                      <a:noFill/>
                    </a:ln>
                    <a:solidFill>
                      <a:schemeClr val="bg1"/>
                    </a:solidFill>
                    <a:effectLst/>
                    <a:latin typeface="思源黑体 Normal"/>
                    <a:ea typeface="思源黑体 CN Normal" panose="020b0400000000000000" charset="-122"/>
                    <a:cs typeface="字魂创中黑" panose="00000500000000000000" charset="-122"/>
                    <a:sym typeface="+mn-ea"/>
                  </a:rPr>
                  <a:t>02</a:t>
                </a:r>
                <a:endParaRPr kumimoji="0" lang="en-US" altLang="zh-CN" sz="1800" b="0" i="0" u="none" strike="noStrike" cap="none" normalizeH="0" baseline="0">
                  <a:ln>
                    <a:noFill/>
                  </a:ln>
                  <a:solidFill>
                    <a:schemeClr val="bg1"/>
                  </a:solidFill>
                  <a:effectLst/>
                  <a:latin typeface="思源黑体 CN Normal" panose="020b0400000000000000" charset="-122"/>
                  <a:ea typeface="思源黑体 CN Normal" panose="020b0400000000000000" charset="-122"/>
                  <a:cs typeface="字魂创中黑" panose="00000500000000000000" charset="-122"/>
                  <a:sym typeface="+mn-ea"/>
                </a:endParaRPr>
              </a:p>
            </p:txBody>
          </p:sp>
          <p:sp>
            <p:nvSpPr>
              <p:cNvPr id="44" name="图形"/>
              <p:cNvSpPr/>
              <p:nvPr/>
            </p:nvSpPr>
            <p:spPr bwMode="auto">
              <a:xfrm>
                <a:off x="7115" y="8128"/>
                <a:ext cx="1032" cy="1032"/>
              </a:xfrm>
              <a:prstGeom prst="roundRect">
                <a:avLst>
                  <a:gd name="adj" fmla="val 8046"/>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normAutofit/>
              </a:bodyPr>
              <a:lstStyle/>
              <a:p>
                <a:pPr marL="0" marR="0" indent="0" algn="ctr" defTabSz="914400" rtl="0" eaLnBrk="1" fontAlgn="base" latinLnBrk="0" hangingPunct="1">
                  <a:lnSpc>
                    <a:spcPct val="150000"/>
                  </a:lnSpc>
                  <a:spcBef>
                    <a:spcPct val="0"/>
                  </a:spcBef>
                  <a:spcAft>
                    <a:spcPct val="0"/>
                  </a:spcAft>
                  <a:buClrTx/>
                  <a:buSzTx/>
                  <a:buFont typeface="字魂创中黑"/>
                  <a:buNone/>
                </a:pPr>
                <a:r>
                  <a:rPr lang="en-US" altLang="zh-CN">
                    <a:ln>
                      <a:noFill/>
                    </a:ln>
                    <a:solidFill>
                      <a:schemeClr val="bg1"/>
                    </a:solidFill>
                    <a:effectLst/>
                    <a:latin typeface="思源黑体 Normal"/>
                    <a:ea typeface="思源黑体 CN Normal" panose="020b0400000000000000" charset="-122"/>
                    <a:cs typeface="字魂创中黑" panose="00000500000000000000" charset="-122"/>
                    <a:sym typeface="+mn-ea"/>
                  </a:rPr>
                  <a:t>03</a:t>
                </a:r>
                <a:endParaRPr kumimoji="0" lang="en-US" altLang="zh-CN" sz="1800" b="0" i="0" u="none" strike="noStrike" cap="none" normalizeH="0" baseline="0">
                  <a:ln>
                    <a:noFill/>
                  </a:ln>
                  <a:solidFill>
                    <a:schemeClr val="bg1"/>
                  </a:solidFill>
                  <a:effectLst/>
                  <a:latin typeface="思源黑体 CN Normal" panose="020b0400000000000000" charset="-122"/>
                  <a:ea typeface="思源黑体 CN Normal" panose="020b0400000000000000" charset="-122"/>
                  <a:cs typeface="字魂创中黑" panose="00000500000000000000" charset="-122"/>
                  <a:sym typeface="+mn-ea"/>
                </a:endParaRPr>
              </a:p>
            </p:txBody>
          </p:sp>
          <p:cxnSp>
            <p:nvCxnSpPr>
              <p:cNvPr id="46" name="图形"/>
              <p:cNvCxnSpPr/>
              <p:nvPr/>
            </p:nvCxnSpPr>
            <p:spPr bwMode="auto">
              <a:xfrm flipH="1">
                <a:off x="7639" y="6170"/>
                <a:ext cx="0" cy="1922"/>
              </a:xfrm>
              <a:prstGeom prst="line">
                <a:avLst/>
              </a:prstGeom>
              <a:solidFill>
                <a:schemeClr val="accent1"/>
              </a:solidFill>
              <a:ln w="12700" cap="flat" cmpd="sng" algn="ctr">
                <a:solidFill>
                  <a:schemeClr val="bg2">
                    <a:lumMod val="85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3" name="图形"/>
            <p:cNvGrpSpPr/>
            <p:nvPr/>
          </p:nvGrpSpPr>
          <p:grpSpPr>
            <a:xfrm>
              <a:off x="1686" y="3030"/>
              <a:ext cx="5389" cy="6496"/>
              <a:chOff x="11906" y="2178"/>
              <a:chExt cx="6590" cy="7942"/>
            </a:xfrm>
          </p:grpSpPr>
          <p:sp>
            <p:nvSpPr>
              <p:cNvPr id="48" name="图形"/>
              <p:cNvSpPr/>
              <p:nvPr/>
            </p:nvSpPr>
            <p:spPr bwMode="auto">
              <a:xfrm>
                <a:off x="12086" y="2178"/>
                <a:ext cx="6410" cy="7942"/>
              </a:xfrm>
              <a:custGeom>
                <a:gdLst>
                  <a:gd name="T0" fmla="*/ 185 w 5228"/>
                  <a:gd name="T1" fmla="*/ 0 h 6450"/>
                  <a:gd name="T2" fmla="*/ 5044 w 5228"/>
                  <a:gd name="T3" fmla="*/ 0 h 6450"/>
                  <a:gd name="T4" fmla="*/ 5228 w 5228"/>
                  <a:gd name="T5" fmla="*/ 184 h 6450"/>
                  <a:gd name="T6" fmla="*/ 5228 w 5228"/>
                  <a:gd name="T7" fmla="*/ 6266 h 6450"/>
                  <a:gd name="T8" fmla="*/ 5044 w 5228"/>
                  <a:gd name="T9" fmla="*/ 6450 h 6450"/>
                  <a:gd name="T10" fmla="*/ 185 w 5228"/>
                  <a:gd name="T11" fmla="*/ 6450 h 6450"/>
                  <a:gd name="T12" fmla="*/ 0 w 5228"/>
                  <a:gd name="T13" fmla="*/ 6266 h 6450"/>
                  <a:gd name="T14" fmla="*/ 0 w 5228"/>
                  <a:gd name="T15" fmla="*/ 184 h 6450"/>
                  <a:gd name="T16" fmla="*/ 185 w 5228"/>
                  <a:gd name="T17" fmla="*/ 0 h 6450"/>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bg1"/>
              </a:solidFill>
              <a:ln w="10" cap="flat">
                <a:solidFill>
                  <a:schemeClr val="accent1">
                    <a:lumMod val="40000"/>
                    <a:lumOff val="60000"/>
                  </a:schemeClr>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endParaRPr lang="zh-CN" altLang="en-US">
                  <a:solidFill>
                    <a:schemeClr val="accent1"/>
                  </a:solidFill>
                  <a:cs typeface="字魂创中黑" panose="00000500000000000000" charset="-122"/>
                </a:endParaRPr>
              </a:p>
            </p:txBody>
          </p:sp>
          <p:sp>
            <p:nvSpPr>
              <p:cNvPr id="49" name="图形"/>
              <p:cNvSpPr/>
              <p:nvPr/>
            </p:nvSpPr>
            <p:spPr bwMode="auto">
              <a:xfrm>
                <a:off x="11906" y="2684"/>
                <a:ext cx="170" cy="992"/>
              </a:xfrm>
              <a:custGeom>
                <a:gdLst>
                  <a:gd name="T0" fmla="*/ 139 w 139"/>
                  <a:gd name="T1" fmla="*/ 0 h 806"/>
                  <a:gd name="T2" fmla="*/ 0 w 139"/>
                  <a:gd name="T3" fmla="*/ 110 h 806"/>
                  <a:gd name="T4" fmla="*/ 0 w 139"/>
                  <a:gd name="T5" fmla="*/ 806 h 806"/>
                  <a:gd name="T6" fmla="*/ 139 w 139"/>
                  <a:gd name="T7" fmla="*/ 696 h 806"/>
                  <a:gd name="T8" fmla="*/ 139 w 139"/>
                  <a:gd name="T9" fmla="*/ 0 h 806"/>
                </a:gdLst>
                <a:cxnLst>
                  <a:cxn ang="0">
                    <a:pos x="T0" y="T1"/>
                  </a:cxn>
                  <a:cxn ang="0">
                    <a:pos x="T2" y="T3"/>
                  </a:cxn>
                  <a:cxn ang="0">
                    <a:pos x="T4" y="T5"/>
                  </a:cxn>
                  <a:cxn ang="0">
                    <a:pos x="T6" y="T7"/>
                  </a:cxn>
                  <a:cxn ang="0">
                    <a:pos x="T8" y="T9"/>
                  </a:cxn>
                </a:cxnLst>
                <a:rect l="0" t="0" r="r" b="b"/>
                <a:pathLst>
                  <a:path w="139" h="805">
                    <a:moveTo>
                      <a:pt x="139" y="0"/>
                    </a:moveTo>
                    <a:lnTo>
                      <a:pt x="0" y="110"/>
                    </a:lnTo>
                    <a:lnTo>
                      <a:pt x="0" y="806"/>
                    </a:lnTo>
                    <a:lnTo>
                      <a:pt x="139" y="696"/>
                    </a:lnTo>
                    <a:lnTo>
                      <a:pt x="139" y="0"/>
                    </a:lnTo>
                    <a:close/>
                  </a:path>
                </a:pathLst>
              </a:custGeom>
              <a:solidFill>
                <a:schemeClr val="accent1"/>
              </a:solidFill>
              <a:ln>
                <a:noFill/>
              </a:ln>
            </p:spPr>
            <p:txBody>
              <a:bodyPr vert="horz" wrap="square" lIns="91440" tIns="45720" rIns="91440" bIns="45720" numCol="1" anchor="t" anchorCtr="0" compatLnSpc="1"/>
              <a:lstStyle/>
              <a:p>
                <a:endParaRPr lang="zh-CN" altLang="en-US">
                  <a:solidFill>
                    <a:schemeClr val="accent1"/>
                  </a:solidFill>
                  <a:cs typeface="字魂创中黑" panose="00000500000000000000" charset="-122"/>
                </a:endParaRPr>
              </a:p>
            </p:txBody>
          </p:sp>
          <p:sp>
            <p:nvSpPr>
              <p:cNvPr id="50" name="图形"/>
              <p:cNvSpPr/>
              <p:nvPr/>
            </p:nvSpPr>
            <p:spPr bwMode="auto">
              <a:xfrm>
                <a:off x="11906" y="2819"/>
                <a:ext cx="4400" cy="857"/>
              </a:xfrm>
              <a:custGeom>
                <a:gdLst>
                  <a:gd name="T0" fmla="*/ 3591 w 3591"/>
                  <a:gd name="T1" fmla="*/ 0 h 696"/>
                  <a:gd name="T2" fmla="*/ 0 w 3591"/>
                  <a:gd name="T3" fmla="*/ 0 h 696"/>
                  <a:gd name="T4" fmla="*/ 0 w 3591"/>
                  <a:gd name="T5" fmla="*/ 696 h 696"/>
                  <a:gd name="T6" fmla="*/ 3591 w 3591"/>
                  <a:gd name="T7" fmla="*/ 696 h 696"/>
                  <a:gd name="T8" fmla="*/ 3383 w 3591"/>
                  <a:gd name="T9" fmla="*/ 353 h 696"/>
                  <a:gd name="T10" fmla="*/ 3591 w 3591"/>
                  <a:gd name="T11" fmla="*/ 0 h 696"/>
                </a:gdLst>
                <a:cxnLst>
                  <a:cxn ang="0">
                    <a:pos x="T0" y="T1"/>
                  </a:cxn>
                  <a:cxn ang="0">
                    <a:pos x="T2" y="T3"/>
                  </a:cxn>
                  <a:cxn ang="0">
                    <a:pos x="T4" y="T5"/>
                  </a:cxn>
                  <a:cxn ang="0">
                    <a:pos x="T6" y="T7"/>
                  </a:cxn>
                  <a:cxn ang="0">
                    <a:pos x="T8" y="T9"/>
                  </a:cxn>
                  <a:cxn ang="0">
                    <a:pos x="T10" y="T11"/>
                  </a:cxn>
                </a:cxnLst>
                <a:rect l="0" t="0" r="r" b="b"/>
                <a:pathLst>
                  <a:path w="3591" h="696">
                    <a:moveTo>
                      <a:pt x="3591" y="0"/>
                    </a:moveTo>
                    <a:lnTo>
                      <a:pt x="0" y="0"/>
                    </a:lnTo>
                    <a:lnTo>
                      <a:pt x="0" y="696"/>
                    </a:lnTo>
                    <a:lnTo>
                      <a:pt x="3591" y="696"/>
                    </a:lnTo>
                    <a:lnTo>
                      <a:pt x="3383" y="353"/>
                    </a:lnTo>
                    <a:lnTo>
                      <a:pt x="3591" y="0"/>
                    </a:lnTo>
                    <a:close/>
                  </a:path>
                </a:pathLst>
              </a:custGeom>
              <a:solidFill>
                <a:schemeClr val="accent1"/>
              </a:solidFill>
              <a:ln>
                <a:noFill/>
              </a:ln>
            </p:spPr>
            <p:txBody>
              <a:bodyPr vert="horz" wrap="square" lIns="91440" tIns="45720" rIns="91440" bIns="45720" numCol="1" anchor="t" anchorCtr="0" compatLnSpc="1">
                <a:normAutofit/>
              </a:bodyPr>
              <a:lstStyle/>
              <a:p>
                <a:r>
                  <a:rPr lang="en-US" altLang="zh-CN" sz="1800" b="1">
                    <a:solidFill>
                      <a:schemeClr val="bg1"/>
                    </a:solidFill>
                    <a:latin typeface="Source Han Sans SC"/>
                    <a:ea typeface="Source Han Sans SC"/>
                    <a:cs typeface="字魂创中黑" panose="00000500000000000000" charset="-122"/>
                    <a:sym typeface="+mn-ea"/>
                  </a:rPr>
                  <a:t>Default title text</a:t>
                </a:r>
                <a:endParaRPr lang="zh-CN" altLang="en-US" sz="2000" b="1">
                  <a:solidFill>
                    <a:schemeClr val="bg1"/>
                  </a:solidFill>
                  <a:latin typeface="字魂创中黑"/>
                  <a:ea typeface="字魂创中黑"/>
                  <a:cs typeface="字魂创中黑" panose="00000500000000000000" charset="-122"/>
                  <a:sym typeface="+mn-ea"/>
                </a:endParaRPr>
              </a:p>
            </p:txBody>
          </p:sp>
        </p:grpSp>
        <p:sp>
          <p:nvSpPr>
            <p:cNvPr id="54" name="图形"/>
            <p:cNvSpPr txBox="1"/>
            <p:nvPr/>
          </p:nvSpPr>
          <p:spPr>
            <a:xfrm>
              <a:off x="9333" y="2902"/>
              <a:ext cx="2552" cy="485"/>
            </a:xfrm>
            <a:prstGeom prst="rect">
              <a:avLst/>
            </a:prstGeom>
            <a:noFill/>
          </p:spPr>
          <p:txBody>
            <a:bodyPr wrap="none" rtlCol="0">
              <a:normAutofit/>
            </a:bodyPr>
            <a:lstStyle/>
            <a:p>
              <a:r>
                <a:rPr lang="en-US" altLang="en-US" sz="1400" b="1">
                  <a:solidFill>
                    <a:schemeClr val="tx1">
                      <a:lumMod val="75000"/>
                      <a:lumOff val="25000"/>
                    </a:schemeClr>
                  </a:solidFill>
                  <a:latin typeface="Source Han Sans SC"/>
                  <a:ea typeface="Source Han Sans SC"/>
                  <a:cs typeface="字魂创中黑" panose="00000500000000000000" charset="-122"/>
                </a:rPr>
                <a:t>Default title text</a:t>
              </a:r>
              <a:endParaRPr lang="zh-CN" altLang="en-US" sz="2000" b="1">
                <a:solidFill>
                  <a:schemeClr val="tx1">
                    <a:lumMod val="75000"/>
                    <a:lumOff val="25000"/>
                  </a:schemeClr>
                </a:solidFill>
                <a:latin typeface="字魂创中黑"/>
                <a:ea typeface="字魂创中黑"/>
                <a:cs typeface="字魂创中黑" panose="00000500000000000000" charset="-122"/>
              </a:endParaRPr>
            </a:p>
          </p:txBody>
        </p:sp>
        <p:sp>
          <p:nvSpPr>
            <p:cNvPr id="55" name="图形"/>
            <p:cNvSpPr txBox="1"/>
            <p:nvPr/>
          </p:nvSpPr>
          <p:spPr>
            <a:xfrm>
              <a:off x="9319" y="3370"/>
              <a:ext cx="8095" cy="478"/>
            </a:xfrm>
            <a:prstGeom prst="rect">
              <a:avLst/>
            </a:prstGeom>
            <a:noFill/>
          </p:spPr>
          <p:txBody>
            <a:bodyPr wrap="square" rtlCol="0">
              <a:normAutofit/>
            </a:bodyPr>
            <a:lstStyle/>
            <a:p>
              <a:pPr>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rPr>
                <a:t>Add your text here Add your text here Add your text here Add your</a:t>
              </a:r>
              <a:endParaRPr lang="zh-CN" altLang="en-US" sz="1200">
                <a:solidFill>
                  <a:schemeClr val="tx1">
                    <a:lumMod val="75000"/>
                    <a:lumOff val="25000"/>
                  </a:schemeClr>
                </a:solidFill>
                <a:latin typeface="字魂创中黑"/>
                <a:ea typeface="字魂创中黑"/>
                <a:cs typeface="字魂创中黑" panose="00000500000000000000" charset="-122"/>
              </a:endParaRPr>
            </a:p>
          </p:txBody>
        </p:sp>
        <p:sp>
          <p:nvSpPr>
            <p:cNvPr id="56" name="图形"/>
            <p:cNvSpPr txBox="1"/>
            <p:nvPr/>
          </p:nvSpPr>
          <p:spPr>
            <a:xfrm>
              <a:off x="9333" y="5390"/>
              <a:ext cx="2552" cy="485"/>
            </a:xfrm>
            <a:prstGeom prst="rect">
              <a:avLst/>
            </a:prstGeom>
            <a:noFill/>
          </p:spPr>
          <p:txBody>
            <a:bodyPr wrap="none" rtlCol="0">
              <a:normAutofit/>
            </a:bodyPr>
            <a:lstStyle/>
            <a:p>
              <a:r>
                <a:rPr lang="en-US" altLang="en-US" sz="1400" b="1">
                  <a:solidFill>
                    <a:schemeClr val="tx1">
                      <a:lumMod val="75000"/>
                      <a:lumOff val="25000"/>
                    </a:schemeClr>
                  </a:solidFill>
                  <a:latin typeface="Source Han Sans SC"/>
                  <a:ea typeface="Source Han Sans SC"/>
                  <a:cs typeface="字魂创中黑" panose="00000500000000000000" charset="-122"/>
                </a:rPr>
                <a:t>Default title text</a:t>
              </a:r>
              <a:endParaRPr lang="zh-CN" altLang="en-US" sz="2000" b="1">
                <a:solidFill>
                  <a:schemeClr val="tx1">
                    <a:lumMod val="75000"/>
                    <a:lumOff val="25000"/>
                  </a:schemeClr>
                </a:solidFill>
                <a:latin typeface="字魂创中黑"/>
                <a:ea typeface="字魂创中黑"/>
                <a:cs typeface="字魂创中黑" panose="00000500000000000000" charset="-122"/>
              </a:endParaRPr>
            </a:p>
          </p:txBody>
        </p:sp>
        <p:sp>
          <p:nvSpPr>
            <p:cNvPr id="57" name="图形"/>
            <p:cNvSpPr txBox="1"/>
            <p:nvPr/>
          </p:nvSpPr>
          <p:spPr>
            <a:xfrm>
              <a:off x="9319" y="5858"/>
              <a:ext cx="8095" cy="478"/>
            </a:xfrm>
            <a:prstGeom prst="rect">
              <a:avLst/>
            </a:prstGeom>
            <a:noFill/>
          </p:spPr>
          <p:txBody>
            <a:bodyPr wrap="square" rtlCol="0">
              <a:normAutofit/>
            </a:bodyPr>
            <a:lstStyle/>
            <a:p>
              <a:pPr>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rPr>
                <a:t>Add your text here Add your text here Add your text here Add your</a:t>
              </a:r>
              <a:endParaRPr lang="zh-CN" altLang="en-US" sz="1200">
                <a:solidFill>
                  <a:schemeClr val="tx1">
                    <a:lumMod val="75000"/>
                    <a:lumOff val="25000"/>
                  </a:schemeClr>
                </a:solidFill>
                <a:latin typeface="字魂创中黑"/>
                <a:ea typeface="字魂创中黑"/>
                <a:cs typeface="字魂创中黑" panose="00000500000000000000" charset="-122"/>
              </a:endParaRPr>
            </a:p>
          </p:txBody>
        </p:sp>
        <p:sp>
          <p:nvSpPr>
            <p:cNvPr id="58" name="图形"/>
            <p:cNvSpPr txBox="1"/>
            <p:nvPr/>
          </p:nvSpPr>
          <p:spPr>
            <a:xfrm>
              <a:off x="9333" y="7878"/>
              <a:ext cx="2552" cy="485"/>
            </a:xfrm>
            <a:prstGeom prst="rect">
              <a:avLst/>
            </a:prstGeom>
            <a:noFill/>
          </p:spPr>
          <p:txBody>
            <a:bodyPr wrap="none" rtlCol="0">
              <a:normAutofit/>
            </a:bodyPr>
            <a:lstStyle/>
            <a:p>
              <a:r>
                <a:rPr lang="en-US" altLang="en-US" sz="1400" b="1">
                  <a:solidFill>
                    <a:schemeClr val="tx1">
                      <a:lumMod val="75000"/>
                      <a:lumOff val="25000"/>
                    </a:schemeClr>
                  </a:solidFill>
                  <a:latin typeface="Source Han Sans SC"/>
                  <a:ea typeface="Source Han Sans SC"/>
                  <a:cs typeface="字魂创中黑" panose="00000500000000000000" charset="-122"/>
                </a:rPr>
                <a:t>Default title text</a:t>
              </a:r>
              <a:endParaRPr lang="zh-CN" altLang="en-US" sz="2000" b="1">
                <a:solidFill>
                  <a:schemeClr val="tx1">
                    <a:lumMod val="75000"/>
                    <a:lumOff val="25000"/>
                  </a:schemeClr>
                </a:solidFill>
                <a:latin typeface="字魂创中黑"/>
                <a:ea typeface="字魂创中黑"/>
                <a:cs typeface="字魂创中黑" panose="00000500000000000000" charset="-122"/>
              </a:endParaRPr>
            </a:p>
          </p:txBody>
        </p:sp>
        <p:sp>
          <p:nvSpPr>
            <p:cNvPr id="59" name="图形"/>
            <p:cNvSpPr txBox="1"/>
            <p:nvPr/>
          </p:nvSpPr>
          <p:spPr>
            <a:xfrm>
              <a:off x="9319" y="8346"/>
              <a:ext cx="8095" cy="478"/>
            </a:xfrm>
            <a:prstGeom prst="rect">
              <a:avLst/>
            </a:prstGeom>
            <a:noFill/>
          </p:spPr>
          <p:txBody>
            <a:bodyPr wrap="square" rtlCol="0">
              <a:normAutofit/>
            </a:bodyPr>
            <a:lstStyle/>
            <a:p>
              <a:pPr>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rPr>
                <a:t>Add your text here Add your text here Add your text here Add your</a:t>
              </a:r>
              <a:endParaRPr lang="zh-CN" altLang="en-US" sz="1200">
                <a:solidFill>
                  <a:schemeClr val="tx1">
                    <a:lumMod val="75000"/>
                    <a:lumOff val="25000"/>
                  </a:schemeClr>
                </a:solidFill>
                <a:latin typeface="字魂创中黑"/>
                <a:ea typeface="字魂创中黑"/>
                <a:cs typeface="字魂创中黑" panose="00000500000000000000" charset="-122"/>
              </a:endParaRPr>
            </a:p>
          </p:txBody>
        </p:sp>
        <p:sp>
          <p:nvSpPr>
            <p:cNvPr id="60" name="图形"/>
            <p:cNvSpPr txBox="1"/>
            <p:nvPr/>
          </p:nvSpPr>
          <p:spPr>
            <a:xfrm>
              <a:off x="2127" y="4556"/>
              <a:ext cx="4624" cy="937"/>
            </a:xfrm>
            <a:prstGeom prst="rect">
              <a:avLst/>
            </a:prstGeom>
            <a:noFill/>
          </p:spPr>
          <p:txBody>
            <a:bodyPr wrap="square" rtlCol="0">
              <a:normAutofit/>
            </a:bodyPr>
            <a:lstStyle/>
            <a:p>
              <a:pPr>
                <a:lnSpc>
                  <a:spcPct val="120000"/>
                </a:lnSpc>
              </a:pPr>
              <a:r>
                <a:rPr lang="en-US" altLang="en-US" sz="1400">
                  <a:solidFill>
                    <a:schemeClr val="tx1">
                      <a:lumMod val="75000"/>
                      <a:lumOff val="25000"/>
                    </a:schemeClr>
                  </a:solidFill>
                  <a:latin typeface="Source Han Sans SC"/>
                  <a:ea typeface="Source Han Sans SC"/>
                  <a:cs typeface="字魂创中黑" panose="00000500000000000000" charset="-122"/>
                </a:rPr>
                <a:t>Add your text here add your text here add your text here add</a:t>
              </a:r>
              <a:endParaRPr lang="zh-CN" altLang="en-US" sz="1400">
                <a:solidFill>
                  <a:schemeClr val="tx1">
                    <a:lumMod val="75000"/>
                    <a:lumOff val="25000"/>
                  </a:schemeClr>
                </a:solidFill>
                <a:latin typeface="字魂创中黑"/>
                <a:ea typeface="字魂创中黑"/>
                <a:cs typeface="字魂创中黑" panose="00000500000000000000" charset="-122"/>
                <a:sym typeface="+mn-ea"/>
              </a:endParaRPr>
            </a:p>
          </p:txBody>
        </p:sp>
      </p:grpSp>
    </p:spTree>
    <p:custDataLst>
      <p:tags r:id="rId2"/>
    </p:custDataLst>
  </p:cSld>
  <p:clrMapOvr>
    <a:masterClrMapping/>
  </p:clrMapOvr>
  <p:transition advTm="2000">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grpSp>
        <p:nvGrpSpPr>
          <p:cNvPr id="7" name="图形"/>
          <p:cNvGrpSpPr/>
          <p:nvPr/>
        </p:nvGrpSpPr>
        <p:grpSpPr>
          <a:xfrm>
            <a:off x="673735" y="810260"/>
            <a:ext cx="3173730" cy="528955"/>
            <a:chOff x="1061" y="1276"/>
            <a:chExt cx="4998" cy="833"/>
          </a:xfrm>
        </p:grpSpPr>
        <p:sp>
          <p:nvSpPr>
            <p:cNvPr id="3" name="图形"/>
            <p:cNvSpPr/>
            <p:nvPr/>
          </p:nvSpPr>
          <p:spPr>
            <a:xfrm rot="3300000">
              <a:off x="1061" y="1276"/>
              <a:ext cx="793" cy="793"/>
            </a:xfrm>
            <a:prstGeom prst="roundRect">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Normal" panose="020b0400000000000000" charset="-122"/>
                <a:ea typeface="思源黑体 CN Normal" panose="020b0400000000000000" charset="-122"/>
                <a:cs typeface="字魂创中黑" panose="00000500000000000000" charset="-122"/>
              </a:endParaRPr>
            </a:p>
          </p:txBody>
        </p:sp>
        <p:sp>
          <p:nvSpPr>
            <p:cNvPr id="5" name="图形"/>
            <p:cNvSpPr/>
            <p:nvPr/>
          </p:nvSpPr>
          <p:spPr>
            <a:xfrm rot="3300000">
              <a:off x="1341" y="1316"/>
              <a:ext cx="793" cy="793"/>
            </a:xfrm>
            <a:prstGeom prst="roundRect">
              <a:avLst/>
            </a:prstGeom>
            <a:solidFill>
              <a:schemeClr val="accent1"/>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Normal" panose="020b0400000000000000" charset="-122"/>
                <a:ea typeface="思源黑体 CN Normal" panose="020b0400000000000000" charset="-122"/>
                <a:cs typeface="字魂创中黑" panose="00000500000000000000" charset="-122"/>
              </a:endParaRPr>
            </a:p>
          </p:txBody>
        </p:sp>
        <p:sp>
          <p:nvSpPr>
            <p:cNvPr id="23" name="图形"/>
            <p:cNvSpPr txBox="1"/>
            <p:nvPr/>
          </p:nvSpPr>
          <p:spPr>
            <a:xfrm>
              <a:off x="2183" y="1301"/>
              <a:ext cx="3876" cy="672"/>
            </a:xfrm>
            <a:prstGeom prst="rect">
              <a:avLst/>
            </a:prstGeom>
            <a:noFill/>
          </p:spPr>
          <p:txBody>
            <a:bodyPr wrap="square" rtlCol="0">
              <a:normAutofit/>
            </a:bodyPr>
            <a:lstStyle/>
            <a:p>
              <a:pPr algn="l"/>
              <a:r>
                <a:rPr lang="en-US" altLang="en-US" sz="2200">
                  <a:solidFill>
                    <a:schemeClr val="tx1"/>
                  </a:solidFill>
                  <a:latin typeface="Source Han Sans SC"/>
                  <a:ea typeface="Source Han Sans SC"/>
                  <a:cs typeface="字魂创中黑" panose="00000500000000000000" charset="-122"/>
                  <a:sym typeface="+mn-ea"/>
                </a:rPr>
                <a:t>Summary of the</a:t>
              </a:r>
              <a:endParaRPr lang="zh-CN" altLang="en-US" sz="2800">
                <a:solidFill>
                  <a:schemeClr val="tx1"/>
                </a:solidFill>
                <a:latin typeface="字魂创粗黑" panose="00000500000000000000" charset="-122"/>
                <a:ea typeface="字魂创粗黑" panose="00000500000000000000" charset="-122"/>
                <a:cs typeface="字魂创中黑" panose="00000500000000000000" charset="-122"/>
                <a:sym typeface="+mn-ea"/>
              </a:endParaRPr>
            </a:p>
          </p:txBody>
        </p:sp>
        <p:sp>
          <p:nvSpPr>
            <p:cNvPr id="4" name="图形"/>
            <p:cNvSpPr txBox="1"/>
            <p:nvPr/>
          </p:nvSpPr>
          <p:spPr>
            <a:xfrm>
              <a:off x="1251" y="1293"/>
              <a:ext cx="932" cy="725"/>
            </a:xfrm>
            <a:prstGeom prst="rect">
              <a:avLst/>
            </a:prstGeom>
            <a:noFill/>
          </p:spPr>
          <p:txBody>
            <a:bodyPr wrap="square" rtlCol="0">
              <a:normAutofit/>
            </a:bodyPr>
            <a:lstStyle/>
            <a:p>
              <a:pPr algn="ctr"/>
              <a:r>
                <a:rPr lang="en-US" altLang="zh-CN" sz="2400">
                  <a:solidFill>
                    <a:schemeClr val="bg1"/>
                  </a:solidFill>
                  <a:latin typeface="Source Han Sans SC"/>
                  <a:ea typeface="Source Han Sans SC"/>
                  <a:cs typeface="字魂创中黑" panose="00000500000000000000" charset="-122"/>
                </a:rPr>
                <a:t>02</a:t>
              </a:r>
              <a:endParaRPr lang="en-US" altLang="zh-CN" sz="2400">
                <a:solidFill>
                  <a:schemeClr val="bg1"/>
                </a:solidFill>
                <a:latin typeface="字魂创粗黑" panose="00000500000000000000" charset="-122"/>
                <a:ea typeface="字魂创粗黑" panose="00000500000000000000" charset="-122"/>
                <a:cs typeface="字魂创中黑" panose="00000500000000000000" charset="-122"/>
              </a:endParaRPr>
            </a:p>
          </p:txBody>
        </p:sp>
      </p:grpSp>
      <p:grpSp>
        <p:nvGrpSpPr>
          <p:cNvPr id="2" name="组合 1"/>
          <p:cNvGrpSpPr/>
          <p:nvPr/>
        </p:nvGrpSpPr>
        <p:grpSpPr>
          <a:xfrm>
            <a:off x="1074420" y="1656715"/>
            <a:ext cx="10079991" cy="4031650"/>
            <a:chOff x="1692" y="2705"/>
            <a:chExt cx="15874" cy="6349"/>
          </a:xfrm>
        </p:grpSpPr>
        <p:grpSp>
          <p:nvGrpSpPr>
            <p:cNvPr id="19" name="图形"/>
            <p:cNvGrpSpPr/>
            <p:nvPr/>
          </p:nvGrpSpPr>
          <p:grpSpPr>
            <a:xfrm>
              <a:off x="1692" y="3461"/>
              <a:ext cx="15874" cy="5593"/>
              <a:chOff x="1692" y="3461"/>
              <a:chExt cx="15874" cy="5593"/>
            </a:xfrm>
          </p:grpSpPr>
          <p:grpSp>
            <p:nvGrpSpPr>
              <p:cNvPr id="20" name="图形"/>
              <p:cNvGrpSpPr/>
              <p:nvPr/>
            </p:nvGrpSpPr>
            <p:grpSpPr>
              <a:xfrm>
                <a:off x="1692" y="4245"/>
                <a:ext cx="15874" cy="4809"/>
                <a:chOff x="-182" y="4137"/>
                <a:chExt cx="19883" cy="6023"/>
              </a:xfrm>
            </p:grpSpPr>
            <p:grpSp>
              <p:nvGrpSpPr>
                <p:cNvPr id="21" name="组合 20"/>
                <p:cNvGrpSpPr/>
                <p:nvPr/>
              </p:nvGrpSpPr>
              <p:grpSpPr>
                <a:xfrm>
                  <a:off x="5289" y="4137"/>
                  <a:ext cx="8028" cy="3315"/>
                  <a:chOff x="4767" y="4271"/>
                  <a:chExt cx="8350" cy="3448"/>
                </a:xfrm>
              </p:grpSpPr>
              <p:cxnSp>
                <p:nvCxnSpPr>
                  <p:cNvPr id="27" name="图形"/>
                  <p:cNvCxnSpPr/>
                  <p:nvPr/>
                </p:nvCxnSpPr>
                <p:spPr>
                  <a:xfrm>
                    <a:off x="4767" y="4271"/>
                    <a:ext cx="3408" cy="711"/>
                  </a:xfrm>
                  <a:prstGeom prst="line">
                    <a:avLst/>
                  </a:prstGeom>
                  <a:ln>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28" name="图形"/>
                  <p:cNvCxnSpPr/>
                  <p:nvPr/>
                </p:nvCxnSpPr>
                <p:spPr>
                  <a:xfrm flipV="1">
                    <a:off x="4874" y="6524"/>
                    <a:ext cx="3054" cy="852"/>
                  </a:xfrm>
                  <a:prstGeom prst="line">
                    <a:avLst/>
                  </a:prstGeom>
                  <a:ln>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29" name="图形"/>
                  <p:cNvCxnSpPr/>
                  <p:nvPr/>
                </p:nvCxnSpPr>
                <p:spPr>
                  <a:xfrm flipV="1">
                    <a:off x="10051" y="4420"/>
                    <a:ext cx="3066" cy="862"/>
                  </a:xfrm>
                  <a:prstGeom prst="line">
                    <a:avLst/>
                  </a:prstGeom>
                  <a:ln>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图形"/>
                  <p:cNvCxnSpPr/>
                  <p:nvPr/>
                </p:nvCxnSpPr>
                <p:spPr>
                  <a:xfrm flipH="1" flipV="1">
                    <a:off x="9737" y="6706"/>
                    <a:ext cx="3291" cy="1013"/>
                  </a:xfrm>
                  <a:prstGeom prst="line">
                    <a:avLst/>
                  </a:prstGeom>
                  <a:ln>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grpSp>
            <p:sp>
              <p:nvSpPr>
                <p:cNvPr id="32" name="图形"/>
                <p:cNvSpPr txBox="1"/>
                <p:nvPr/>
              </p:nvSpPr>
              <p:spPr>
                <a:xfrm>
                  <a:off x="-182" y="9128"/>
                  <a:ext cx="19883" cy="1032"/>
                </a:xfrm>
                <a:prstGeom prst="rect">
                  <a:avLst/>
                </a:prstGeom>
                <a:noFill/>
              </p:spPr>
              <p:txBody>
                <a:bodyPr wrap="square" rtlCol="0" anchor="t">
                  <a:normAutofit/>
                </a:bodyPr>
                <a:lstStyle/>
                <a:p>
                  <a:pPr marL="0" algn="ctr" fontAlgn="auto">
                    <a:lnSpc>
                      <a:spcPct val="120000"/>
                    </a:lnSpc>
                    <a:spcBef>
                      <a:spcPct val="0"/>
                    </a:spcBef>
                  </a:pPr>
                  <a:r>
                    <a:rPr lang="en-US" altLang="en-US" sz="12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 add your text here add your text here add your text here add your text here add your text here Text contentAdd your text content hereAdd text content</a:t>
                  </a:r>
                  <a:endParaRPr lang="zh-CN" altLang="en-US" sz="1200">
                    <a:solidFill>
                      <a:schemeClr val="tx1">
                        <a:lumMod val="75000"/>
                        <a:lumOff val="25000"/>
                      </a:schemeClr>
                    </a:solidFill>
                    <a:latin typeface="字魂创中黑"/>
                    <a:ea typeface="字魂创中黑"/>
                    <a:cs typeface="字魂创中黑" panose="00000500000000000000" charset="-122"/>
                    <a:sym typeface="+mn-ea"/>
                  </a:endParaRPr>
                </a:p>
              </p:txBody>
            </p:sp>
          </p:grpSp>
          <p:sp>
            <p:nvSpPr>
              <p:cNvPr id="55" name="图形"/>
              <p:cNvSpPr txBox="1"/>
              <p:nvPr/>
            </p:nvSpPr>
            <p:spPr>
              <a:xfrm>
                <a:off x="14406" y="3461"/>
                <a:ext cx="2094" cy="412"/>
              </a:xfrm>
              <a:prstGeom prst="rect">
                <a:avLst/>
              </a:prstGeom>
              <a:noFill/>
            </p:spPr>
            <p:txBody>
              <a:bodyPr wrap="none" rtlCol="0">
                <a:normAutofit/>
              </a:bodyPr>
              <a:lstStyle/>
              <a:p>
                <a:pPr algn="l" eaLnBrk="1" hangingPunct="1"/>
                <a:r>
                  <a:rPr lang="en-US" altLang="en-US" sz="1100" b="1">
                    <a:solidFill>
                      <a:schemeClr val="tx1">
                        <a:lumMod val="75000"/>
                        <a:lumOff val="25000"/>
                      </a:schemeClr>
                    </a:solidFill>
                    <a:latin typeface="Source Han Sans SC"/>
                    <a:ea typeface="Source Han Sans SC"/>
                    <a:cs typeface="字魂创中黑" panose="00000500000000000000" charset="-122"/>
                    <a:sym typeface="+mn-ea"/>
                  </a:rPr>
                  <a:t>Default title text</a:t>
                </a:r>
                <a:endParaRPr lang="zh-CN" altLang="en-US" sz="1600" b="1">
                  <a:solidFill>
                    <a:schemeClr val="tx1">
                      <a:lumMod val="75000"/>
                      <a:lumOff val="25000"/>
                    </a:schemeClr>
                  </a:solidFill>
                  <a:latin typeface="字魂创中黑"/>
                  <a:ea typeface="字魂创中黑"/>
                  <a:cs typeface="+mn-ea"/>
                  <a:sym typeface="+mn-ea"/>
                </a:endParaRPr>
              </a:p>
            </p:txBody>
          </p:sp>
          <p:sp>
            <p:nvSpPr>
              <p:cNvPr id="63" name="图形"/>
              <p:cNvSpPr/>
              <p:nvPr/>
            </p:nvSpPr>
            <p:spPr>
              <a:xfrm>
                <a:off x="14406" y="3920"/>
                <a:ext cx="3160" cy="710"/>
              </a:xfrm>
              <a:prstGeom prst="rect">
                <a:avLst/>
              </a:prstGeom>
            </p:spPr>
            <p:txBody>
              <a:bodyPr wrap="square">
                <a:normAutofit lnSpcReduction="10000"/>
              </a:bodyPr>
              <a:lstStyle/>
              <a:p>
                <a:pPr algn="l">
                  <a:lnSpc>
                    <a:spcPct val="120000"/>
                  </a:lnSpc>
                </a:pPr>
                <a:r>
                  <a:rPr lang="en-US" altLang="en-US" sz="10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 Add your text here</a:t>
                </a:r>
                <a:endParaRPr lang="zh-CN" altLang="en-US" sz="1000">
                  <a:solidFill>
                    <a:schemeClr val="tx1">
                      <a:lumMod val="75000"/>
                      <a:lumOff val="25000"/>
                    </a:schemeClr>
                  </a:solidFill>
                  <a:latin typeface="字魂创中黑"/>
                  <a:ea typeface="字魂创中黑"/>
                  <a:cs typeface="+mn-ea"/>
                  <a:sym typeface="+mn-ea"/>
                </a:endParaRPr>
              </a:p>
            </p:txBody>
          </p:sp>
          <p:sp>
            <p:nvSpPr>
              <p:cNvPr id="33" name="图形"/>
              <p:cNvSpPr txBox="1"/>
              <p:nvPr/>
            </p:nvSpPr>
            <p:spPr>
              <a:xfrm>
                <a:off x="14406" y="6719"/>
                <a:ext cx="2094" cy="412"/>
              </a:xfrm>
              <a:prstGeom prst="rect">
                <a:avLst/>
              </a:prstGeom>
              <a:noFill/>
            </p:spPr>
            <p:txBody>
              <a:bodyPr wrap="none" rtlCol="0">
                <a:normAutofit/>
              </a:bodyPr>
              <a:lstStyle/>
              <a:p>
                <a:pPr algn="l" eaLnBrk="1" hangingPunct="1"/>
                <a:r>
                  <a:rPr lang="en-US" altLang="en-US" sz="1100" b="1">
                    <a:solidFill>
                      <a:schemeClr val="tx1">
                        <a:lumMod val="75000"/>
                        <a:lumOff val="25000"/>
                      </a:schemeClr>
                    </a:solidFill>
                    <a:latin typeface="Source Han Sans SC"/>
                    <a:ea typeface="Source Han Sans SC"/>
                    <a:cs typeface="字魂创中黑" panose="00000500000000000000" charset="-122"/>
                    <a:sym typeface="+mn-ea"/>
                  </a:rPr>
                  <a:t>Default title text</a:t>
                </a:r>
                <a:endParaRPr lang="zh-CN" altLang="en-US" sz="1600" b="1">
                  <a:solidFill>
                    <a:schemeClr val="tx1">
                      <a:lumMod val="75000"/>
                      <a:lumOff val="25000"/>
                    </a:schemeClr>
                  </a:solidFill>
                  <a:latin typeface="字魂创中黑"/>
                  <a:ea typeface="字魂创中黑"/>
                  <a:cs typeface="+mn-ea"/>
                  <a:sym typeface="+mn-ea"/>
                </a:endParaRPr>
              </a:p>
            </p:txBody>
          </p:sp>
          <p:sp>
            <p:nvSpPr>
              <p:cNvPr id="34" name="图形"/>
              <p:cNvSpPr/>
              <p:nvPr/>
            </p:nvSpPr>
            <p:spPr>
              <a:xfrm>
                <a:off x="14406" y="7178"/>
                <a:ext cx="3160" cy="710"/>
              </a:xfrm>
              <a:prstGeom prst="rect">
                <a:avLst/>
              </a:prstGeom>
            </p:spPr>
            <p:txBody>
              <a:bodyPr wrap="square">
                <a:normAutofit lnSpcReduction="10000"/>
              </a:bodyPr>
              <a:lstStyle/>
              <a:p>
                <a:pPr algn="l">
                  <a:lnSpc>
                    <a:spcPct val="120000"/>
                  </a:lnSpc>
                </a:pPr>
                <a:r>
                  <a:rPr lang="en-US" altLang="en-US" sz="10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 Add your text here</a:t>
                </a:r>
                <a:endParaRPr lang="zh-CN" altLang="en-US" sz="1000">
                  <a:solidFill>
                    <a:schemeClr val="tx1">
                      <a:lumMod val="75000"/>
                      <a:lumOff val="25000"/>
                    </a:schemeClr>
                  </a:solidFill>
                  <a:latin typeface="字魂创中黑"/>
                  <a:ea typeface="字魂创中黑"/>
                  <a:cs typeface="+mn-ea"/>
                  <a:sym typeface="+mn-ea"/>
                </a:endParaRPr>
              </a:p>
            </p:txBody>
          </p:sp>
          <p:sp>
            <p:nvSpPr>
              <p:cNvPr id="35" name="图形"/>
              <p:cNvSpPr txBox="1"/>
              <p:nvPr/>
            </p:nvSpPr>
            <p:spPr>
              <a:xfrm>
                <a:off x="2758" y="3461"/>
                <a:ext cx="2094" cy="412"/>
              </a:xfrm>
              <a:prstGeom prst="rect">
                <a:avLst/>
              </a:prstGeom>
              <a:noFill/>
            </p:spPr>
            <p:txBody>
              <a:bodyPr wrap="none" rtlCol="0">
                <a:normAutofit/>
              </a:bodyPr>
              <a:lstStyle/>
              <a:p>
                <a:pPr algn="r" eaLnBrk="1" hangingPunct="1"/>
                <a:r>
                  <a:rPr lang="en-US" altLang="en-US" sz="1100" b="1">
                    <a:solidFill>
                      <a:schemeClr val="tx1">
                        <a:lumMod val="75000"/>
                        <a:lumOff val="25000"/>
                      </a:schemeClr>
                    </a:solidFill>
                    <a:latin typeface="Source Han Sans SC"/>
                    <a:ea typeface="Source Han Sans SC"/>
                    <a:cs typeface="字魂创中黑" panose="00000500000000000000" charset="-122"/>
                    <a:sym typeface="+mn-ea"/>
                  </a:rPr>
                  <a:t>Default title text</a:t>
                </a:r>
                <a:endParaRPr lang="zh-CN" altLang="en-US" sz="1600" b="1">
                  <a:solidFill>
                    <a:schemeClr val="tx1">
                      <a:lumMod val="75000"/>
                      <a:lumOff val="25000"/>
                    </a:schemeClr>
                  </a:solidFill>
                  <a:latin typeface="字魂创中黑"/>
                  <a:ea typeface="字魂创中黑"/>
                  <a:cs typeface="+mn-ea"/>
                  <a:sym typeface="+mn-ea"/>
                </a:endParaRPr>
              </a:p>
            </p:txBody>
          </p:sp>
          <p:sp>
            <p:nvSpPr>
              <p:cNvPr id="36" name="图形"/>
              <p:cNvSpPr/>
              <p:nvPr/>
            </p:nvSpPr>
            <p:spPr>
              <a:xfrm>
                <a:off x="1692" y="3920"/>
                <a:ext cx="3160" cy="710"/>
              </a:xfrm>
              <a:prstGeom prst="rect">
                <a:avLst/>
              </a:prstGeom>
            </p:spPr>
            <p:txBody>
              <a:bodyPr wrap="square">
                <a:normAutofit lnSpcReduction="10000"/>
              </a:bodyPr>
              <a:lstStyle/>
              <a:p>
                <a:pPr algn="r">
                  <a:lnSpc>
                    <a:spcPct val="120000"/>
                  </a:lnSpc>
                </a:pPr>
                <a:r>
                  <a:rPr lang="en-US" altLang="en-US" sz="10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 Add your text here</a:t>
                </a:r>
                <a:endParaRPr lang="zh-CN" altLang="en-US" sz="1000">
                  <a:solidFill>
                    <a:schemeClr val="tx1">
                      <a:lumMod val="75000"/>
                      <a:lumOff val="25000"/>
                    </a:schemeClr>
                  </a:solidFill>
                  <a:latin typeface="字魂创中黑"/>
                  <a:ea typeface="字魂创中黑"/>
                  <a:cs typeface="+mn-ea"/>
                  <a:sym typeface="+mn-ea"/>
                </a:endParaRPr>
              </a:p>
            </p:txBody>
          </p:sp>
          <p:sp>
            <p:nvSpPr>
              <p:cNvPr id="37" name="图形"/>
              <p:cNvSpPr txBox="1"/>
              <p:nvPr/>
            </p:nvSpPr>
            <p:spPr>
              <a:xfrm>
                <a:off x="2758" y="6719"/>
                <a:ext cx="2094" cy="412"/>
              </a:xfrm>
              <a:prstGeom prst="rect">
                <a:avLst/>
              </a:prstGeom>
              <a:noFill/>
            </p:spPr>
            <p:txBody>
              <a:bodyPr wrap="none" rtlCol="0">
                <a:normAutofit/>
              </a:bodyPr>
              <a:lstStyle/>
              <a:p>
                <a:pPr algn="r" eaLnBrk="1" hangingPunct="1"/>
                <a:r>
                  <a:rPr lang="en-US" altLang="en-US" sz="1100" b="1">
                    <a:solidFill>
                      <a:schemeClr val="tx1">
                        <a:lumMod val="75000"/>
                        <a:lumOff val="25000"/>
                      </a:schemeClr>
                    </a:solidFill>
                    <a:latin typeface="Source Han Sans SC"/>
                    <a:ea typeface="Source Han Sans SC"/>
                    <a:cs typeface="字魂创中黑" panose="00000500000000000000" charset="-122"/>
                    <a:sym typeface="+mn-ea"/>
                  </a:rPr>
                  <a:t>Default title text</a:t>
                </a:r>
                <a:endParaRPr lang="zh-CN" altLang="en-US" sz="1600" b="1">
                  <a:solidFill>
                    <a:schemeClr val="tx1">
                      <a:lumMod val="75000"/>
                      <a:lumOff val="25000"/>
                    </a:schemeClr>
                  </a:solidFill>
                  <a:latin typeface="字魂创中黑"/>
                  <a:ea typeface="字魂创中黑"/>
                  <a:cs typeface="+mn-ea"/>
                  <a:sym typeface="+mn-ea"/>
                </a:endParaRPr>
              </a:p>
            </p:txBody>
          </p:sp>
          <p:sp>
            <p:nvSpPr>
              <p:cNvPr id="38" name="图形"/>
              <p:cNvSpPr/>
              <p:nvPr/>
            </p:nvSpPr>
            <p:spPr>
              <a:xfrm>
                <a:off x="1692" y="7178"/>
                <a:ext cx="3160" cy="710"/>
              </a:xfrm>
              <a:prstGeom prst="rect">
                <a:avLst/>
              </a:prstGeom>
            </p:spPr>
            <p:txBody>
              <a:bodyPr wrap="square">
                <a:normAutofit lnSpcReduction="10000"/>
              </a:bodyPr>
              <a:lstStyle/>
              <a:p>
                <a:pPr algn="r">
                  <a:lnSpc>
                    <a:spcPct val="120000"/>
                  </a:lnSpc>
                </a:pPr>
                <a:r>
                  <a:rPr lang="en-US" altLang="en-US" sz="10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 Add your text here</a:t>
                </a:r>
                <a:endParaRPr lang="zh-CN" altLang="en-US" sz="1000">
                  <a:solidFill>
                    <a:schemeClr val="tx1">
                      <a:lumMod val="75000"/>
                      <a:lumOff val="25000"/>
                    </a:schemeClr>
                  </a:solidFill>
                  <a:latin typeface="字魂创中黑"/>
                  <a:ea typeface="字魂创中黑"/>
                  <a:cs typeface="+mn-ea"/>
                  <a:sym typeface="+mn-ea"/>
                </a:endParaRPr>
              </a:p>
            </p:txBody>
          </p:sp>
        </p:grpSp>
        <p:pic>
          <p:nvPicPr>
            <p:cNvPr id="39" name="图形" descr="C:/Users/Administrator/AppData/Local/Temp/picturecompress_20211028111727/output_1.pngoutput_1"/>
            <p:cNvPicPr>
              <a:picLocks noChangeAspect="1"/>
            </p:cNvPicPr>
            <p:nvPr/>
          </p:nvPicPr>
          <p:blipFill>
            <a:blip r:embed="rId2"/>
            <a:stretch>
              <a:fillRect/>
            </a:stretch>
          </p:blipFill>
          <p:spPr>
            <a:xfrm>
              <a:off x="6809" y="2705"/>
              <a:ext cx="5017" cy="5017"/>
            </a:xfrm>
            <a:prstGeom prst="rect">
              <a:avLst/>
            </a:prstGeom>
          </p:spPr>
        </p:pic>
      </p:grpSp>
    </p:spTree>
    <p:custDataLst>
      <p:tags r:id="rId3"/>
    </p:custDataLst>
  </p:cSld>
  <p:clrMapOvr>
    <a:masterClrMapping/>
  </p:clrMapOvr>
  <p:transition advTm="2000">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0" presetClass="entr" presetSubtype="0" fill="hold" nodeType="afterEffect">
                                  <p:stCondLst>
                                    <p:cond delay="0"/>
                                  </p:stCondLst>
                                  <p:childTnLst>
                                    <p:set>
                                      <p:cBhvr>
                                        <p:cTn id="6" dur="500" fill="hold">
                                          <p:stCondLst>
                                            <p:cond delay="0"/>
                                          </p:stCondLst>
                                        </p:cTn>
                                        <p:tgtEl>
                                          <p:spTgt spid="2"/>
                                        </p:tgtEl>
                                        <p:attrNameLst>
                                          <p:attrName>style.visibility</p:attrName>
                                        </p:attrNameLst>
                                      </p:cBhvr>
                                      <p:to>
                                        <p:strVal val="visible"/>
                                      </p:to>
                                    </p:set>
                                    <p:animEffect transition="in" filter="wedg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grpSp>
        <p:nvGrpSpPr>
          <p:cNvPr id="4" name="图形"/>
          <p:cNvGrpSpPr/>
          <p:nvPr/>
        </p:nvGrpSpPr>
        <p:grpSpPr>
          <a:xfrm>
            <a:off x="285115" y="78740"/>
            <a:ext cx="11523980" cy="7125970"/>
            <a:chOff x="449" y="124"/>
            <a:chExt cx="18148" cy="11222"/>
          </a:xfrm>
        </p:grpSpPr>
        <p:sp>
          <p:nvSpPr>
            <p:cNvPr id="13" name="图形"/>
            <p:cNvSpPr/>
            <p:nvPr/>
          </p:nvSpPr>
          <p:spPr>
            <a:xfrm rot="1043856" flipH="1">
              <a:off x="449" y="124"/>
              <a:ext cx="18090" cy="11222"/>
            </a:xfrm>
            <a:prstGeom prst="roundRect">
              <a:avLst>
                <a:gd name="adj" fmla="val 5724"/>
              </a:avLst>
            </a:prstGeom>
            <a:solidFill>
              <a:srgbClr val="3281F6"/>
            </a:solidFill>
            <a:ln>
              <a:noFill/>
            </a:ln>
            <a:effectLst>
              <a:outerShdw blurRad="279400" dist="38100" dir="5400000" algn="t"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sp>
          <p:nvSpPr>
            <p:cNvPr id="9" name="图形"/>
            <p:cNvSpPr/>
            <p:nvPr/>
          </p:nvSpPr>
          <p:spPr>
            <a:xfrm>
              <a:off x="507" y="529"/>
              <a:ext cx="18090" cy="9646"/>
            </a:xfrm>
            <a:prstGeom prst="roundRect">
              <a:avLst>
                <a:gd name="adj" fmla="val 5724"/>
              </a:avLst>
            </a:prstGeom>
            <a:solidFill>
              <a:schemeClr val="bg1"/>
            </a:solidFill>
            <a:ln>
              <a:noFill/>
            </a:ln>
            <a:effectLst>
              <a:outerShdw blurRad="63500" sx="102000" sy="102000" algn="ctr" rotWithShape="0">
                <a:srgbClr val="3281F6">
                  <a:alpha val="1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pic>
          <p:nvPicPr>
            <p:cNvPr id="5" name="图形" descr="C:/Users/Administrator/AppData/Local/Temp/picturecompress_20211028100850/output_1.pngoutput_1"/>
            <p:cNvPicPr>
              <a:picLocks noChangeAspect="1"/>
            </p:cNvPicPr>
            <p:nvPr/>
          </p:nvPicPr>
          <p:blipFill>
            <a:blip r:embed="rId2"/>
            <a:stretch>
              <a:fillRect/>
            </a:stretch>
          </p:blipFill>
          <p:spPr>
            <a:xfrm>
              <a:off x="1272" y="1652"/>
              <a:ext cx="10009" cy="7496"/>
            </a:xfrm>
            <a:prstGeom prst="rect">
              <a:avLst/>
            </a:prstGeom>
          </p:spPr>
        </p:pic>
        <p:sp>
          <p:nvSpPr>
            <p:cNvPr id="40" name="图形"/>
            <p:cNvSpPr/>
            <p:nvPr/>
          </p:nvSpPr>
          <p:spPr>
            <a:xfrm>
              <a:off x="11281" y="3881"/>
              <a:ext cx="2825" cy="762"/>
            </a:xfrm>
            <a:prstGeom prst="roundRect">
              <a:avLst>
                <a:gd name="adj" fmla="val 50000"/>
              </a:avLst>
            </a:prstGeom>
            <a:solidFill>
              <a:srgbClr val="3281F6"/>
            </a:solidFill>
            <a:ln>
              <a:noFill/>
            </a:ln>
            <a:effectLst>
              <a:outerShdw blurRad="63500" sx="105000" sy="105000" algn="ctr" rotWithShape="0">
                <a:srgbClr val="BCD7F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a:ln>
                    <a:noFill/>
                  </a:ln>
                  <a:solidFill>
                    <a:schemeClr val="bg1"/>
                  </a:solidFill>
                  <a:effectLst/>
                  <a:uLnTx/>
                  <a:uFillTx/>
                  <a:latin typeface="思源黑体 Medium"/>
                  <a:ea typeface="思源黑体 CN Medium" panose="020b0600000000000000" charset="-122"/>
                  <a:cs typeface="字魂创中黑" panose="00000500000000000000" charset="-122"/>
                </a:rPr>
                <a:t>Step 03</a:t>
              </a:r>
              <a:endParaRPr kumimoji="1" lang="en-US" altLang="zh-CN" sz="2400" b="0" i="0" u="none" strike="noStrike" kern="1200" cap="none" spc="0" normalizeH="0" baseline="0" noProof="0">
                <a:ln>
                  <a:noFill/>
                </a:ln>
                <a:solidFill>
                  <a:schemeClr val="bg1"/>
                </a:solidFill>
                <a:effectLst/>
                <a:uLnTx/>
                <a:uFillTx/>
                <a:latin typeface="思源黑体 CN Medium" panose="020b0600000000000000" charset="-122"/>
                <a:ea typeface="思源黑体 CN Medium" panose="020b0600000000000000" charset="-122"/>
                <a:cs typeface="字魂创中黑" panose="00000500000000000000" charset="-122"/>
              </a:endParaRPr>
            </a:p>
          </p:txBody>
        </p:sp>
        <p:sp>
          <p:nvSpPr>
            <p:cNvPr id="39" name="图形"/>
            <p:cNvSpPr txBox="1"/>
            <p:nvPr/>
          </p:nvSpPr>
          <p:spPr>
            <a:xfrm>
              <a:off x="11284" y="6079"/>
              <a:ext cx="6033" cy="1016"/>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US" altLang="en-US" sz="1200">
                  <a:solidFill>
                    <a:schemeClr val="tx1">
                      <a:lumMod val="65000"/>
                      <a:lumOff val="35000"/>
                    </a:schemeClr>
                  </a:solidFill>
                  <a:latin typeface="思源黑体 Normal"/>
                  <a:ea typeface="思源黑体 CN Normal" panose="020b0400000000000000" charset="-122"/>
                  <a:cs typeface="字魂创中黑" panose="00000500000000000000" charset="-122"/>
                  <a:sym typeface="+mn-ea"/>
                </a:rPr>
                <a:t>Add your text content here</a:t>
              </a:r>
              <a:r>
                <a:rPr lang="en-US" altLang="zh-CN" sz="1200">
                  <a:solidFill>
                    <a:schemeClr val="tx1">
                      <a:lumMod val="65000"/>
                      <a:lumOff val="35000"/>
                    </a:schemeClr>
                  </a:solidFill>
                  <a:latin typeface="思源黑体 Normal"/>
                  <a:ea typeface="思源黑体 CN Normal" panose="020b0400000000000000" charset="-122"/>
                  <a:cs typeface="字魂创中黑" panose="00000500000000000000" charset="-122"/>
                  <a:sym typeface="+mn-ea"/>
                </a:rPr>
                <a:t>.</a:t>
              </a:r>
              <a:r>
                <a:rPr lang="en-US" altLang="en-US" sz="1200">
                  <a:solidFill>
                    <a:schemeClr val="tx1">
                      <a:lumMod val="65000"/>
                      <a:lumOff val="35000"/>
                    </a:schemeClr>
                  </a:solidFill>
                  <a:latin typeface="思源黑体 Normal"/>
                  <a:ea typeface="思源黑体 CN Normal" panose="020b0400000000000000" charset="-122"/>
                  <a:cs typeface="字魂创中黑" panose="00000500000000000000" charset="-122"/>
                  <a:sym typeface="+mn-ea"/>
                </a:rPr>
                <a:t>Add your text content</a:t>
              </a:r>
              <a:r>
                <a:rPr lang="en-US" altLang="zh-CN" sz="1200">
                  <a:solidFill>
                    <a:schemeClr val="tx1">
                      <a:lumMod val="65000"/>
                      <a:lumOff val="35000"/>
                    </a:schemeClr>
                  </a:solidFill>
                  <a:latin typeface="思源黑体 Normal"/>
                  <a:ea typeface="思源黑体 CN Normal" panose="020b0400000000000000" charset="-122"/>
                  <a:cs typeface="字魂创中黑" panose="00000500000000000000" charset="-122"/>
                  <a:sym typeface="+mn-ea"/>
                </a:rPr>
                <a:t>.</a:t>
              </a:r>
              <a:endParaRPr lang="en-US" altLang="zh-CN" sz="1200">
                <a:solidFill>
                  <a:schemeClr val="tx1">
                    <a:lumMod val="65000"/>
                    <a:lumOff val="35000"/>
                  </a:schemeClr>
                </a:solidFill>
                <a:latin typeface="思源黑体 CN Normal" panose="020b0400000000000000" charset="-122"/>
                <a:ea typeface="思源黑体 CN Normal" panose="020b0400000000000000" charset="-122"/>
                <a:cs typeface="字魂创中黑" panose="00000500000000000000" charset="-122"/>
                <a:sym typeface="+mn-ea"/>
              </a:endParaRPr>
            </a:p>
            <a:p>
              <a:pPr algn="l">
                <a:lnSpc>
                  <a:spcPct val="150000"/>
                </a:lnSpc>
              </a:pPr>
              <a:r>
                <a:rPr lang="en-US" altLang="en-US" sz="1200">
                  <a:solidFill>
                    <a:schemeClr val="tx1">
                      <a:lumMod val="65000"/>
                      <a:lumOff val="35000"/>
                    </a:schemeClr>
                  </a:solidFill>
                  <a:latin typeface="思源黑体 Normal"/>
                  <a:ea typeface="思源黑体 CN Normal" panose="020b0400000000000000" charset="-122"/>
                  <a:cs typeface="字魂创中黑" panose="00000500000000000000" charset="-122"/>
                  <a:sym typeface="+mn-ea"/>
                </a:rPr>
                <a:t>Add your text content here</a:t>
              </a:r>
              <a:r>
                <a:rPr lang="en-US" altLang="zh-CN" sz="1200">
                  <a:solidFill>
                    <a:schemeClr val="tx1">
                      <a:lumMod val="65000"/>
                      <a:lumOff val="35000"/>
                    </a:schemeClr>
                  </a:solidFill>
                  <a:latin typeface="思源黑体 Normal"/>
                  <a:ea typeface="思源黑体 CN Normal" panose="020b0400000000000000" charset="-122"/>
                  <a:cs typeface="字魂创中黑" panose="00000500000000000000" charset="-122"/>
                  <a:sym typeface="+mn-ea"/>
                </a:rPr>
                <a:t>.</a:t>
              </a:r>
              <a:r>
                <a:rPr lang="en-US" altLang="en-US" sz="1200">
                  <a:solidFill>
                    <a:schemeClr val="tx1">
                      <a:lumMod val="65000"/>
                      <a:lumOff val="35000"/>
                    </a:schemeClr>
                  </a:solidFill>
                  <a:latin typeface="思源黑体 Normal"/>
                  <a:ea typeface="思源黑体 CN Normal" panose="020b0400000000000000" charset="-122"/>
                  <a:cs typeface="字魂创中黑" panose="00000500000000000000" charset="-122"/>
                  <a:sym typeface="+mn-ea"/>
                </a:rPr>
                <a:t>Add your text</a:t>
              </a:r>
              <a:r>
                <a:rPr lang="en-US" altLang="zh-CN" sz="1200">
                  <a:solidFill>
                    <a:schemeClr val="tx1">
                      <a:lumMod val="65000"/>
                      <a:lumOff val="35000"/>
                    </a:schemeClr>
                  </a:solidFill>
                  <a:latin typeface="思源黑体 Normal"/>
                  <a:ea typeface="思源黑体 CN Normal" panose="020b0400000000000000" charset="-122"/>
                  <a:cs typeface="字魂创中黑" panose="00000500000000000000" charset="-122"/>
                  <a:sym typeface="+mn-ea"/>
                </a:rPr>
                <a:t>.</a:t>
              </a:r>
              <a:endParaRPr kumimoji="1" lang="en-US" altLang="zh-CN" sz="1200" b="0" i="0" u="none" strike="noStrike" kern="1200" cap="none" spc="0" normalizeH="0" baseline="0" noProof="0">
                <a:ln>
                  <a:noFill/>
                </a:ln>
                <a:solidFill>
                  <a:schemeClr val="tx1">
                    <a:lumMod val="65000"/>
                    <a:lumOff val="35000"/>
                  </a:schemeClr>
                </a:solidFill>
                <a:effectLst/>
                <a:uLnTx/>
                <a:uFillTx/>
                <a:latin typeface="思源黑体 CN Normal" panose="020b0400000000000000" charset="-122"/>
                <a:ea typeface="思源黑体 CN Normal" panose="020b0400000000000000" charset="-122"/>
                <a:cs typeface="字魂创中黑" panose="00000500000000000000" charset="-122"/>
                <a:sym typeface="+mn-ea"/>
              </a:endParaRPr>
            </a:p>
          </p:txBody>
        </p:sp>
        <p:sp>
          <p:nvSpPr>
            <p:cNvPr id="80" name="图形"/>
            <p:cNvSpPr/>
            <p:nvPr/>
          </p:nvSpPr>
          <p:spPr>
            <a:xfrm rot="2700000">
              <a:off x="17580" y="5526"/>
              <a:ext cx="418" cy="418"/>
            </a:xfrm>
            <a:custGeom>
              <a:gdLst>
                <a:gd name="connsiteX0" fmla="*/ 5998 w 437175"/>
                <a:gd name="connsiteY0" fmla="*/ 15238 h 437175"/>
                <a:gd name="connsiteX1" fmla="*/ 42785 w 437175"/>
                <a:gd name="connsiteY1" fmla="*/ 0 h 437175"/>
                <a:gd name="connsiteX2" fmla="*/ 385150 w 437175"/>
                <a:gd name="connsiteY2" fmla="*/ 0 h 437175"/>
                <a:gd name="connsiteX3" fmla="*/ 437175 w 437175"/>
                <a:gd name="connsiteY3" fmla="*/ 52025 h 437175"/>
                <a:gd name="connsiteX4" fmla="*/ 437175 w 437175"/>
                <a:gd name="connsiteY4" fmla="*/ 394390 h 437175"/>
                <a:gd name="connsiteX5" fmla="*/ 421937 w 437175"/>
                <a:gd name="connsiteY5" fmla="*/ 431177 h 437175"/>
                <a:gd name="connsiteX6" fmla="*/ 407458 w 437175"/>
                <a:gd name="connsiteY6" fmla="*/ 437175 h 437175"/>
                <a:gd name="connsiteX7" fmla="*/ 0 w 437175"/>
                <a:gd name="connsiteY7" fmla="*/ 29717 h 437175"/>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7175" h="437175">
                  <a:moveTo>
                    <a:pt x="5998" y="15238"/>
                  </a:moveTo>
                  <a:cubicBezTo>
                    <a:pt x="15412" y="5823"/>
                    <a:pt x="28419" y="0"/>
                    <a:pt x="42785" y="0"/>
                  </a:cubicBezTo>
                  <a:lnTo>
                    <a:pt x="385150" y="0"/>
                  </a:lnTo>
                  <a:cubicBezTo>
                    <a:pt x="413883" y="0"/>
                    <a:pt x="437175" y="23292"/>
                    <a:pt x="437175" y="52025"/>
                  </a:cubicBezTo>
                  <a:lnTo>
                    <a:pt x="437175" y="394390"/>
                  </a:lnTo>
                  <a:cubicBezTo>
                    <a:pt x="437175" y="408756"/>
                    <a:pt x="431352" y="421763"/>
                    <a:pt x="421937" y="431177"/>
                  </a:cubicBezTo>
                  <a:lnTo>
                    <a:pt x="407458" y="437175"/>
                  </a:lnTo>
                  <a:lnTo>
                    <a:pt x="0" y="29717"/>
                  </a:lnTo>
                  <a:close/>
                </a:path>
              </a:pathLst>
            </a:custGeom>
            <a:solidFill>
              <a:srgbClr val="3281F6"/>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sp>
          <p:nvSpPr>
            <p:cNvPr id="31" name="图形"/>
            <p:cNvSpPr/>
            <p:nvPr/>
          </p:nvSpPr>
          <p:spPr>
            <a:xfrm>
              <a:off x="16488" y="4918"/>
              <a:ext cx="588" cy="588"/>
            </a:xfrm>
            <a:prstGeom prst="ellipse">
              <a:avLst/>
            </a:prstGeom>
            <a:solidFill>
              <a:srgbClr val="BCD7FC"/>
            </a:solidFill>
            <a:ln>
              <a:noFill/>
            </a:ln>
            <a:effectLst>
              <a:outerShdw blurRad="50800" dist="38100" dir="7800000" sx="116000" sy="116000" algn="t" rotWithShape="0">
                <a:srgbClr val="2BB76E">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sp>
          <p:nvSpPr>
            <p:cNvPr id="23" name="图形"/>
            <p:cNvSpPr txBox="1"/>
            <p:nvPr/>
          </p:nvSpPr>
          <p:spPr>
            <a:xfrm>
              <a:off x="11212" y="4918"/>
              <a:ext cx="5864" cy="672"/>
            </a:xfrm>
            <a:prstGeom prst="rect">
              <a:avLst/>
            </a:prstGeom>
            <a:noFill/>
          </p:spPr>
          <p:txBody>
            <a:bodyPr wrap="square" rtlCol="0">
              <a:normAutofit/>
            </a:bodyPr>
            <a:lstStyle/>
            <a:p>
              <a:pPr algn="dist"/>
              <a:r>
                <a:rPr lang="en-US" altLang="en-US" sz="2200">
                  <a:latin typeface="思源黑体 Medium"/>
                  <a:ea typeface="思源黑体 CN Medium" panose="020b0600000000000000" charset="-122"/>
                  <a:cs typeface="字魂创中黑" panose="00000500000000000000" charset="-122"/>
                  <a:sym typeface="+mn-ea"/>
                </a:rPr>
                <a:t>Internship results report</a:t>
              </a:r>
              <a:endParaRPr lang="zh-CN" altLang="en-US" sz="4400">
                <a:latin typeface="思源黑体 CN Medium" panose="020b0600000000000000" charset="-122"/>
                <a:ea typeface="思源黑体 CN Medium" panose="020b0600000000000000" charset="-122"/>
                <a:cs typeface="字魂创中黑" panose="00000500000000000000" charset="-122"/>
                <a:sym typeface="+mn-ea"/>
              </a:endParaRPr>
            </a:p>
          </p:txBody>
        </p:sp>
        <p:grpSp>
          <p:nvGrpSpPr>
            <p:cNvPr id="3" name="组合 2"/>
            <p:cNvGrpSpPr/>
            <p:nvPr/>
          </p:nvGrpSpPr>
          <p:grpSpPr>
            <a:xfrm>
              <a:off x="15176" y="1561"/>
              <a:ext cx="2514" cy="466"/>
              <a:chOff x="1700" y="1492"/>
              <a:chExt cx="2514" cy="466"/>
            </a:xfrm>
          </p:grpSpPr>
          <p:sp>
            <p:nvSpPr>
              <p:cNvPr id="2" name="图形"/>
              <p:cNvSpPr/>
              <p:nvPr/>
            </p:nvSpPr>
            <p:spPr>
              <a:xfrm>
                <a:off x="1804" y="1505"/>
                <a:ext cx="453" cy="453"/>
              </a:xfrm>
              <a:prstGeom prst="ellipse">
                <a:avLst/>
              </a:prstGeom>
              <a:solidFill>
                <a:srgbClr val="3281F6"/>
              </a:solidFill>
              <a:ln>
                <a:noFill/>
              </a:ln>
              <a:effectLst>
                <a:outerShdw blurRad="50800" dist="38100" dir="7800000" sx="116000" sy="116000" algn="t" rotWithShape="0">
                  <a:srgbClr val="2BB76E">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sp>
            <p:nvSpPr>
              <p:cNvPr id="21" name="图形"/>
              <p:cNvSpPr/>
              <p:nvPr/>
            </p:nvSpPr>
            <p:spPr>
              <a:xfrm>
                <a:off x="2257" y="1492"/>
                <a:ext cx="1957" cy="412"/>
              </a:xfrm>
              <a:prstGeom prst="rect">
                <a:avLst/>
              </a:prstGeom>
            </p:spPr>
            <p:txBody>
              <a:bodyPr wrap="none">
                <a:normAutofit/>
              </a:bodyPr>
              <a:lstStyle/>
              <a:p>
                <a:r>
                  <a:rPr lang="en-US" altLang="zh-CN" sz="1100">
                    <a:solidFill>
                      <a:schemeClr val="tx1"/>
                    </a:solidFill>
                    <a:latin typeface="思源黑体 Normal"/>
                    <a:ea typeface="思源黑体 CN Normal" panose="020b0400000000000000" charset="-122"/>
                    <a:cs typeface="字魂创中黑" panose="00000500000000000000" charset="-122"/>
                  </a:rPr>
                  <a:t>www.slidesdocs</a:t>
                </a:r>
                <a:endParaRPr lang="en-US" altLang="zh-CN" sz="1200">
                  <a:solidFill>
                    <a:schemeClr val="tx1"/>
                  </a:solidFill>
                  <a:latin typeface="思源黑体 CN Normal" panose="020b0400000000000000" charset="-122"/>
                  <a:ea typeface="思源黑体 CN Normal" panose="020b0400000000000000" charset="-122"/>
                  <a:cs typeface="字魂创中黑" panose="00000500000000000000" charset="-122"/>
                </a:endParaRPr>
              </a:p>
            </p:txBody>
          </p:sp>
          <p:sp>
            <p:nvSpPr>
              <p:cNvPr id="29" name="图形"/>
              <p:cNvSpPr txBox="1"/>
              <p:nvPr/>
            </p:nvSpPr>
            <p:spPr>
              <a:xfrm>
                <a:off x="1700" y="1583"/>
                <a:ext cx="709" cy="289"/>
              </a:xfrm>
              <a:prstGeom prst="rect">
                <a:avLst/>
              </a:prstGeom>
              <a:noFill/>
            </p:spPr>
            <p:txBody>
              <a:bodyPr wrap="square" rtlCol="0">
                <a:normAutofit/>
              </a:bodyPr>
              <a:lstStyle/>
              <a:p>
                <a:r>
                  <a:rPr lang="en-US" altLang="zh-CN" sz="600" b="1">
                    <a:solidFill>
                      <a:schemeClr val="bg1"/>
                    </a:solidFill>
                    <a:latin typeface="思源黑体 Normal"/>
                    <a:ea typeface="思源黑体 CN Normal" panose="020b0400000000000000" charset="-122"/>
                    <a:cs typeface="字魂创中黑" panose="00000500000000000000" charset="-122"/>
                  </a:rPr>
                  <a:t>LOGO</a:t>
                </a:r>
                <a:endParaRPr lang="en-US" altLang="zh-CN" sz="600" b="1">
                  <a:solidFill>
                    <a:schemeClr val="bg1"/>
                  </a:solidFill>
                  <a:latin typeface="思源黑体 CN Normal" panose="020b0400000000000000" charset="-122"/>
                  <a:ea typeface="思源黑体 CN Normal" panose="020b0400000000000000" charset="-122"/>
                  <a:cs typeface="字魂创中黑" panose="00000500000000000000" charset="-122"/>
                </a:endParaRPr>
              </a:p>
            </p:txBody>
          </p:sp>
        </p:grpSp>
        <p:grpSp>
          <p:nvGrpSpPr>
            <p:cNvPr id="14" name="组合 13"/>
            <p:cNvGrpSpPr/>
            <p:nvPr/>
          </p:nvGrpSpPr>
          <p:grpSpPr>
            <a:xfrm>
              <a:off x="16180" y="8114"/>
              <a:ext cx="799" cy="182"/>
              <a:chOff x="9270" y="2823"/>
              <a:chExt cx="799" cy="182"/>
            </a:xfrm>
          </p:grpSpPr>
          <p:sp>
            <p:nvSpPr>
              <p:cNvPr id="71" name="图形"/>
              <p:cNvSpPr/>
              <p:nvPr/>
            </p:nvSpPr>
            <p:spPr>
              <a:xfrm>
                <a:off x="9270" y="2823"/>
                <a:ext cx="183" cy="183"/>
              </a:xfrm>
              <a:prstGeom prst="ellipse">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lumMod val="100000"/>
                    </a:prstClr>
                  </a:solidFill>
                  <a:effectLst/>
                  <a:uLnTx/>
                  <a:uFillTx/>
                  <a:latin typeface="字魂创中黑"/>
                  <a:ea typeface="字魂创中黑"/>
                  <a:cs typeface="字魂创中黑" panose="00000500000000000000" charset="-122"/>
                </a:endParaRPr>
              </a:p>
            </p:txBody>
          </p:sp>
          <p:sp>
            <p:nvSpPr>
              <p:cNvPr id="72" name="图形"/>
              <p:cNvSpPr/>
              <p:nvPr/>
            </p:nvSpPr>
            <p:spPr>
              <a:xfrm>
                <a:off x="9578" y="2823"/>
                <a:ext cx="183" cy="183"/>
              </a:xfrm>
              <a:prstGeom prst="ellipse">
                <a:avLst/>
              </a:prstGeom>
              <a:solidFill>
                <a:srgbClr val="3281F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lumMod val="100000"/>
                    </a:prstClr>
                  </a:solidFill>
                  <a:effectLst/>
                  <a:uLnTx/>
                  <a:uFillTx/>
                  <a:latin typeface="字魂创中黑"/>
                  <a:ea typeface="字魂创中黑"/>
                  <a:cs typeface="字魂创中黑" panose="00000500000000000000" charset="-122"/>
                </a:endParaRPr>
              </a:p>
            </p:txBody>
          </p:sp>
          <p:sp>
            <p:nvSpPr>
              <p:cNvPr id="65" name="图形"/>
              <p:cNvSpPr/>
              <p:nvPr/>
            </p:nvSpPr>
            <p:spPr>
              <a:xfrm>
                <a:off x="9887" y="2823"/>
                <a:ext cx="183" cy="183"/>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grpSp>
      </p:grpSp>
    </p:spTree>
    <p:custDataLst>
      <p:tags r:id="rId3"/>
    </p:custDataLst>
  </p:cSld>
  <p:clrMapOvr>
    <a:masterClrMapping/>
  </p:clrMapOvr>
  <p:transition advTm="2000">
    <p:split orient="vert" dir="in"/>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2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grpSp>
        <p:nvGrpSpPr>
          <p:cNvPr id="7" name="图形"/>
          <p:cNvGrpSpPr/>
          <p:nvPr/>
        </p:nvGrpSpPr>
        <p:grpSpPr>
          <a:xfrm>
            <a:off x="673735" y="810260"/>
            <a:ext cx="3173730" cy="528955"/>
            <a:chOff x="1061" y="1276"/>
            <a:chExt cx="4998" cy="833"/>
          </a:xfrm>
        </p:grpSpPr>
        <p:sp>
          <p:nvSpPr>
            <p:cNvPr id="3" name="图形"/>
            <p:cNvSpPr/>
            <p:nvPr/>
          </p:nvSpPr>
          <p:spPr>
            <a:xfrm rot="3300000">
              <a:off x="1061" y="1276"/>
              <a:ext cx="793" cy="793"/>
            </a:xfrm>
            <a:prstGeom prst="roundRect">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Normal" panose="020b0400000000000000" charset="-122"/>
                <a:ea typeface="思源黑体 CN Normal" panose="020b0400000000000000" charset="-122"/>
                <a:cs typeface="字魂创中黑" panose="00000500000000000000" charset="-122"/>
              </a:endParaRPr>
            </a:p>
          </p:txBody>
        </p:sp>
        <p:sp>
          <p:nvSpPr>
            <p:cNvPr id="5" name="图形"/>
            <p:cNvSpPr/>
            <p:nvPr/>
          </p:nvSpPr>
          <p:spPr>
            <a:xfrm rot="3300000">
              <a:off x="1341" y="1316"/>
              <a:ext cx="793" cy="793"/>
            </a:xfrm>
            <a:prstGeom prst="roundRect">
              <a:avLst/>
            </a:prstGeom>
            <a:solidFill>
              <a:schemeClr val="accent1"/>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Normal" panose="020b0400000000000000" charset="-122"/>
                <a:ea typeface="思源黑体 CN Normal" panose="020b0400000000000000" charset="-122"/>
                <a:cs typeface="字魂创中黑" panose="00000500000000000000" charset="-122"/>
              </a:endParaRPr>
            </a:p>
          </p:txBody>
        </p:sp>
        <p:sp>
          <p:nvSpPr>
            <p:cNvPr id="23" name="图形"/>
            <p:cNvSpPr txBox="1"/>
            <p:nvPr/>
          </p:nvSpPr>
          <p:spPr>
            <a:xfrm>
              <a:off x="2183" y="1301"/>
              <a:ext cx="3876" cy="480"/>
            </a:xfrm>
            <a:prstGeom prst="rect">
              <a:avLst/>
            </a:prstGeom>
            <a:noFill/>
          </p:spPr>
          <p:txBody>
            <a:bodyPr wrap="square" rtlCol="0">
              <a:normAutofit lnSpcReduction="20000"/>
            </a:bodyPr>
            <a:lstStyle/>
            <a:p>
              <a:pPr algn="l"/>
              <a:r>
                <a:rPr lang="en-US" altLang="en-US" sz="1400">
                  <a:solidFill>
                    <a:schemeClr val="tx1"/>
                  </a:solidFill>
                  <a:latin typeface="Source Han Sans SC"/>
                  <a:ea typeface="Source Han Sans SC"/>
                  <a:cs typeface="字魂创中黑" panose="00000500000000000000" charset="-122"/>
                  <a:sym typeface="+mn-ea"/>
                </a:rPr>
                <a:t>Internship results report</a:t>
              </a:r>
              <a:endParaRPr lang="zh-CN" altLang="en-US" sz="2800">
                <a:solidFill>
                  <a:schemeClr val="tx1"/>
                </a:solidFill>
                <a:latin typeface="字魂创粗黑" panose="00000500000000000000" charset="-122"/>
                <a:ea typeface="字魂创粗黑" panose="00000500000000000000" charset="-122"/>
                <a:cs typeface="字魂创中黑" panose="00000500000000000000" charset="-122"/>
                <a:sym typeface="+mn-ea"/>
              </a:endParaRPr>
            </a:p>
          </p:txBody>
        </p:sp>
        <p:sp>
          <p:nvSpPr>
            <p:cNvPr id="4" name="图形"/>
            <p:cNvSpPr txBox="1"/>
            <p:nvPr/>
          </p:nvSpPr>
          <p:spPr>
            <a:xfrm>
              <a:off x="1251" y="1293"/>
              <a:ext cx="932" cy="725"/>
            </a:xfrm>
            <a:prstGeom prst="rect">
              <a:avLst/>
            </a:prstGeom>
            <a:noFill/>
          </p:spPr>
          <p:txBody>
            <a:bodyPr wrap="square" rtlCol="0">
              <a:normAutofit/>
            </a:bodyPr>
            <a:lstStyle/>
            <a:p>
              <a:pPr algn="ctr"/>
              <a:r>
                <a:rPr lang="en-US" altLang="zh-CN" sz="2400">
                  <a:solidFill>
                    <a:schemeClr val="bg1"/>
                  </a:solidFill>
                  <a:latin typeface="Source Han Sans SC"/>
                  <a:ea typeface="Source Han Sans SC"/>
                  <a:cs typeface="字魂创中黑" panose="00000500000000000000" charset="-122"/>
                </a:rPr>
                <a:t>03</a:t>
              </a:r>
              <a:endParaRPr lang="en-US" altLang="zh-CN" sz="2400">
                <a:solidFill>
                  <a:schemeClr val="bg1"/>
                </a:solidFill>
                <a:latin typeface="字魂创粗黑" panose="00000500000000000000" charset="-122"/>
                <a:ea typeface="字魂创粗黑" panose="00000500000000000000" charset="-122"/>
                <a:cs typeface="字魂创中黑" panose="00000500000000000000" charset="-122"/>
              </a:endParaRPr>
            </a:p>
          </p:txBody>
        </p:sp>
      </p:grpSp>
      <p:grpSp>
        <p:nvGrpSpPr>
          <p:cNvPr id="2" name="组合 1"/>
          <p:cNvGrpSpPr/>
          <p:nvPr/>
        </p:nvGrpSpPr>
        <p:grpSpPr>
          <a:xfrm>
            <a:off x="935355" y="1820545"/>
            <a:ext cx="10177145" cy="3830320"/>
            <a:chOff x="1473" y="2867"/>
            <a:chExt cx="16027" cy="6032"/>
          </a:xfrm>
        </p:grpSpPr>
        <p:sp>
          <p:nvSpPr>
            <p:cNvPr id="18" name="图形"/>
            <p:cNvSpPr/>
            <p:nvPr/>
          </p:nvSpPr>
          <p:spPr>
            <a:xfrm>
              <a:off x="7900" y="3416"/>
              <a:ext cx="7760" cy="36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创中黑" panose="00000500000000000000" charset="-122"/>
              </a:endParaRPr>
            </a:p>
          </p:txBody>
        </p:sp>
        <p:sp>
          <p:nvSpPr>
            <p:cNvPr id="19" name="图形"/>
            <p:cNvSpPr/>
            <p:nvPr/>
          </p:nvSpPr>
          <p:spPr>
            <a:xfrm>
              <a:off x="7900" y="3416"/>
              <a:ext cx="3028" cy="36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创中黑" panose="00000500000000000000" charset="-122"/>
              </a:endParaRPr>
            </a:p>
          </p:txBody>
        </p:sp>
        <p:sp>
          <p:nvSpPr>
            <p:cNvPr id="20" name="图形"/>
            <p:cNvSpPr/>
            <p:nvPr/>
          </p:nvSpPr>
          <p:spPr>
            <a:xfrm>
              <a:off x="7900" y="4415"/>
              <a:ext cx="7760" cy="36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创中黑" panose="00000500000000000000" charset="-122"/>
              </a:endParaRPr>
            </a:p>
          </p:txBody>
        </p:sp>
        <p:sp>
          <p:nvSpPr>
            <p:cNvPr id="21" name="图形"/>
            <p:cNvSpPr/>
            <p:nvPr/>
          </p:nvSpPr>
          <p:spPr>
            <a:xfrm>
              <a:off x="7900" y="4415"/>
              <a:ext cx="4900" cy="36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创中黑" panose="00000500000000000000" charset="-122"/>
              </a:endParaRPr>
            </a:p>
          </p:txBody>
        </p:sp>
        <p:sp>
          <p:nvSpPr>
            <p:cNvPr id="27" name="图形"/>
            <p:cNvSpPr/>
            <p:nvPr/>
          </p:nvSpPr>
          <p:spPr>
            <a:xfrm>
              <a:off x="7900" y="5414"/>
              <a:ext cx="7760" cy="36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创中黑" panose="00000500000000000000" charset="-122"/>
              </a:endParaRPr>
            </a:p>
          </p:txBody>
        </p:sp>
        <p:sp>
          <p:nvSpPr>
            <p:cNvPr id="28" name="图形"/>
            <p:cNvSpPr/>
            <p:nvPr/>
          </p:nvSpPr>
          <p:spPr>
            <a:xfrm>
              <a:off x="7900" y="5414"/>
              <a:ext cx="3740" cy="360"/>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创中黑" panose="00000500000000000000" charset="-122"/>
              </a:endParaRPr>
            </a:p>
          </p:txBody>
        </p:sp>
        <p:sp>
          <p:nvSpPr>
            <p:cNvPr id="30" name="图形"/>
            <p:cNvSpPr/>
            <p:nvPr/>
          </p:nvSpPr>
          <p:spPr>
            <a:xfrm>
              <a:off x="7900" y="6413"/>
              <a:ext cx="7760" cy="36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创中黑" panose="00000500000000000000" charset="-122"/>
              </a:endParaRPr>
            </a:p>
          </p:txBody>
        </p:sp>
        <p:sp>
          <p:nvSpPr>
            <p:cNvPr id="31" name="图形"/>
            <p:cNvSpPr/>
            <p:nvPr/>
          </p:nvSpPr>
          <p:spPr>
            <a:xfrm>
              <a:off x="7900" y="6413"/>
              <a:ext cx="6720" cy="36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创中黑" panose="00000500000000000000" charset="-122"/>
              </a:endParaRPr>
            </a:p>
          </p:txBody>
        </p:sp>
        <p:sp>
          <p:nvSpPr>
            <p:cNvPr id="32" name="图形"/>
            <p:cNvSpPr txBox="1"/>
            <p:nvPr/>
          </p:nvSpPr>
          <p:spPr>
            <a:xfrm>
              <a:off x="15926" y="3354"/>
              <a:ext cx="1370" cy="485"/>
            </a:xfrm>
            <a:prstGeom prst="rect">
              <a:avLst/>
            </a:prstGeom>
            <a:noFill/>
          </p:spPr>
          <p:txBody>
            <a:bodyPr wrap="none" rtlCol="0">
              <a:normAutofit/>
            </a:bodyPr>
            <a:lstStyle/>
            <a:p>
              <a:r>
                <a:rPr lang="en-US" altLang="en-US" sz="1400">
                  <a:solidFill>
                    <a:schemeClr val="tx1">
                      <a:lumMod val="50000"/>
                      <a:lumOff val="50000"/>
                    </a:schemeClr>
                  </a:solidFill>
                  <a:latin typeface="Source Han Sans SC"/>
                  <a:cs typeface="字魂创中黑" panose="00000500000000000000" charset="-122"/>
                </a:rPr>
                <a:t>Add text</a:t>
              </a:r>
              <a:endParaRPr lang="zh-CN" altLang="en-US" sz="1400">
                <a:solidFill>
                  <a:schemeClr val="tx1">
                    <a:lumMod val="50000"/>
                    <a:lumOff val="50000"/>
                  </a:schemeClr>
                </a:solidFill>
                <a:latin typeface="字魂创中黑"/>
                <a:cs typeface="字魂创中黑" panose="00000500000000000000" charset="-122"/>
              </a:endParaRPr>
            </a:p>
          </p:txBody>
        </p:sp>
        <p:sp>
          <p:nvSpPr>
            <p:cNvPr id="33" name="图形"/>
            <p:cNvSpPr txBox="1"/>
            <p:nvPr/>
          </p:nvSpPr>
          <p:spPr>
            <a:xfrm>
              <a:off x="15926" y="4353"/>
              <a:ext cx="1370" cy="485"/>
            </a:xfrm>
            <a:prstGeom prst="rect">
              <a:avLst/>
            </a:prstGeom>
            <a:noFill/>
          </p:spPr>
          <p:txBody>
            <a:bodyPr wrap="none" rtlCol="0">
              <a:normAutofit/>
            </a:bodyPr>
            <a:lstStyle/>
            <a:p>
              <a:r>
                <a:rPr lang="en-US" altLang="en-US" sz="1400">
                  <a:solidFill>
                    <a:schemeClr val="tx1">
                      <a:lumMod val="50000"/>
                      <a:lumOff val="50000"/>
                    </a:schemeClr>
                  </a:solidFill>
                  <a:latin typeface="Source Han Sans SC"/>
                  <a:cs typeface="字魂创中黑" panose="00000500000000000000" charset="-122"/>
                </a:rPr>
                <a:t>Add text</a:t>
              </a:r>
              <a:endParaRPr lang="zh-CN" altLang="en-US" sz="1400">
                <a:solidFill>
                  <a:schemeClr val="tx1">
                    <a:lumMod val="50000"/>
                    <a:lumOff val="50000"/>
                  </a:schemeClr>
                </a:solidFill>
                <a:latin typeface="字魂创中黑"/>
                <a:cs typeface="字魂创中黑" panose="00000500000000000000" charset="-122"/>
              </a:endParaRPr>
            </a:p>
          </p:txBody>
        </p:sp>
        <p:sp>
          <p:nvSpPr>
            <p:cNvPr id="34" name="图形"/>
            <p:cNvSpPr txBox="1"/>
            <p:nvPr/>
          </p:nvSpPr>
          <p:spPr>
            <a:xfrm>
              <a:off x="15926" y="5352"/>
              <a:ext cx="1370" cy="485"/>
            </a:xfrm>
            <a:prstGeom prst="rect">
              <a:avLst/>
            </a:prstGeom>
            <a:noFill/>
          </p:spPr>
          <p:txBody>
            <a:bodyPr wrap="none" rtlCol="0">
              <a:normAutofit/>
            </a:bodyPr>
            <a:lstStyle/>
            <a:p>
              <a:r>
                <a:rPr lang="en-US" altLang="en-US" sz="1400">
                  <a:solidFill>
                    <a:schemeClr val="tx1">
                      <a:lumMod val="50000"/>
                      <a:lumOff val="50000"/>
                    </a:schemeClr>
                  </a:solidFill>
                  <a:latin typeface="Source Han Sans SC"/>
                  <a:cs typeface="字魂创中黑" panose="00000500000000000000" charset="-122"/>
                </a:rPr>
                <a:t>Add text</a:t>
              </a:r>
              <a:endParaRPr lang="zh-CN" altLang="en-US" sz="1400">
                <a:solidFill>
                  <a:schemeClr val="tx1">
                    <a:lumMod val="50000"/>
                    <a:lumOff val="50000"/>
                  </a:schemeClr>
                </a:solidFill>
                <a:latin typeface="字魂创中黑"/>
                <a:cs typeface="字魂创中黑" panose="00000500000000000000" charset="-122"/>
              </a:endParaRPr>
            </a:p>
          </p:txBody>
        </p:sp>
        <p:sp>
          <p:nvSpPr>
            <p:cNvPr id="35" name="图形"/>
            <p:cNvSpPr txBox="1"/>
            <p:nvPr/>
          </p:nvSpPr>
          <p:spPr>
            <a:xfrm>
              <a:off x="15926" y="6351"/>
              <a:ext cx="1370" cy="485"/>
            </a:xfrm>
            <a:prstGeom prst="rect">
              <a:avLst/>
            </a:prstGeom>
            <a:noFill/>
          </p:spPr>
          <p:txBody>
            <a:bodyPr wrap="none" rtlCol="0">
              <a:normAutofit/>
            </a:bodyPr>
            <a:lstStyle/>
            <a:p>
              <a:r>
                <a:rPr lang="en-US" altLang="en-US" sz="1400">
                  <a:solidFill>
                    <a:schemeClr val="tx1">
                      <a:lumMod val="50000"/>
                      <a:lumOff val="50000"/>
                    </a:schemeClr>
                  </a:solidFill>
                  <a:latin typeface="Source Han Sans SC"/>
                  <a:cs typeface="字魂创中黑" panose="00000500000000000000" charset="-122"/>
                </a:rPr>
                <a:t>Add text</a:t>
              </a:r>
              <a:endParaRPr lang="zh-CN" altLang="en-US" sz="1400">
                <a:solidFill>
                  <a:schemeClr val="tx1">
                    <a:lumMod val="50000"/>
                    <a:lumOff val="50000"/>
                  </a:schemeClr>
                </a:solidFill>
                <a:latin typeface="字魂创中黑"/>
                <a:cs typeface="字魂创中黑" panose="00000500000000000000" charset="-122"/>
              </a:endParaRPr>
            </a:p>
          </p:txBody>
        </p:sp>
        <p:sp>
          <p:nvSpPr>
            <p:cNvPr id="36" name="图形"/>
            <p:cNvSpPr/>
            <p:nvPr/>
          </p:nvSpPr>
          <p:spPr>
            <a:xfrm>
              <a:off x="7900" y="7229"/>
              <a:ext cx="9600" cy="1340"/>
            </a:xfrm>
            <a:prstGeom prst="rect">
              <a:avLst/>
            </a:prstGeom>
          </p:spPr>
          <p:txBody>
            <a:bodyPr>
              <a:normAutofit/>
            </a:bodyPr>
            <a:lstStyle/>
            <a:p>
              <a:pPr algn="l">
                <a:lnSpc>
                  <a:spcPct val="120000"/>
                </a:lnSpc>
                <a:spcBef>
                  <a:spcPct val="0"/>
                </a:spcBef>
                <a:buNone/>
              </a:pPr>
              <a:r>
                <a:rPr lang="en-US" altLang="en-US" sz="14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 add your text here add your text here add your text here add your text here add your text here Add your text here Add your text here</a:t>
              </a:r>
              <a:endParaRPr lang="en-US" altLang="zh-CN" sz="1400">
                <a:solidFill>
                  <a:prstClr val="black">
                    <a:lumMod val="50000"/>
                    <a:lumOff val="50000"/>
                  </a:prstClr>
                </a:solidFill>
                <a:latin typeface="字魂创中黑"/>
                <a:cs typeface="字魂创中黑" panose="00000500000000000000" charset="-122"/>
                <a:sym typeface="字魂创中黑"/>
              </a:endParaRPr>
            </a:p>
          </p:txBody>
        </p:sp>
        <p:pic>
          <p:nvPicPr>
            <p:cNvPr id="10" name="图形" descr="C:/Users/Administrator/AppData/Local/Temp/picturecompress_20211028114849/output_1.pngoutput_1"/>
            <p:cNvPicPr>
              <a:picLocks noChangeAspect="1"/>
            </p:cNvPicPr>
            <p:nvPr/>
          </p:nvPicPr>
          <p:blipFill>
            <a:blip r:embed="rId2"/>
            <a:stretch>
              <a:fillRect/>
            </a:stretch>
          </p:blipFill>
          <p:spPr>
            <a:xfrm>
              <a:off x="1473" y="2867"/>
              <a:ext cx="6032" cy="6032"/>
            </a:xfrm>
            <a:prstGeom prst="rect">
              <a:avLst/>
            </a:prstGeom>
          </p:spPr>
        </p:pic>
      </p:grpSp>
    </p:spTree>
    <p:custDataLst>
      <p:tags r:id="rId3"/>
    </p:custDataLst>
  </p:cSld>
  <p:clrMapOvr>
    <a:masterClrMapping/>
  </p:clrMapOvr>
  <p:transition advTm="2000">
    <p:comb/>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grpSp>
        <p:nvGrpSpPr>
          <p:cNvPr id="7" name="图形"/>
          <p:cNvGrpSpPr/>
          <p:nvPr/>
        </p:nvGrpSpPr>
        <p:grpSpPr>
          <a:xfrm>
            <a:off x="673735" y="810260"/>
            <a:ext cx="3173730" cy="528955"/>
            <a:chOff x="1061" y="1276"/>
            <a:chExt cx="4998" cy="833"/>
          </a:xfrm>
        </p:grpSpPr>
        <p:sp>
          <p:nvSpPr>
            <p:cNvPr id="3" name="图形"/>
            <p:cNvSpPr/>
            <p:nvPr/>
          </p:nvSpPr>
          <p:spPr>
            <a:xfrm rot="3300000">
              <a:off x="1061" y="1276"/>
              <a:ext cx="793" cy="793"/>
            </a:xfrm>
            <a:prstGeom prst="roundRect">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Normal" panose="020b0400000000000000" charset="-122"/>
                <a:ea typeface="思源黑体 CN Normal" panose="020b0400000000000000" charset="-122"/>
                <a:cs typeface="字魂创中黑" panose="00000500000000000000" charset="-122"/>
              </a:endParaRPr>
            </a:p>
          </p:txBody>
        </p:sp>
        <p:sp>
          <p:nvSpPr>
            <p:cNvPr id="5" name="图形"/>
            <p:cNvSpPr/>
            <p:nvPr/>
          </p:nvSpPr>
          <p:spPr>
            <a:xfrm rot="3300000">
              <a:off x="1341" y="1316"/>
              <a:ext cx="793" cy="793"/>
            </a:xfrm>
            <a:prstGeom prst="roundRect">
              <a:avLst/>
            </a:prstGeom>
            <a:solidFill>
              <a:schemeClr val="accent1"/>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Normal" panose="020b0400000000000000" charset="-122"/>
                <a:ea typeface="思源黑体 CN Normal" panose="020b0400000000000000" charset="-122"/>
                <a:cs typeface="字魂创中黑" panose="00000500000000000000" charset="-122"/>
              </a:endParaRPr>
            </a:p>
          </p:txBody>
        </p:sp>
        <p:sp>
          <p:nvSpPr>
            <p:cNvPr id="23" name="图形"/>
            <p:cNvSpPr txBox="1"/>
            <p:nvPr/>
          </p:nvSpPr>
          <p:spPr>
            <a:xfrm>
              <a:off x="2183" y="1301"/>
              <a:ext cx="3876" cy="480"/>
            </a:xfrm>
            <a:prstGeom prst="rect">
              <a:avLst/>
            </a:prstGeom>
            <a:noFill/>
          </p:spPr>
          <p:txBody>
            <a:bodyPr wrap="square" rtlCol="0">
              <a:normAutofit lnSpcReduction="20000"/>
            </a:bodyPr>
            <a:lstStyle/>
            <a:p>
              <a:pPr algn="l"/>
              <a:r>
                <a:rPr lang="en-US" altLang="en-US" sz="1400">
                  <a:solidFill>
                    <a:schemeClr val="tx1"/>
                  </a:solidFill>
                  <a:latin typeface="Source Han Sans SC"/>
                  <a:ea typeface="Source Han Sans SC"/>
                  <a:cs typeface="字魂创中黑" panose="00000500000000000000" charset="-122"/>
                  <a:sym typeface="+mn-ea"/>
                </a:rPr>
                <a:t>Internship results report</a:t>
              </a:r>
              <a:endParaRPr lang="zh-CN" altLang="en-US" sz="2800">
                <a:solidFill>
                  <a:schemeClr val="tx1"/>
                </a:solidFill>
                <a:latin typeface="字魂创粗黑" panose="00000500000000000000" charset="-122"/>
                <a:ea typeface="字魂创粗黑" panose="00000500000000000000" charset="-122"/>
                <a:cs typeface="字魂创中黑" panose="00000500000000000000" charset="-122"/>
                <a:sym typeface="+mn-ea"/>
              </a:endParaRPr>
            </a:p>
          </p:txBody>
        </p:sp>
        <p:sp>
          <p:nvSpPr>
            <p:cNvPr id="4" name="图形"/>
            <p:cNvSpPr txBox="1"/>
            <p:nvPr/>
          </p:nvSpPr>
          <p:spPr>
            <a:xfrm>
              <a:off x="1251" y="1293"/>
              <a:ext cx="932" cy="725"/>
            </a:xfrm>
            <a:prstGeom prst="rect">
              <a:avLst/>
            </a:prstGeom>
            <a:noFill/>
          </p:spPr>
          <p:txBody>
            <a:bodyPr wrap="square" rtlCol="0">
              <a:normAutofit/>
            </a:bodyPr>
            <a:lstStyle/>
            <a:p>
              <a:pPr algn="ctr"/>
              <a:r>
                <a:rPr lang="en-US" altLang="zh-CN" sz="2400">
                  <a:solidFill>
                    <a:schemeClr val="bg1"/>
                  </a:solidFill>
                  <a:latin typeface="Source Han Sans SC"/>
                  <a:ea typeface="Source Han Sans SC"/>
                  <a:cs typeface="字魂创中黑" panose="00000500000000000000" charset="-122"/>
                </a:rPr>
                <a:t>03</a:t>
              </a:r>
              <a:endParaRPr lang="en-US" altLang="zh-CN" sz="2400">
                <a:solidFill>
                  <a:schemeClr val="bg1"/>
                </a:solidFill>
                <a:latin typeface="字魂创粗黑" panose="00000500000000000000" charset="-122"/>
                <a:ea typeface="字魂创粗黑" panose="00000500000000000000" charset="-122"/>
                <a:cs typeface="字魂创中黑" panose="00000500000000000000" charset="-122"/>
              </a:endParaRPr>
            </a:p>
          </p:txBody>
        </p:sp>
      </p:grpSp>
      <p:grpSp>
        <p:nvGrpSpPr>
          <p:cNvPr id="2" name="图形"/>
          <p:cNvGrpSpPr/>
          <p:nvPr/>
        </p:nvGrpSpPr>
        <p:grpSpPr>
          <a:xfrm>
            <a:off x="1290320" y="2317750"/>
            <a:ext cx="9864725" cy="2736215"/>
            <a:chOff x="2032" y="3650"/>
            <a:chExt cx="15535" cy="4309"/>
          </a:xfrm>
        </p:grpSpPr>
        <p:cxnSp>
          <p:nvCxnSpPr>
            <p:cNvPr id="6" name="图形"/>
            <p:cNvCxnSpPr/>
            <p:nvPr/>
          </p:nvCxnSpPr>
          <p:spPr>
            <a:xfrm flipH="1">
              <a:off x="2145" y="3877"/>
              <a:ext cx="0" cy="3742"/>
            </a:xfrm>
            <a:prstGeom prst="line">
              <a:avLst/>
            </a:prstGeom>
            <a:ln>
              <a:solidFill>
                <a:schemeClr val="bg1">
                  <a:lumMod val="50000"/>
                </a:schemeClr>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9" name="图形"/>
            <p:cNvSpPr txBox="1"/>
            <p:nvPr/>
          </p:nvSpPr>
          <p:spPr>
            <a:xfrm>
              <a:off x="2372" y="3650"/>
              <a:ext cx="2948" cy="1021"/>
            </a:xfrm>
            <a:prstGeom prst="rect">
              <a:avLst/>
            </a:prstGeom>
          </p:spPr>
          <p:txBody>
            <a:bodyPr vert="horz" lIns="91440" tIns="45720" rIns="91440" bIns="45720" rtlCol="0" anchor="t">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1600" b="1">
                  <a:solidFill>
                    <a:schemeClr val="tx1">
                      <a:lumMod val="75000"/>
                      <a:lumOff val="25000"/>
                    </a:schemeClr>
                  </a:solidFill>
                  <a:latin typeface="Source Han Sans SC"/>
                  <a:ea typeface="Source Han Sans SC"/>
                  <a:cs typeface="字魂创中黑" panose="00000500000000000000" charset="-122"/>
                  <a:sym typeface="+mn-ea"/>
                </a:rPr>
                <a:t>Default title</a:t>
              </a:r>
              <a:endParaRPr lang="zh-CN" altLang="en-US" sz="2400" b="1">
                <a:solidFill>
                  <a:schemeClr val="tx1">
                    <a:lumMod val="75000"/>
                    <a:lumOff val="25000"/>
                  </a:schemeClr>
                </a:solidFill>
                <a:latin typeface="字魂创中黑"/>
                <a:ea typeface="字魂创中黑"/>
                <a:cs typeface="字魂创中黑" panose="00000500000000000000" charset="-122"/>
                <a:sym typeface="+mn-ea"/>
              </a:endParaRPr>
            </a:p>
          </p:txBody>
        </p:sp>
        <p:sp>
          <p:nvSpPr>
            <p:cNvPr id="27" name="图形"/>
            <p:cNvSpPr/>
            <p:nvPr/>
          </p:nvSpPr>
          <p:spPr>
            <a:xfrm>
              <a:off x="2032" y="7279"/>
              <a:ext cx="3629" cy="6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创中黑"/>
                <a:cs typeface="字魂创中黑" panose="00000500000000000000" charset="-122"/>
              </a:endParaRPr>
            </a:p>
          </p:txBody>
        </p:sp>
        <p:sp>
          <p:nvSpPr>
            <p:cNvPr id="31" name="图形"/>
            <p:cNvSpPr txBox="1"/>
            <p:nvPr/>
          </p:nvSpPr>
          <p:spPr>
            <a:xfrm>
              <a:off x="2422" y="7279"/>
              <a:ext cx="2722" cy="680"/>
            </a:xfrm>
            <a:prstGeom prst="rect">
              <a:avLst/>
            </a:prstGeom>
            <a:solidFill>
              <a:schemeClr val="accent2"/>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1800">
                  <a:solidFill>
                    <a:schemeClr val="bg1"/>
                  </a:solidFill>
                  <a:latin typeface="思源黑体 Normal"/>
                  <a:ea typeface="思源黑体 CN Normal" panose="020b0400000000000000" charset="-122"/>
                  <a:cs typeface="思源黑体 CN Normal" panose="020b0400000000000000" charset="-122"/>
                </a:rPr>
                <a:t>79,165</a:t>
              </a:r>
              <a:r>
                <a:rPr lang="en-US" altLang="en-US" sz="1800">
                  <a:solidFill>
                    <a:schemeClr val="bg1"/>
                  </a:solidFill>
                  <a:latin typeface="思源黑体 Normal"/>
                  <a:ea typeface="思源黑体 CN Normal" panose="020b0400000000000000" charset="-122"/>
                  <a:cs typeface="思源黑体 CN Normal" panose="020b0400000000000000" charset="-122"/>
                </a:rPr>
                <a:t>￥</a:t>
              </a:r>
              <a:endParaRPr lang="zh-CN" altLang="en-US" sz="1800">
                <a:solidFill>
                  <a:schemeClr val="bg1"/>
                </a:solidFill>
                <a:latin typeface="思源黑体 CN Normal" panose="020b0400000000000000" charset="-122"/>
                <a:ea typeface="思源黑体 CN Normal" panose="020b0400000000000000" charset="-122"/>
                <a:cs typeface="思源黑体 CN Normal" panose="020b0400000000000000" charset="-122"/>
              </a:endParaRPr>
            </a:p>
          </p:txBody>
        </p:sp>
        <p:cxnSp>
          <p:nvCxnSpPr>
            <p:cNvPr id="32" name="图形"/>
            <p:cNvCxnSpPr/>
            <p:nvPr/>
          </p:nvCxnSpPr>
          <p:spPr>
            <a:xfrm flipH="1">
              <a:off x="6114" y="3877"/>
              <a:ext cx="0" cy="3742"/>
            </a:xfrm>
            <a:prstGeom prst="line">
              <a:avLst/>
            </a:prstGeom>
            <a:ln>
              <a:solidFill>
                <a:schemeClr val="bg1">
                  <a:lumMod val="50000"/>
                </a:schemeClr>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3" name="图形"/>
            <p:cNvSpPr txBox="1"/>
            <p:nvPr/>
          </p:nvSpPr>
          <p:spPr>
            <a:xfrm>
              <a:off x="6341" y="3650"/>
              <a:ext cx="2948" cy="1021"/>
            </a:xfrm>
            <a:prstGeom prst="rect">
              <a:avLst/>
            </a:prstGeom>
          </p:spPr>
          <p:txBody>
            <a:bodyPr vert="horz" lIns="91440" tIns="45720" rIns="91440" bIns="45720" rtlCol="0" anchor="t">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1600" b="1">
                  <a:solidFill>
                    <a:schemeClr val="tx1">
                      <a:lumMod val="75000"/>
                      <a:lumOff val="25000"/>
                    </a:schemeClr>
                  </a:solidFill>
                  <a:latin typeface="Source Han Sans SC"/>
                  <a:ea typeface="Source Han Sans SC"/>
                  <a:cs typeface="字魂创中黑" panose="00000500000000000000" charset="-122"/>
                  <a:sym typeface="+mn-ea"/>
                </a:rPr>
                <a:t>Default title</a:t>
              </a:r>
              <a:endParaRPr lang="zh-CN" altLang="en-US" sz="2400" b="1">
                <a:solidFill>
                  <a:schemeClr val="tx1">
                    <a:lumMod val="75000"/>
                    <a:lumOff val="25000"/>
                  </a:schemeClr>
                </a:solidFill>
                <a:latin typeface="字魂创中黑"/>
                <a:ea typeface="字魂创中黑"/>
                <a:cs typeface="字魂创中黑" panose="00000500000000000000" charset="-122"/>
                <a:sym typeface="+mn-ea"/>
              </a:endParaRPr>
            </a:p>
          </p:txBody>
        </p:sp>
        <p:sp>
          <p:nvSpPr>
            <p:cNvPr id="50" name="图形"/>
            <p:cNvSpPr/>
            <p:nvPr/>
          </p:nvSpPr>
          <p:spPr>
            <a:xfrm>
              <a:off x="6001" y="7279"/>
              <a:ext cx="3629" cy="6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创中黑"/>
                <a:cs typeface="字魂创中黑" panose="00000500000000000000" charset="-122"/>
              </a:endParaRPr>
            </a:p>
          </p:txBody>
        </p:sp>
        <p:sp>
          <p:nvSpPr>
            <p:cNvPr id="51" name="图形"/>
            <p:cNvSpPr txBox="1"/>
            <p:nvPr/>
          </p:nvSpPr>
          <p:spPr>
            <a:xfrm>
              <a:off x="6391" y="7279"/>
              <a:ext cx="2722" cy="68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1800">
                  <a:solidFill>
                    <a:schemeClr val="bg1"/>
                  </a:solidFill>
                  <a:latin typeface="思源黑体 Normal"/>
                  <a:ea typeface="思源黑体 CN Normal" panose="020b0400000000000000" charset="-122"/>
                  <a:cs typeface="思源黑体 CN Normal" panose="020b0400000000000000" charset="-122"/>
                  <a:sym typeface="+mn-ea"/>
                </a:rPr>
                <a:t>56,185</a:t>
              </a:r>
              <a:r>
                <a:rPr lang="en-US" altLang="en-US" sz="1800">
                  <a:solidFill>
                    <a:schemeClr val="bg1"/>
                  </a:solidFill>
                  <a:latin typeface="思源黑体 Normal"/>
                  <a:ea typeface="思源黑体 CN Normal" panose="020b0400000000000000" charset="-122"/>
                  <a:cs typeface="思源黑体 CN Normal" panose="020b0400000000000000" charset="-122"/>
                  <a:sym typeface="+mn-ea"/>
                </a:rPr>
                <a:t>￥</a:t>
              </a:r>
              <a:endParaRPr lang="en-US" altLang="zh-CN" sz="1800">
                <a:solidFill>
                  <a:schemeClr val="bg1"/>
                </a:solidFill>
                <a:latin typeface="字魂创中黑"/>
                <a:ea typeface="字魂创中黑"/>
                <a:cs typeface="字魂创中黑" panose="00000500000000000000" charset="-122"/>
              </a:endParaRPr>
            </a:p>
          </p:txBody>
        </p:sp>
        <p:cxnSp>
          <p:nvCxnSpPr>
            <p:cNvPr id="52" name="图形"/>
            <p:cNvCxnSpPr/>
            <p:nvPr/>
          </p:nvCxnSpPr>
          <p:spPr>
            <a:xfrm flipH="1">
              <a:off x="10083" y="3877"/>
              <a:ext cx="0" cy="3742"/>
            </a:xfrm>
            <a:prstGeom prst="line">
              <a:avLst/>
            </a:prstGeom>
            <a:ln>
              <a:solidFill>
                <a:schemeClr val="bg1">
                  <a:lumMod val="50000"/>
                </a:schemeClr>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53" name="图形"/>
            <p:cNvSpPr txBox="1"/>
            <p:nvPr/>
          </p:nvSpPr>
          <p:spPr>
            <a:xfrm>
              <a:off x="10310" y="3650"/>
              <a:ext cx="2948" cy="1021"/>
            </a:xfrm>
            <a:prstGeom prst="rect">
              <a:avLst/>
            </a:prstGeom>
          </p:spPr>
          <p:txBody>
            <a:bodyPr vert="horz" lIns="91440" tIns="45720" rIns="91440" bIns="45720" rtlCol="0" anchor="t">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1600" b="1">
                  <a:solidFill>
                    <a:schemeClr val="tx1">
                      <a:lumMod val="75000"/>
                      <a:lumOff val="25000"/>
                    </a:schemeClr>
                  </a:solidFill>
                  <a:latin typeface="Source Han Sans SC"/>
                  <a:ea typeface="Source Han Sans SC"/>
                  <a:cs typeface="字魂创中黑" panose="00000500000000000000" charset="-122"/>
                  <a:sym typeface="+mn-ea"/>
                </a:rPr>
                <a:t>Default title</a:t>
              </a:r>
              <a:endParaRPr lang="zh-CN" altLang="en-US" sz="2400" b="1">
                <a:solidFill>
                  <a:schemeClr val="tx1">
                    <a:lumMod val="75000"/>
                    <a:lumOff val="25000"/>
                  </a:schemeClr>
                </a:solidFill>
                <a:latin typeface="字魂创中黑"/>
                <a:ea typeface="字魂创中黑"/>
                <a:cs typeface="字魂创中黑" panose="00000500000000000000" charset="-122"/>
                <a:sym typeface="+mn-ea"/>
              </a:endParaRPr>
            </a:p>
          </p:txBody>
        </p:sp>
        <p:sp>
          <p:nvSpPr>
            <p:cNvPr id="59" name="图形"/>
            <p:cNvSpPr/>
            <p:nvPr/>
          </p:nvSpPr>
          <p:spPr>
            <a:xfrm>
              <a:off x="9969" y="7279"/>
              <a:ext cx="3629" cy="6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创中黑"/>
                <a:cs typeface="字魂创中黑" panose="00000500000000000000" charset="-122"/>
              </a:endParaRPr>
            </a:p>
          </p:txBody>
        </p:sp>
        <p:sp>
          <p:nvSpPr>
            <p:cNvPr id="60" name="图形"/>
            <p:cNvSpPr txBox="1"/>
            <p:nvPr/>
          </p:nvSpPr>
          <p:spPr>
            <a:xfrm>
              <a:off x="10345" y="7279"/>
              <a:ext cx="2722" cy="680"/>
            </a:xfrm>
            <a:prstGeom prst="rect">
              <a:avLst/>
            </a:prstGeom>
            <a:solidFill>
              <a:schemeClr val="accent2"/>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1800">
                  <a:solidFill>
                    <a:schemeClr val="bg1"/>
                  </a:solidFill>
                  <a:latin typeface="思源黑体 Normal"/>
                  <a:ea typeface="思源黑体 CN Normal" panose="020b0400000000000000" charset="-122"/>
                  <a:cs typeface="思源黑体 CN Normal" panose="020b0400000000000000" charset="-122"/>
                  <a:sym typeface="+mn-ea"/>
                </a:rPr>
                <a:t>78,191</a:t>
              </a:r>
              <a:r>
                <a:rPr lang="en-US" altLang="en-US" sz="1800">
                  <a:solidFill>
                    <a:schemeClr val="bg1"/>
                  </a:solidFill>
                  <a:latin typeface="思源黑体 Normal"/>
                  <a:ea typeface="思源黑体 CN Normal" panose="020b0400000000000000" charset="-122"/>
                  <a:cs typeface="思源黑体 CN Normal" panose="020b0400000000000000" charset="-122"/>
                  <a:sym typeface="+mn-ea"/>
                </a:rPr>
                <a:t>￥</a:t>
              </a:r>
              <a:endParaRPr lang="en-US" altLang="zh-CN" sz="1800">
                <a:solidFill>
                  <a:schemeClr val="bg1"/>
                </a:solidFill>
                <a:latin typeface="字魂创中黑"/>
                <a:ea typeface="字魂创中黑"/>
                <a:cs typeface="字魂创中黑" panose="00000500000000000000" charset="-122"/>
              </a:endParaRPr>
            </a:p>
          </p:txBody>
        </p:sp>
        <p:cxnSp>
          <p:nvCxnSpPr>
            <p:cNvPr id="61" name="图形"/>
            <p:cNvCxnSpPr/>
            <p:nvPr/>
          </p:nvCxnSpPr>
          <p:spPr>
            <a:xfrm flipH="1">
              <a:off x="14052" y="3877"/>
              <a:ext cx="0" cy="3742"/>
            </a:xfrm>
            <a:prstGeom prst="line">
              <a:avLst/>
            </a:prstGeom>
            <a:ln>
              <a:solidFill>
                <a:schemeClr val="bg1">
                  <a:lumMod val="50000"/>
                </a:schemeClr>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62" name="图形"/>
            <p:cNvSpPr txBox="1"/>
            <p:nvPr/>
          </p:nvSpPr>
          <p:spPr>
            <a:xfrm>
              <a:off x="14279" y="3650"/>
              <a:ext cx="2948" cy="1021"/>
            </a:xfrm>
            <a:prstGeom prst="rect">
              <a:avLst/>
            </a:prstGeom>
          </p:spPr>
          <p:txBody>
            <a:bodyPr vert="horz" lIns="91440" tIns="45720" rIns="91440" bIns="45720" rtlCol="0" anchor="t">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1600" b="1">
                  <a:solidFill>
                    <a:schemeClr val="tx1">
                      <a:lumMod val="75000"/>
                      <a:lumOff val="25000"/>
                    </a:schemeClr>
                  </a:solidFill>
                  <a:latin typeface="Source Han Sans SC"/>
                  <a:ea typeface="Source Han Sans SC"/>
                  <a:cs typeface="字魂创中黑" panose="00000500000000000000" charset="-122"/>
                  <a:sym typeface="+mn-ea"/>
                </a:rPr>
                <a:t>Default title</a:t>
              </a:r>
              <a:endParaRPr lang="zh-CN" altLang="en-US" sz="2400" b="1">
                <a:solidFill>
                  <a:schemeClr val="tx1">
                    <a:lumMod val="75000"/>
                    <a:lumOff val="25000"/>
                  </a:schemeClr>
                </a:solidFill>
                <a:latin typeface="字魂创中黑"/>
                <a:ea typeface="字魂创中黑"/>
                <a:cs typeface="字魂创中黑" panose="00000500000000000000" charset="-122"/>
                <a:sym typeface="+mn-ea"/>
              </a:endParaRPr>
            </a:p>
          </p:txBody>
        </p:sp>
        <p:sp>
          <p:nvSpPr>
            <p:cNvPr id="68" name="图形"/>
            <p:cNvSpPr/>
            <p:nvPr/>
          </p:nvSpPr>
          <p:spPr>
            <a:xfrm>
              <a:off x="13938" y="7279"/>
              <a:ext cx="3629" cy="6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创中黑"/>
                <a:cs typeface="字魂创中黑" panose="00000500000000000000" charset="-122"/>
              </a:endParaRPr>
            </a:p>
          </p:txBody>
        </p:sp>
        <p:sp>
          <p:nvSpPr>
            <p:cNvPr id="69" name="图形"/>
            <p:cNvSpPr txBox="1"/>
            <p:nvPr/>
          </p:nvSpPr>
          <p:spPr>
            <a:xfrm>
              <a:off x="14314" y="7279"/>
              <a:ext cx="2722" cy="68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1800">
                  <a:solidFill>
                    <a:schemeClr val="bg1"/>
                  </a:solidFill>
                  <a:latin typeface="思源黑体 Normal"/>
                  <a:ea typeface="思源黑体 CN Normal" panose="020b0400000000000000" charset="-122"/>
                  <a:cs typeface="思源黑体 CN Normal" panose="020b0400000000000000" charset="-122"/>
                  <a:sym typeface="+mn-ea"/>
                </a:rPr>
                <a:t>65,192</a:t>
              </a:r>
              <a:r>
                <a:rPr lang="en-US" altLang="en-US" sz="1800">
                  <a:solidFill>
                    <a:schemeClr val="bg1"/>
                  </a:solidFill>
                  <a:latin typeface="思源黑体 Normal"/>
                  <a:ea typeface="思源黑体 CN Normal" panose="020b0400000000000000" charset="-122"/>
                  <a:cs typeface="思源黑体 CN Normal" panose="020b0400000000000000" charset="-122"/>
                  <a:sym typeface="+mn-ea"/>
                </a:rPr>
                <a:t>￥</a:t>
              </a:r>
              <a:endParaRPr lang="en-US" altLang="zh-CN" sz="1800">
                <a:solidFill>
                  <a:schemeClr val="bg1"/>
                </a:solidFill>
                <a:latin typeface="字魂创中黑"/>
                <a:ea typeface="字魂创中黑"/>
                <a:cs typeface="字魂创中黑" panose="00000500000000000000" charset="-122"/>
              </a:endParaRPr>
            </a:p>
          </p:txBody>
        </p:sp>
        <p:sp>
          <p:nvSpPr>
            <p:cNvPr id="28" name="图形"/>
            <p:cNvSpPr txBox="1"/>
            <p:nvPr/>
          </p:nvSpPr>
          <p:spPr>
            <a:xfrm>
              <a:off x="2437" y="4670"/>
              <a:ext cx="3222" cy="1861"/>
            </a:xfrm>
            <a:prstGeom prst="rect">
              <a:avLst/>
            </a:prstGeom>
            <a:noFill/>
          </p:spPr>
          <p:txBody>
            <a:bodyPr wrap="square" rtlCol="0" anchor="t">
              <a:normAutofit/>
            </a:bodyPr>
            <a:lstStyle/>
            <a:p>
              <a:pPr algn="l">
                <a:lnSpc>
                  <a:spcPct val="120000"/>
                </a:lnSpc>
                <a:spcBef>
                  <a:spcPct val="0"/>
                </a:spcBef>
                <a:buNone/>
              </a:pPr>
              <a:r>
                <a:rPr lang="en-US" altLang="en-US" sz="12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 add your text here add your text here add your text here add your text here</a:t>
              </a:r>
              <a:endParaRPr lang="zh-CN" altLang="en-US" sz="1200">
                <a:solidFill>
                  <a:schemeClr val="tx1">
                    <a:lumMod val="75000"/>
                    <a:lumOff val="25000"/>
                  </a:schemeClr>
                </a:solidFill>
                <a:latin typeface="字魂创中黑"/>
                <a:ea typeface="字魂创中黑"/>
                <a:cs typeface="字魂创中黑" panose="00000500000000000000" charset="-122"/>
                <a:sym typeface="+mn-ea"/>
              </a:endParaRPr>
            </a:p>
          </p:txBody>
        </p:sp>
        <p:sp>
          <p:nvSpPr>
            <p:cNvPr id="29" name="图形"/>
            <p:cNvSpPr txBox="1"/>
            <p:nvPr/>
          </p:nvSpPr>
          <p:spPr>
            <a:xfrm>
              <a:off x="6407" y="4670"/>
              <a:ext cx="3222" cy="1861"/>
            </a:xfrm>
            <a:prstGeom prst="rect">
              <a:avLst/>
            </a:prstGeom>
            <a:noFill/>
          </p:spPr>
          <p:txBody>
            <a:bodyPr wrap="square" rtlCol="0" anchor="t">
              <a:normAutofit/>
            </a:bodyPr>
            <a:lstStyle/>
            <a:p>
              <a:pPr algn="l">
                <a:lnSpc>
                  <a:spcPct val="120000"/>
                </a:lnSpc>
                <a:spcBef>
                  <a:spcPct val="0"/>
                </a:spcBef>
                <a:buNone/>
              </a:pPr>
              <a:r>
                <a:rPr lang="en-US" altLang="en-US" sz="12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 add your text here add your text here add your text here add your text here</a:t>
              </a:r>
              <a:endParaRPr lang="zh-CN" altLang="en-US" sz="1200">
                <a:solidFill>
                  <a:schemeClr val="tx1">
                    <a:lumMod val="75000"/>
                    <a:lumOff val="25000"/>
                  </a:schemeClr>
                </a:solidFill>
                <a:latin typeface="字魂创中黑"/>
                <a:ea typeface="字魂创中黑"/>
                <a:cs typeface="字魂创中黑" panose="00000500000000000000" charset="-122"/>
                <a:sym typeface="+mn-ea"/>
              </a:endParaRPr>
            </a:p>
          </p:txBody>
        </p:sp>
        <p:sp>
          <p:nvSpPr>
            <p:cNvPr id="34" name="图形"/>
            <p:cNvSpPr txBox="1"/>
            <p:nvPr/>
          </p:nvSpPr>
          <p:spPr>
            <a:xfrm>
              <a:off x="10310" y="4670"/>
              <a:ext cx="3222" cy="1861"/>
            </a:xfrm>
            <a:prstGeom prst="rect">
              <a:avLst/>
            </a:prstGeom>
            <a:noFill/>
          </p:spPr>
          <p:txBody>
            <a:bodyPr wrap="square" rtlCol="0" anchor="t">
              <a:normAutofit/>
            </a:bodyPr>
            <a:lstStyle/>
            <a:p>
              <a:pPr algn="l">
                <a:lnSpc>
                  <a:spcPct val="120000"/>
                </a:lnSpc>
                <a:spcBef>
                  <a:spcPct val="0"/>
                </a:spcBef>
                <a:buNone/>
              </a:pPr>
              <a:r>
                <a:rPr lang="en-US" altLang="en-US" sz="12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 add your text here add your text here add your text here add your text here</a:t>
              </a:r>
              <a:endParaRPr lang="zh-CN" altLang="en-US" sz="1200">
                <a:solidFill>
                  <a:schemeClr val="tx1">
                    <a:lumMod val="75000"/>
                    <a:lumOff val="25000"/>
                  </a:schemeClr>
                </a:solidFill>
                <a:latin typeface="字魂创中黑"/>
                <a:ea typeface="字魂创中黑"/>
                <a:cs typeface="字魂创中黑" panose="00000500000000000000" charset="-122"/>
                <a:sym typeface="+mn-ea"/>
              </a:endParaRPr>
            </a:p>
          </p:txBody>
        </p:sp>
        <p:sp>
          <p:nvSpPr>
            <p:cNvPr id="35" name="图形"/>
            <p:cNvSpPr txBox="1"/>
            <p:nvPr/>
          </p:nvSpPr>
          <p:spPr>
            <a:xfrm>
              <a:off x="14280" y="4670"/>
              <a:ext cx="3222" cy="1861"/>
            </a:xfrm>
            <a:prstGeom prst="rect">
              <a:avLst/>
            </a:prstGeom>
            <a:noFill/>
          </p:spPr>
          <p:txBody>
            <a:bodyPr wrap="square" rtlCol="0" anchor="t">
              <a:normAutofit/>
            </a:bodyPr>
            <a:lstStyle/>
            <a:p>
              <a:pPr algn="l">
                <a:lnSpc>
                  <a:spcPct val="120000"/>
                </a:lnSpc>
                <a:spcBef>
                  <a:spcPct val="0"/>
                </a:spcBef>
                <a:buNone/>
              </a:pPr>
              <a:r>
                <a:rPr lang="en-US" altLang="en-US" sz="12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 add your text here add your text here add your text here add your text here</a:t>
              </a:r>
              <a:endParaRPr lang="zh-CN" altLang="en-US" sz="1200">
                <a:solidFill>
                  <a:schemeClr val="tx1">
                    <a:lumMod val="75000"/>
                    <a:lumOff val="25000"/>
                  </a:schemeClr>
                </a:solidFill>
                <a:latin typeface="字魂创中黑"/>
                <a:ea typeface="字魂创中黑"/>
                <a:cs typeface="字魂创中黑" panose="00000500000000000000" charset="-122"/>
                <a:sym typeface="+mn-ea"/>
              </a:endParaRPr>
            </a:p>
          </p:txBody>
        </p:sp>
      </p:grpSp>
    </p:spTree>
    <p:custDataLst>
      <p:tags r:id="rId2"/>
    </p:custDataLst>
  </p:cSld>
  <p:clrMapOvr>
    <a:masterClrMapping/>
  </p:clrMapOvr>
  <p:transition advTm="2000">
    <p:diamon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grpSp>
        <p:nvGrpSpPr>
          <p:cNvPr id="7" name="图形"/>
          <p:cNvGrpSpPr/>
          <p:nvPr/>
        </p:nvGrpSpPr>
        <p:grpSpPr>
          <a:xfrm>
            <a:off x="673735" y="810260"/>
            <a:ext cx="3173730" cy="528955"/>
            <a:chOff x="1061" y="1276"/>
            <a:chExt cx="4998" cy="833"/>
          </a:xfrm>
        </p:grpSpPr>
        <p:sp>
          <p:nvSpPr>
            <p:cNvPr id="3" name="图形"/>
            <p:cNvSpPr/>
            <p:nvPr/>
          </p:nvSpPr>
          <p:spPr>
            <a:xfrm rot="3300000">
              <a:off x="1061" y="1276"/>
              <a:ext cx="793" cy="793"/>
            </a:xfrm>
            <a:prstGeom prst="roundRect">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Normal" panose="020b0400000000000000" charset="-122"/>
                <a:ea typeface="思源黑体 CN Normal" panose="020b0400000000000000" charset="-122"/>
                <a:cs typeface="字魂创中黑" panose="00000500000000000000" charset="-122"/>
              </a:endParaRPr>
            </a:p>
          </p:txBody>
        </p:sp>
        <p:sp>
          <p:nvSpPr>
            <p:cNvPr id="5" name="图形"/>
            <p:cNvSpPr/>
            <p:nvPr/>
          </p:nvSpPr>
          <p:spPr>
            <a:xfrm rot="3300000">
              <a:off x="1341" y="1316"/>
              <a:ext cx="793" cy="793"/>
            </a:xfrm>
            <a:prstGeom prst="roundRect">
              <a:avLst/>
            </a:prstGeom>
            <a:solidFill>
              <a:schemeClr val="accent1"/>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Normal" panose="020b0400000000000000" charset="-122"/>
                <a:ea typeface="思源黑体 CN Normal" panose="020b0400000000000000" charset="-122"/>
                <a:cs typeface="字魂创中黑" panose="00000500000000000000" charset="-122"/>
              </a:endParaRPr>
            </a:p>
          </p:txBody>
        </p:sp>
        <p:sp>
          <p:nvSpPr>
            <p:cNvPr id="23" name="图形"/>
            <p:cNvSpPr txBox="1"/>
            <p:nvPr/>
          </p:nvSpPr>
          <p:spPr>
            <a:xfrm>
              <a:off x="2183" y="1301"/>
              <a:ext cx="3876" cy="480"/>
            </a:xfrm>
            <a:prstGeom prst="rect">
              <a:avLst/>
            </a:prstGeom>
            <a:noFill/>
          </p:spPr>
          <p:txBody>
            <a:bodyPr wrap="square" rtlCol="0">
              <a:normAutofit lnSpcReduction="20000"/>
            </a:bodyPr>
            <a:lstStyle/>
            <a:p>
              <a:pPr algn="l"/>
              <a:r>
                <a:rPr lang="en-US" altLang="en-US" sz="1400">
                  <a:solidFill>
                    <a:schemeClr val="tx1"/>
                  </a:solidFill>
                  <a:latin typeface="Source Han Sans SC"/>
                  <a:ea typeface="Source Han Sans SC"/>
                  <a:cs typeface="字魂创中黑" panose="00000500000000000000" charset="-122"/>
                  <a:sym typeface="+mn-ea"/>
                </a:rPr>
                <a:t>Internship results report</a:t>
              </a:r>
              <a:endParaRPr lang="zh-CN" altLang="en-US" sz="2800">
                <a:solidFill>
                  <a:schemeClr val="tx1"/>
                </a:solidFill>
                <a:latin typeface="字魂创粗黑" panose="00000500000000000000" charset="-122"/>
                <a:ea typeface="字魂创粗黑" panose="00000500000000000000" charset="-122"/>
                <a:cs typeface="字魂创中黑" panose="00000500000000000000" charset="-122"/>
                <a:sym typeface="+mn-ea"/>
              </a:endParaRPr>
            </a:p>
          </p:txBody>
        </p:sp>
        <p:sp>
          <p:nvSpPr>
            <p:cNvPr id="4" name="图形"/>
            <p:cNvSpPr txBox="1"/>
            <p:nvPr/>
          </p:nvSpPr>
          <p:spPr>
            <a:xfrm>
              <a:off x="1251" y="1293"/>
              <a:ext cx="932" cy="725"/>
            </a:xfrm>
            <a:prstGeom prst="rect">
              <a:avLst/>
            </a:prstGeom>
            <a:noFill/>
          </p:spPr>
          <p:txBody>
            <a:bodyPr wrap="square" rtlCol="0">
              <a:normAutofit/>
            </a:bodyPr>
            <a:lstStyle/>
            <a:p>
              <a:pPr algn="ctr"/>
              <a:r>
                <a:rPr lang="en-US" altLang="zh-CN" sz="2400">
                  <a:solidFill>
                    <a:schemeClr val="bg1"/>
                  </a:solidFill>
                  <a:latin typeface="Source Han Sans SC"/>
                  <a:ea typeface="Source Han Sans SC"/>
                  <a:cs typeface="字魂创中黑" panose="00000500000000000000" charset="-122"/>
                </a:rPr>
                <a:t>03</a:t>
              </a:r>
              <a:endParaRPr lang="en-US" altLang="zh-CN" sz="2400">
                <a:solidFill>
                  <a:schemeClr val="bg1"/>
                </a:solidFill>
                <a:latin typeface="字魂创粗黑" panose="00000500000000000000" charset="-122"/>
                <a:ea typeface="字魂创粗黑" panose="00000500000000000000" charset="-122"/>
                <a:cs typeface="字魂创中黑" panose="00000500000000000000" charset="-122"/>
              </a:endParaRPr>
            </a:p>
          </p:txBody>
        </p:sp>
      </p:grpSp>
      <p:grpSp>
        <p:nvGrpSpPr>
          <p:cNvPr id="2" name="组合 1"/>
          <p:cNvGrpSpPr/>
          <p:nvPr/>
        </p:nvGrpSpPr>
        <p:grpSpPr>
          <a:xfrm>
            <a:off x="1146175" y="1736090"/>
            <a:ext cx="10045700" cy="4158070"/>
            <a:chOff x="1805" y="2734"/>
            <a:chExt cx="15820" cy="6548"/>
          </a:xfrm>
        </p:grpSpPr>
        <p:grpSp>
          <p:nvGrpSpPr>
            <p:cNvPr id="62" name="图形"/>
            <p:cNvGrpSpPr/>
            <p:nvPr/>
          </p:nvGrpSpPr>
          <p:grpSpPr>
            <a:xfrm>
              <a:off x="2892" y="6155"/>
              <a:ext cx="1254" cy="477"/>
              <a:chOff x="1932076" y="3739085"/>
              <a:chExt cx="796226" cy="303118"/>
            </a:xfrm>
          </p:grpSpPr>
          <p:sp>
            <p:nvSpPr>
              <p:cNvPr id="41" name="图形"/>
              <p:cNvSpPr/>
              <p:nvPr>
                <p:custDataLst>
                  <p:tags r:id="rId2"/>
                </p:custDataLst>
              </p:nvPr>
            </p:nvSpPr>
            <p:spPr>
              <a:xfrm>
                <a:off x="1932076" y="3739085"/>
                <a:ext cx="796226" cy="303118"/>
              </a:xfrm>
              <a:prstGeom prst="ellipse">
                <a:avLst/>
              </a:prstGeom>
              <a:noFill/>
              <a:ln w="50800">
                <a:solidFill>
                  <a:schemeClr val="accent3">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70000" lnSpcReduction="20000"/>
              </a:bodyPr>
              <a:lstStyle/>
              <a:p>
                <a:pPr algn="ctr" eaLnBrk="1" fontAlgn="auto" hangingPunct="1">
                  <a:spcBef>
                    <a:spcPct val="0"/>
                  </a:spcBef>
                  <a:spcAft>
                    <a:spcPct val="0"/>
                  </a:spcAft>
                  <a:defRPr/>
                </a:pPr>
                <a:endParaRPr lang="zh-CN" altLang="en-US" sz="1400">
                  <a:solidFill>
                    <a:schemeClr val="tx1"/>
                  </a:solidFill>
                  <a:cs typeface="字魂创中黑" panose="00000500000000000000" charset="-122"/>
                </a:endParaRPr>
              </a:p>
            </p:txBody>
          </p:sp>
          <p:sp>
            <p:nvSpPr>
              <p:cNvPr id="42" name="图形"/>
              <p:cNvSpPr/>
              <p:nvPr>
                <p:custDataLst>
                  <p:tags r:id="rId3"/>
                </p:custDataLst>
              </p:nvPr>
            </p:nvSpPr>
            <p:spPr>
              <a:xfrm>
                <a:off x="2232604" y="3864305"/>
                <a:ext cx="195170" cy="4577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25000" lnSpcReduction="20000"/>
              </a:bodyPr>
              <a:lstStyle/>
              <a:p>
                <a:pPr algn="ctr" eaLnBrk="1" fontAlgn="auto" hangingPunct="1">
                  <a:spcBef>
                    <a:spcPct val="0"/>
                  </a:spcBef>
                  <a:spcAft>
                    <a:spcPct val="0"/>
                  </a:spcAft>
                  <a:defRPr/>
                </a:pPr>
                <a:endParaRPr lang="zh-CN" altLang="en-US" sz="1400">
                  <a:solidFill>
                    <a:schemeClr val="tx1"/>
                  </a:solidFill>
                  <a:cs typeface="字魂创中黑" panose="00000500000000000000" charset="-122"/>
                </a:endParaRPr>
              </a:p>
            </p:txBody>
          </p:sp>
          <p:sp>
            <p:nvSpPr>
              <p:cNvPr id="43" name="图形"/>
              <p:cNvSpPr/>
              <p:nvPr>
                <p:custDataLst>
                  <p:tags r:id="rId4"/>
                </p:custDataLst>
              </p:nvPr>
            </p:nvSpPr>
            <p:spPr>
              <a:xfrm>
                <a:off x="2209012" y="3859123"/>
                <a:ext cx="236622" cy="56133"/>
              </a:xfrm>
              <a:prstGeom prst="ellipse">
                <a:avLst/>
              </a:prstGeom>
              <a:noFill/>
              <a:ln>
                <a:solidFill>
                  <a:schemeClr val="accent3">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25000" lnSpcReduction="20000"/>
              </a:bodyPr>
              <a:lstStyle/>
              <a:p>
                <a:pPr algn="ctr" eaLnBrk="1" fontAlgn="auto" hangingPunct="1">
                  <a:spcBef>
                    <a:spcPct val="0"/>
                  </a:spcBef>
                  <a:spcAft>
                    <a:spcPct val="0"/>
                  </a:spcAft>
                  <a:defRPr/>
                </a:pPr>
                <a:endParaRPr lang="zh-CN" altLang="en-US" sz="1400">
                  <a:solidFill>
                    <a:schemeClr val="tx1"/>
                  </a:solidFill>
                  <a:cs typeface="字魂创中黑" panose="00000500000000000000" charset="-122"/>
                </a:endParaRPr>
              </a:p>
            </p:txBody>
          </p:sp>
        </p:grpSp>
        <p:grpSp>
          <p:nvGrpSpPr>
            <p:cNvPr id="52" name="图形"/>
            <p:cNvGrpSpPr/>
            <p:nvPr/>
          </p:nvGrpSpPr>
          <p:grpSpPr>
            <a:xfrm>
              <a:off x="3043" y="4957"/>
              <a:ext cx="952" cy="1198"/>
              <a:chOff x="2027934" y="2978267"/>
              <a:chExt cx="604510" cy="760818"/>
            </a:xfrm>
          </p:grpSpPr>
          <p:sp>
            <p:nvSpPr>
              <p:cNvPr id="44" name="图形"/>
              <p:cNvSpPr/>
              <p:nvPr>
                <p:custDataLst>
                  <p:tags r:id="rId5"/>
                </p:custDataLst>
              </p:nvPr>
            </p:nvSpPr>
            <p:spPr>
              <a:xfrm rot="8100000">
                <a:off x="2027934" y="2978267"/>
                <a:ext cx="604510" cy="604509"/>
              </a:xfrm>
              <a:prstGeom prst="teardrop">
                <a:avLst>
                  <a:gd name="adj" fmla="val 124401"/>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fontAlgn="auto" hangingPunct="1">
                  <a:spcBef>
                    <a:spcPct val="0"/>
                  </a:spcBef>
                  <a:spcAft>
                    <a:spcPct val="0"/>
                  </a:spcAft>
                  <a:defRPr/>
                </a:pPr>
                <a:endParaRPr lang="zh-CN" altLang="en-US" sz="1400">
                  <a:solidFill>
                    <a:schemeClr val="tx1"/>
                  </a:solidFill>
                  <a:cs typeface="字魂创中黑" panose="00000500000000000000" charset="-122"/>
                </a:endParaRPr>
              </a:p>
            </p:txBody>
          </p:sp>
          <p:sp>
            <p:nvSpPr>
              <p:cNvPr id="45" name="图形"/>
              <p:cNvSpPr/>
              <p:nvPr>
                <p:custDataLst>
                  <p:tags r:id="rId6"/>
                </p:custDataLst>
              </p:nvPr>
            </p:nvSpPr>
            <p:spPr>
              <a:xfrm rot="10800000">
                <a:off x="2266283" y="3628546"/>
                <a:ext cx="127811" cy="110539"/>
              </a:xfrm>
              <a:prstGeom prst="triangl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25000" lnSpcReduction="20000"/>
              </a:bodyPr>
              <a:lstStyle/>
              <a:p>
                <a:pPr algn="ctr" eaLnBrk="1" fontAlgn="auto" hangingPunct="1">
                  <a:spcBef>
                    <a:spcPct val="0"/>
                  </a:spcBef>
                  <a:spcAft>
                    <a:spcPct val="0"/>
                  </a:spcAft>
                  <a:defRPr/>
                </a:pPr>
                <a:endParaRPr lang="zh-CN" altLang="en-US" sz="1400">
                  <a:solidFill>
                    <a:schemeClr val="tx1"/>
                  </a:solidFill>
                  <a:cs typeface="字魂创中黑" panose="00000500000000000000" charset="-122"/>
                </a:endParaRPr>
              </a:p>
            </p:txBody>
          </p:sp>
          <p:sp>
            <p:nvSpPr>
              <p:cNvPr id="46" name="图形"/>
              <p:cNvSpPr/>
              <p:nvPr/>
            </p:nvSpPr>
            <p:spPr bwMode="auto">
              <a:xfrm>
                <a:off x="2206145" y="3112986"/>
                <a:ext cx="242356" cy="330485"/>
              </a:xfrm>
              <a:custGeom>
                <a:gdLst>
                  <a:gd name="T0" fmla="*/ 1043490 w 1727200"/>
                  <a:gd name="T1" fmla="*/ 1889661 h 2355851"/>
                  <a:gd name="T2" fmla="*/ 971954 w 1727200"/>
                  <a:gd name="T3" fmla="*/ 1879217 h 2355851"/>
                  <a:gd name="T4" fmla="*/ 908642 w 1727200"/>
                  <a:gd name="T5" fmla="*/ 1873228 h 2355851"/>
                  <a:gd name="T6" fmla="*/ 805395 w 1727200"/>
                  <a:gd name="T7" fmla="*/ 1891200 h 2355851"/>
                  <a:gd name="T8" fmla="*/ 294377 w 1727200"/>
                  <a:gd name="T9" fmla="*/ 1864112 h 2355851"/>
                  <a:gd name="T10" fmla="*/ 204319 w 1727200"/>
                  <a:gd name="T11" fmla="*/ 1859188 h 2355851"/>
                  <a:gd name="T12" fmla="*/ 403037 w 1727200"/>
                  <a:gd name="T13" fmla="*/ 1831093 h 2355851"/>
                  <a:gd name="T14" fmla="*/ 385153 w 1727200"/>
                  <a:gd name="T15" fmla="*/ 1875835 h 2355851"/>
                  <a:gd name="T16" fmla="*/ 314255 w 1727200"/>
                  <a:gd name="T17" fmla="*/ 1828555 h 2355851"/>
                  <a:gd name="T18" fmla="*/ 1396680 w 1727200"/>
                  <a:gd name="T19" fmla="*/ 1673890 h 2355851"/>
                  <a:gd name="T20" fmla="*/ 1158484 w 1727200"/>
                  <a:gd name="T21" fmla="*/ 1682254 h 2355851"/>
                  <a:gd name="T22" fmla="*/ 1397000 w 1727200"/>
                  <a:gd name="T23" fmla="*/ 1515868 h 2355851"/>
                  <a:gd name="T24" fmla="*/ 987568 w 1727200"/>
                  <a:gd name="T25" fmla="*/ 1490804 h 2355851"/>
                  <a:gd name="T26" fmla="*/ 1253277 w 1727200"/>
                  <a:gd name="T27" fmla="*/ 1471432 h 2355851"/>
                  <a:gd name="T28" fmla="*/ 1237020 w 1727200"/>
                  <a:gd name="T29" fmla="*/ 1450572 h 2355851"/>
                  <a:gd name="T30" fmla="*/ 1230964 w 1727200"/>
                  <a:gd name="T31" fmla="*/ 1399867 h 2355851"/>
                  <a:gd name="T32" fmla="*/ 604919 w 1727200"/>
                  <a:gd name="T33" fmla="*/ 1195760 h 2355851"/>
                  <a:gd name="T34" fmla="*/ 622850 w 1727200"/>
                  <a:gd name="T35" fmla="*/ 1257377 h 2355851"/>
                  <a:gd name="T36" fmla="*/ 583786 w 1727200"/>
                  <a:gd name="T37" fmla="*/ 1172011 h 2355851"/>
                  <a:gd name="T38" fmla="*/ 952240 w 1727200"/>
                  <a:gd name="T39" fmla="*/ 984723 h 2355851"/>
                  <a:gd name="T40" fmla="*/ 1237109 w 1727200"/>
                  <a:gd name="T41" fmla="*/ 829944 h 2355851"/>
                  <a:gd name="T42" fmla="*/ 1296524 w 1727200"/>
                  <a:gd name="T43" fmla="*/ 1344054 h 2355851"/>
                  <a:gd name="T44" fmla="*/ 1222657 w 1727200"/>
                  <a:gd name="T45" fmla="*/ 1307767 h 2355851"/>
                  <a:gd name="T46" fmla="*/ 1156498 w 1727200"/>
                  <a:gd name="T47" fmla="*/ 1377129 h 2355851"/>
                  <a:gd name="T48" fmla="*/ 962517 w 1727200"/>
                  <a:gd name="T49" fmla="*/ 1487272 h 2355851"/>
                  <a:gd name="T50" fmla="*/ 740274 w 1727200"/>
                  <a:gd name="T51" fmla="*/ 1122482 h 2355851"/>
                  <a:gd name="T52" fmla="*/ 841118 w 1727200"/>
                  <a:gd name="T53" fmla="*/ 781135 h 2355851"/>
                  <a:gd name="T54" fmla="*/ 430898 w 1727200"/>
                  <a:gd name="T55" fmla="*/ 801009 h 2355851"/>
                  <a:gd name="T56" fmla="*/ 461998 w 1727200"/>
                  <a:gd name="T57" fmla="*/ 1129855 h 2355851"/>
                  <a:gd name="T58" fmla="*/ 426089 w 1727200"/>
                  <a:gd name="T59" fmla="*/ 1378495 h 2355851"/>
                  <a:gd name="T60" fmla="*/ 70855 w 1727200"/>
                  <a:gd name="T61" fmla="*/ 1387478 h 2355851"/>
                  <a:gd name="T62" fmla="*/ 4488 w 1727200"/>
                  <a:gd name="T63" fmla="*/ 1088468 h 2355851"/>
                  <a:gd name="T64" fmla="*/ 57068 w 1727200"/>
                  <a:gd name="T65" fmla="*/ 810313 h 2355851"/>
                  <a:gd name="T66" fmla="*/ 331509 w 1727200"/>
                  <a:gd name="T67" fmla="*/ 787534 h 2355851"/>
                  <a:gd name="T68" fmla="*/ 125811 w 1727200"/>
                  <a:gd name="T69" fmla="*/ 501282 h 2355851"/>
                  <a:gd name="T70" fmla="*/ 1024838 w 1727200"/>
                  <a:gd name="T71" fmla="*/ 389600 h 2355851"/>
                  <a:gd name="T72" fmla="*/ 1138915 w 1727200"/>
                  <a:gd name="T73" fmla="*/ 510268 h 2355851"/>
                  <a:gd name="T74" fmla="*/ 1127025 w 1727200"/>
                  <a:gd name="T75" fmla="*/ 638637 h 2355851"/>
                  <a:gd name="T76" fmla="*/ 1059865 w 1727200"/>
                  <a:gd name="T77" fmla="*/ 727854 h 2355851"/>
                  <a:gd name="T78" fmla="*/ 942253 w 1727200"/>
                  <a:gd name="T79" fmla="*/ 763476 h 2355851"/>
                  <a:gd name="T80" fmla="*/ 853240 w 1727200"/>
                  <a:gd name="T81" fmla="*/ 625158 h 2355851"/>
                  <a:gd name="T82" fmla="*/ 861595 w 1727200"/>
                  <a:gd name="T83" fmla="*/ 509305 h 2355851"/>
                  <a:gd name="T84" fmla="*/ 872842 w 1727200"/>
                  <a:gd name="T85" fmla="*/ 486520 h 2355851"/>
                  <a:gd name="T86" fmla="*/ 954142 w 1727200"/>
                  <a:gd name="T87" fmla="*/ 391205 h 2355851"/>
                  <a:gd name="T88" fmla="*/ 400618 w 1727200"/>
                  <a:gd name="T89" fmla="*/ 437418 h 2355851"/>
                  <a:gd name="T90" fmla="*/ 332958 w 1727200"/>
                  <a:gd name="T91" fmla="*/ 478818 h 2355851"/>
                  <a:gd name="T92" fmla="*/ 400618 w 1727200"/>
                  <a:gd name="T93" fmla="*/ 536583 h 2355851"/>
                  <a:gd name="T94" fmla="*/ 341295 w 1727200"/>
                  <a:gd name="T95" fmla="*/ 713413 h 2355851"/>
                  <a:gd name="T96" fmla="*/ 222971 w 1727200"/>
                  <a:gd name="T97" fmla="*/ 739728 h 2355851"/>
                  <a:gd name="T98" fmla="*/ 126131 w 1727200"/>
                  <a:gd name="T99" fmla="*/ 619061 h 2355851"/>
                  <a:gd name="T100" fmla="*/ 120359 w 1727200"/>
                  <a:gd name="T101" fmla="*/ 525352 h 2355851"/>
                  <a:gd name="T102" fmla="*/ 146013 w 1727200"/>
                  <a:gd name="T103" fmla="*/ 392168 h 2355851"/>
                  <a:gd name="T104" fmla="*/ 525159 w 1727200"/>
                  <a:gd name="T105" fmla="*/ 97743 h 2355851"/>
                  <a:gd name="T106" fmla="*/ 539603 w 1727200"/>
                  <a:gd name="T107" fmla="*/ 290238 h 2355851"/>
                  <a:gd name="T108" fmla="*/ 351817 w 1727200"/>
                  <a:gd name="T109" fmla="*/ 148669 h 2355851"/>
                  <a:gd name="T110" fmla="*/ 477009 w 1727200"/>
                  <a:gd name="T111" fmla="*/ 31763 h 2355851"/>
                  <a:gd name="T112" fmla="*/ 941443 w 1727200"/>
                  <a:gd name="T113" fmla="*/ 76586 h 2355851"/>
                  <a:gd name="T114" fmla="*/ 935336 w 1727200"/>
                  <a:gd name="T115" fmla="*/ 277506 h 2355851"/>
                  <a:gd name="T116" fmla="*/ 743090 w 1727200"/>
                  <a:gd name="T117" fmla="*/ 361463 h 2355851"/>
                  <a:gd name="T118" fmla="*/ 549880 w 1727200"/>
                  <a:gd name="T119" fmla="*/ 200920 h 2355851"/>
                  <a:gd name="T120" fmla="*/ 642145 w 1727200"/>
                  <a:gd name="T121" fmla="*/ 29802 h 235585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727200" h="2355851">
                    <a:moveTo>
                      <a:pt x="1251043" y="2284413"/>
                    </a:moveTo>
                    <a:lnTo>
                      <a:pt x="1346200" y="2284413"/>
                    </a:lnTo>
                    <a:lnTo>
                      <a:pt x="1345016" y="2287238"/>
                    </a:lnTo>
                    <a:lnTo>
                      <a:pt x="1345410" y="2288853"/>
                    </a:lnTo>
                    <a:lnTo>
                      <a:pt x="1345410" y="2291275"/>
                    </a:lnTo>
                    <a:lnTo>
                      <a:pt x="1345805" y="2294503"/>
                    </a:lnTo>
                    <a:lnTo>
                      <a:pt x="1345410" y="2299347"/>
                    </a:lnTo>
                    <a:lnTo>
                      <a:pt x="1345016" y="2305804"/>
                    </a:lnTo>
                    <a:lnTo>
                      <a:pt x="1343831" y="2313473"/>
                    </a:lnTo>
                    <a:lnTo>
                      <a:pt x="1341857" y="2322756"/>
                    </a:lnTo>
                    <a:lnTo>
                      <a:pt x="1340278" y="2323159"/>
                    </a:lnTo>
                    <a:lnTo>
                      <a:pt x="1337908" y="2323563"/>
                    </a:lnTo>
                    <a:lnTo>
                      <a:pt x="1331986" y="2324774"/>
                    </a:lnTo>
                    <a:lnTo>
                      <a:pt x="1320930" y="2325177"/>
                    </a:lnTo>
                    <a:lnTo>
                      <a:pt x="1320535" y="2324774"/>
                    </a:lnTo>
                    <a:lnTo>
                      <a:pt x="1319746" y="2324774"/>
                    </a:lnTo>
                    <a:lnTo>
                      <a:pt x="1319351" y="2323159"/>
                    </a:lnTo>
                    <a:lnTo>
                      <a:pt x="1318561" y="2321948"/>
                    </a:lnTo>
                    <a:lnTo>
                      <a:pt x="1318166" y="2321141"/>
                    </a:lnTo>
                    <a:lnTo>
                      <a:pt x="1316982" y="2320334"/>
                    </a:lnTo>
                    <a:lnTo>
                      <a:pt x="1315008" y="2320334"/>
                    </a:lnTo>
                    <a:lnTo>
                      <a:pt x="1312639" y="2321545"/>
                    </a:lnTo>
                    <a:lnTo>
                      <a:pt x="1308295" y="2323966"/>
                    </a:lnTo>
                    <a:lnTo>
                      <a:pt x="1299214" y="2330828"/>
                    </a:lnTo>
                    <a:lnTo>
                      <a:pt x="1290133" y="2336882"/>
                    </a:lnTo>
                    <a:lnTo>
                      <a:pt x="1279867" y="2342936"/>
                    </a:lnTo>
                    <a:lnTo>
                      <a:pt x="1274339" y="2345761"/>
                    </a:lnTo>
                    <a:lnTo>
                      <a:pt x="1269601" y="2347779"/>
                    </a:lnTo>
                    <a:lnTo>
                      <a:pt x="1263678" y="2349797"/>
                    </a:lnTo>
                    <a:lnTo>
                      <a:pt x="1257756" y="2351412"/>
                    </a:lnTo>
                    <a:lnTo>
                      <a:pt x="1251833" y="2353430"/>
                    </a:lnTo>
                    <a:lnTo>
                      <a:pt x="1245516" y="2354237"/>
                    </a:lnTo>
                    <a:lnTo>
                      <a:pt x="1238803" y="2355044"/>
                    </a:lnTo>
                    <a:lnTo>
                      <a:pt x="1231696" y="2355851"/>
                    </a:lnTo>
                    <a:lnTo>
                      <a:pt x="1224589" y="2355851"/>
                    </a:lnTo>
                    <a:lnTo>
                      <a:pt x="1217087" y="2355448"/>
                    </a:lnTo>
                    <a:lnTo>
                      <a:pt x="1210770" y="2354640"/>
                    </a:lnTo>
                    <a:lnTo>
                      <a:pt x="1205637" y="2353833"/>
                    </a:lnTo>
                    <a:lnTo>
                      <a:pt x="1201688" y="2352622"/>
                    </a:lnTo>
                    <a:lnTo>
                      <a:pt x="1198135" y="2350604"/>
                    </a:lnTo>
                    <a:lnTo>
                      <a:pt x="1195766" y="2348990"/>
                    </a:lnTo>
                    <a:lnTo>
                      <a:pt x="1193791" y="2346972"/>
                    </a:lnTo>
                    <a:lnTo>
                      <a:pt x="1192607" y="2344147"/>
                    </a:lnTo>
                    <a:lnTo>
                      <a:pt x="1192212" y="2342129"/>
                    </a:lnTo>
                    <a:lnTo>
                      <a:pt x="1192607" y="2339303"/>
                    </a:lnTo>
                    <a:lnTo>
                      <a:pt x="1193397" y="2336478"/>
                    </a:lnTo>
                    <a:lnTo>
                      <a:pt x="1194976" y="2333653"/>
                    </a:lnTo>
                    <a:lnTo>
                      <a:pt x="1196555" y="2330424"/>
                    </a:lnTo>
                    <a:lnTo>
                      <a:pt x="1198924" y="2327195"/>
                    </a:lnTo>
                    <a:lnTo>
                      <a:pt x="1201688" y="2323966"/>
                    </a:lnTo>
                    <a:lnTo>
                      <a:pt x="1207216" y="2317912"/>
                    </a:lnTo>
                    <a:lnTo>
                      <a:pt x="1213928" y="2311455"/>
                    </a:lnTo>
                    <a:lnTo>
                      <a:pt x="1221825" y="2305401"/>
                    </a:lnTo>
                    <a:lnTo>
                      <a:pt x="1228932" y="2299750"/>
                    </a:lnTo>
                    <a:lnTo>
                      <a:pt x="1235645" y="2294503"/>
                    </a:lnTo>
                    <a:lnTo>
                      <a:pt x="1246305" y="2287238"/>
                    </a:lnTo>
                    <a:lnTo>
                      <a:pt x="1251043" y="2284413"/>
                    </a:lnTo>
                    <a:close/>
                    <a:moveTo>
                      <a:pt x="1054800" y="2279650"/>
                    </a:moveTo>
                    <a:lnTo>
                      <a:pt x="1150937" y="2279650"/>
                    </a:lnTo>
                    <a:lnTo>
                      <a:pt x="1149740" y="2282428"/>
                    </a:lnTo>
                    <a:lnTo>
                      <a:pt x="1150139" y="2284413"/>
                    </a:lnTo>
                    <a:lnTo>
                      <a:pt x="1150139" y="2286397"/>
                    </a:lnTo>
                    <a:lnTo>
                      <a:pt x="1150538" y="2289572"/>
                    </a:lnTo>
                    <a:lnTo>
                      <a:pt x="1150538" y="2294335"/>
                    </a:lnTo>
                    <a:lnTo>
                      <a:pt x="1149740" y="2300288"/>
                    </a:lnTo>
                    <a:lnTo>
                      <a:pt x="1148544" y="2307828"/>
                    </a:lnTo>
                    <a:lnTo>
                      <a:pt x="1146948" y="2316956"/>
                    </a:lnTo>
                    <a:lnTo>
                      <a:pt x="1144953" y="2318147"/>
                    </a:lnTo>
                    <a:lnTo>
                      <a:pt x="1142560" y="2318544"/>
                    </a:lnTo>
                    <a:lnTo>
                      <a:pt x="1136576" y="2318941"/>
                    </a:lnTo>
                    <a:lnTo>
                      <a:pt x="1125407" y="2319338"/>
                    </a:lnTo>
                    <a:lnTo>
                      <a:pt x="1125008" y="2319338"/>
                    </a:lnTo>
                    <a:lnTo>
                      <a:pt x="1124609" y="2319338"/>
                    </a:lnTo>
                    <a:lnTo>
                      <a:pt x="1123811" y="2318147"/>
                    </a:lnTo>
                    <a:lnTo>
                      <a:pt x="1123412" y="2316560"/>
                    </a:lnTo>
                    <a:lnTo>
                      <a:pt x="1122615" y="2315369"/>
                    </a:lnTo>
                    <a:lnTo>
                      <a:pt x="1121418" y="2314972"/>
                    </a:lnTo>
                    <a:lnTo>
                      <a:pt x="1119822" y="2314972"/>
                    </a:lnTo>
                    <a:lnTo>
                      <a:pt x="1117030" y="2315766"/>
                    </a:lnTo>
                    <a:lnTo>
                      <a:pt x="1113041" y="2318941"/>
                    </a:lnTo>
                    <a:lnTo>
                      <a:pt x="1103467" y="2325291"/>
                    </a:lnTo>
                    <a:lnTo>
                      <a:pt x="1094292" y="2331641"/>
                    </a:lnTo>
                    <a:lnTo>
                      <a:pt x="1083920" y="2336800"/>
                    </a:lnTo>
                    <a:lnTo>
                      <a:pt x="1079133" y="2339578"/>
                    </a:lnTo>
                    <a:lnTo>
                      <a:pt x="1073549" y="2341960"/>
                    </a:lnTo>
                    <a:lnTo>
                      <a:pt x="1067565" y="2343944"/>
                    </a:lnTo>
                    <a:lnTo>
                      <a:pt x="1061581" y="2345928"/>
                    </a:lnTo>
                    <a:lnTo>
                      <a:pt x="1055598" y="2347119"/>
                    </a:lnTo>
                    <a:lnTo>
                      <a:pt x="1049215" y="2348310"/>
                    </a:lnTo>
                    <a:lnTo>
                      <a:pt x="1042434" y="2349103"/>
                    </a:lnTo>
                    <a:lnTo>
                      <a:pt x="1035652" y="2349500"/>
                    </a:lnTo>
                    <a:lnTo>
                      <a:pt x="1028073" y="2349500"/>
                    </a:lnTo>
                    <a:lnTo>
                      <a:pt x="1020493" y="2349500"/>
                    </a:lnTo>
                    <a:lnTo>
                      <a:pt x="1014111" y="2348706"/>
                    </a:lnTo>
                    <a:lnTo>
                      <a:pt x="1008925" y="2347913"/>
                    </a:lnTo>
                    <a:lnTo>
                      <a:pt x="1004936" y="2346722"/>
                    </a:lnTo>
                    <a:lnTo>
                      <a:pt x="1001346" y="2345135"/>
                    </a:lnTo>
                    <a:lnTo>
                      <a:pt x="998952" y="2342753"/>
                    </a:lnTo>
                    <a:lnTo>
                      <a:pt x="997357" y="2341166"/>
                    </a:lnTo>
                    <a:lnTo>
                      <a:pt x="995761" y="2338785"/>
                    </a:lnTo>
                    <a:lnTo>
                      <a:pt x="995362" y="2336006"/>
                    </a:lnTo>
                    <a:lnTo>
                      <a:pt x="995761" y="2333625"/>
                    </a:lnTo>
                    <a:lnTo>
                      <a:pt x="996958" y="2330847"/>
                    </a:lnTo>
                    <a:lnTo>
                      <a:pt x="998154" y="2328069"/>
                    </a:lnTo>
                    <a:lnTo>
                      <a:pt x="999750" y="2325291"/>
                    </a:lnTo>
                    <a:lnTo>
                      <a:pt x="1002144" y="2321719"/>
                    </a:lnTo>
                    <a:lnTo>
                      <a:pt x="1004936" y="2318941"/>
                    </a:lnTo>
                    <a:lnTo>
                      <a:pt x="1010920" y="2312591"/>
                    </a:lnTo>
                    <a:lnTo>
                      <a:pt x="1017701" y="2306241"/>
                    </a:lnTo>
                    <a:lnTo>
                      <a:pt x="1025280" y="2300288"/>
                    </a:lnTo>
                    <a:lnTo>
                      <a:pt x="1032461" y="2294731"/>
                    </a:lnTo>
                    <a:lnTo>
                      <a:pt x="1039242" y="2289572"/>
                    </a:lnTo>
                    <a:lnTo>
                      <a:pt x="1050013" y="2282031"/>
                    </a:lnTo>
                    <a:lnTo>
                      <a:pt x="1054800" y="2279650"/>
                    </a:lnTo>
                    <a:close/>
                    <a:moveTo>
                      <a:pt x="214312" y="2259013"/>
                    </a:moveTo>
                    <a:lnTo>
                      <a:pt x="309863" y="2259013"/>
                    </a:lnTo>
                    <a:lnTo>
                      <a:pt x="314207" y="2261449"/>
                    </a:lnTo>
                    <a:lnTo>
                      <a:pt x="324867" y="2269161"/>
                    </a:lnTo>
                    <a:lnTo>
                      <a:pt x="331580" y="2274031"/>
                    </a:lnTo>
                    <a:lnTo>
                      <a:pt x="339082" y="2280120"/>
                    </a:lnTo>
                    <a:lnTo>
                      <a:pt x="346584" y="2286208"/>
                    </a:lnTo>
                    <a:lnTo>
                      <a:pt x="353296" y="2292703"/>
                    </a:lnTo>
                    <a:lnTo>
                      <a:pt x="359219" y="2299197"/>
                    </a:lnTo>
                    <a:lnTo>
                      <a:pt x="361982" y="2302038"/>
                    </a:lnTo>
                    <a:lnTo>
                      <a:pt x="363957" y="2305286"/>
                    </a:lnTo>
                    <a:lnTo>
                      <a:pt x="365536" y="2308127"/>
                    </a:lnTo>
                    <a:lnTo>
                      <a:pt x="367115" y="2311374"/>
                    </a:lnTo>
                    <a:lnTo>
                      <a:pt x="367905" y="2314215"/>
                    </a:lnTo>
                    <a:lnTo>
                      <a:pt x="368300" y="2316651"/>
                    </a:lnTo>
                    <a:lnTo>
                      <a:pt x="367905" y="2319492"/>
                    </a:lnTo>
                    <a:lnTo>
                      <a:pt x="367115" y="2321521"/>
                    </a:lnTo>
                    <a:lnTo>
                      <a:pt x="364746" y="2323551"/>
                    </a:lnTo>
                    <a:lnTo>
                      <a:pt x="362377" y="2325986"/>
                    </a:lnTo>
                    <a:lnTo>
                      <a:pt x="358824" y="2327204"/>
                    </a:lnTo>
                    <a:lnTo>
                      <a:pt x="354875" y="2328422"/>
                    </a:lnTo>
                    <a:lnTo>
                      <a:pt x="349742" y="2329639"/>
                    </a:lnTo>
                    <a:lnTo>
                      <a:pt x="343425" y="2330045"/>
                    </a:lnTo>
                    <a:lnTo>
                      <a:pt x="335923" y="2330451"/>
                    </a:lnTo>
                    <a:lnTo>
                      <a:pt x="328816" y="2330451"/>
                    </a:lnTo>
                    <a:lnTo>
                      <a:pt x="321709" y="2330045"/>
                    </a:lnTo>
                    <a:lnTo>
                      <a:pt x="315391" y="2329234"/>
                    </a:lnTo>
                    <a:lnTo>
                      <a:pt x="308679" y="2328016"/>
                    </a:lnTo>
                    <a:lnTo>
                      <a:pt x="302756" y="2326798"/>
                    </a:lnTo>
                    <a:lnTo>
                      <a:pt x="296834" y="2324363"/>
                    </a:lnTo>
                    <a:lnTo>
                      <a:pt x="291306" y="2322739"/>
                    </a:lnTo>
                    <a:lnTo>
                      <a:pt x="286173" y="2320304"/>
                    </a:lnTo>
                    <a:lnTo>
                      <a:pt x="281040" y="2317463"/>
                    </a:lnTo>
                    <a:lnTo>
                      <a:pt x="270774" y="2312186"/>
                    </a:lnTo>
                    <a:lnTo>
                      <a:pt x="261298" y="2305691"/>
                    </a:lnTo>
                    <a:lnTo>
                      <a:pt x="252612" y="2299197"/>
                    </a:lnTo>
                    <a:lnTo>
                      <a:pt x="248268" y="2295950"/>
                    </a:lnTo>
                    <a:lnTo>
                      <a:pt x="245504" y="2294732"/>
                    </a:lnTo>
                    <a:lnTo>
                      <a:pt x="243530" y="2294732"/>
                    </a:lnTo>
                    <a:lnTo>
                      <a:pt x="242346" y="2295544"/>
                    </a:lnTo>
                    <a:lnTo>
                      <a:pt x="241951" y="2296762"/>
                    </a:lnTo>
                    <a:lnTo>
                      <a:pt x="241556" y="2298385"/>
                    </a:lnTo>
                    <a:lnTo>
                      <a:pt x="240766" y="2299197"/>
                    </a:lnTo>
                    <a:lnTo>
                      <a:pt x="240371" y="2299603"/>
                    </a:lnTo>
                    <a:lnTo>
                      <a:pt x="239582" y="2299603"/>
                    </a:lnTo>
                    <a:lnTo>
                      <a:pt x="228526" y="2299197"/>
                    </a:lnTo>
                    <a:lnTo>
                      <a:pt x="222604" y="2298791"/>
                    </a:lnTo>
                    <a:lnTo>
                      <a:pt x="220629" y="2298385"/>
                    </a:lnTo>
                    <a:lnTo>
                      <a:pt x="219050" y="2297574"/>
                    </a:lnTo>
                    <a:lnTo>
                      <a:pt x="216681" y="2287832"/>
                    </a:lnTo>
                    <a:lnTo>
                      <a:pt x="215496" y="2280120"/>
                    </a:lnTo>
                    <a:lnTo>
                      <a:pt x="215102" y="2274031"/>
                    </a:lnTo>
                    <a:lnTo>
                      <a:pt x="215102" y="2269161"/>
                    </a:lnTo>
                    <a:lnTo>
                      <a:pt x="215102" y="2265914"/>
                    </a:lnTo>
                    <a:lnTo>
                      <a:pt x="215496" y="2263478"/>
                    </a:lnTo>
                    <a:lnTo>
                      <a:pt x="215891" y="2261449"/>
                    </a:lnTo>
                    <a:lnTo>
                      <a:pt x="214312" y="2259013"/>
                    </a:lnTo>
                    <a:close/>
                    <a:moveTo>
                      <a:pt x="387350" y="2254250"/>
                    </a:moveTo>
                    <a:lnTo>
                      <a:pt x="482901" y="2254250"/>
                    </a:lnTo>
                    <a:lnTo>
                      <a:pt x="487245" y="2257390"/>
                    </a:lnTo>
                    <a:lnTo>
                      <a:pt x="498300" y="2264453"/>
                    </a:lnTo>
                    <a:lnTo>
                      <a:pt x="505013" y="2269162"/>
                    </a:lnTo>
                    <a:lnTo>
                      <a:pt x="512120" y="2274656"/>
                    </a:lnTo>
                    <a:lnTo>
                      <a:pt x="519622" y="2280935"/>
                    </a:lnTo>
                    <a:lnTo>
                      <a:pt x="526334" y="2286821"/>
                    </a:lnTo>
                    <a:lnTo>
                      <a:pt x="532257" y="2293099"/>
                    </a:lnTo>
                    <a:lnTo>
                      <a:pt x="534626" y="2296239"/>
                    </a:lnTo>
                    <a:lnTo>
                      <a:pt x="537390" y="2299378"/>
                    </a:lnTo>
                    <a:lnTo>
                      <a:pt x="538969" y="2302125"/>
                    </a:lnTo>
                    <a:lnTo>
                      <a:pt x="540153" y="2305264"/>
                    </a:lnTo>
                    <a:lnTo>
                      <a:pt x="540943" y="2308011"/>
                    </a:lnTo>
                    <a:lnTo>
                      <a:pt x="541338" y="2310758"/>
                    </a:lnTo>
                    <a:lnTo>
                      <a:pt x="540943" y="2313113"/>
                    </a:lnTo>
                    <a:lnTo>
                      <a:pt x="539759" y="2315075"/>
                    </a:lnTo>
                    <a:lnTo>
                      <a:pt x="538179" y="2317429"/>
                    </a:lnTo>
                    <a:lnTo>
                      <a:pt x="535415" y="2318999"/>
                    </a:lnTo>
                    <a:lnTo>
                      <a:pt x="532257" y="2320569"/>
                    </a:lnTo>
                    <a:lnTo>
                      <a:pt x="527913" y="2321746"/>
                    </a:lnTo>
                    <a:lnTo>
                      <a:pt x="523175" y="2322923"/>
                    </a:lnTo>
                    <a:lnTo>
                      <a:pt x="516858" y="2323315"/>
                    </a:lnTo>
                    <a:lnTo>
                      <a:pt x="509356" y="2324100"/>
                    </a:lnTo>
                    <a:lnTo>
                      <a:pt x="501459" y="2324100"/>
                    </a:lnTo>
                    <a:lnTo>
                      <a:pt x="494747" y="2323315"/>
                    </a:lnTo>
                    <a:lnTo>
                      <a:pt x="488034" y="2322531"/>
                    </a:lnTo>
                    <a:lnTo>
                      <a:pt x="481717" y="2321353"/>
                    </a:lnTo>
                    <a:lnTo>
                      <a:pt x="476189" y="2319784"/>
                    </a:lnTo>
                    <a:lnTo>
                      <a:pt x="470267" y="2318214"/>
                    </a:lnTo>
                    <a:lnTo>
                      <a:pt x="464344" y="2315860"/>
                    </a:lnTo>
                    <a:lnTo>
                      <a:pt x="459211" y="2313897"/>
                    </a:lnTo>
                    <a:lnTo>
                      <a:pt x="453683" y="2311543"/>
                    </a:lnTo>
                    <a:lnTo>
                      <a:pt x="443812" y="2306049"/>
                    </a:lnTo>
                    <a:lnTo>
                      <a:pt x="434336" y="2299770"/>
                    </a:lnTo>
                    <a:lnTo>
                      <a:pt x="425255" y="2293099"/>
                    </a:lnTo>
                    <a:lnTo>
                      <a:pt x="420911" y="2290745"/>
                    </a:lnTo>
                    <a:lnTo>
                      <a:pt x="418542" y="2289175"/>
                    </a:lnTo>
                    <a:lnTo>
                      <a:pt x="416963" y="2289175"/>
                    </a:lnTo>
                    <a:lnTo>
                      <a:pt x="415778" y="2289960"/>
                    </a:lnTo>
                    <a:lnTo>
                      <a:pt x="415384" y="2291530"/>
                    </a:lnTo>
                    <a:lnTo>
                      <a:pt x="414199" y="2292707"/>
                    </a:lnTo>
                    <a:lnTo>
                      <a:pt x="413409" y="2293492"/>
                    </a:lnTo>
                    <a:lnTo>
                      <a:pt x="413015" y="2293884"/>
                    </a:lnTo>
                    <a:lnTo>
                      <a:pt x="412620" y="2293884"/>
                    </a:lnTo>
                    <a:lnTo>
                      <a:pt x="401959" y="2293492"/>
                    </a:lnTo>
                    <a:lnTo>
                      <a:pt x="396036" y="2293099"/>
                    </a:lnTo>
                    <a:lnTo>
                      <a:pt x="393273" y="2292315"/>
                    </a:lnTo>
                    <a:lnTo>
                      <a:pt x="391693" y="2291922"/>
                    </a:lnTo>
                    <a:lnTo>
                      <a:pt x="390114" y="2282504"/>
                    </a:lnTo>
                    <a:lnTo>
                      <a:pt x="388929" y="2275048"/>
                    </a:lnTo>
                    <a:lnTo>
                      <a:pt x="388140" y="2269162"/>
                    </a:lnTo>
                    <a:lnTo>
                      <a:pt x="388140" y="2264845"/>
                    </a:lnTo>
                    <a:lnTo>
                      <a:pt x="388534" y="2261314"/>
                    </a:lnTo>
                    <a:lnTo>
                      <a:pt x="388534" y="2258959"/>
                    </a:lnTo>
                    <a:lnTo>
                      <a:pt x="388929" y="2257390"/>
                    </a:lnTo>
                    <a:lnTo>
                      <a:pt x="387350" y="2254250"/>
                    </a:lnTo>
                    <a:close/>
                    <a:moveTo>
                      <a:pt x="1427162" y="1922463"/>
                    </a:moveTo>
                    <a:lnTo>
                      <a:pt x="1564119" y="1922463"/>
                    </a:lnTo>
                    <a:lnTo>
                      <a:pt x="1564119" y="1952298"/>
                    </a:lnTo>
                    <a:lnTo>
                      <a:pt x="1564515" y="1953094"/>
                    </a:lnTo>
                    <a:lnTo>
                      <a:pt x="1565306" y="1953889"/>
                    </a:lnTo>
                    <a:lnTo>
                      <a:pt x="1567285" y="1955083"/>
                    </a:lnTo>
                    <a:lnTo>
                      <a:pt x="1569265" y="1955878"/>
                    </a:lnTo>
                    <a:lnTo>
                      <a:pt x="1571640" y="1956674"/>
                    </a:lnTo>
                    <a:lnTo>
                      <a:pt x="1575994" y="1957071"/>
                    </a:lnTo>
                    <a:lnTo>
                      <a:pt x="1580744" y="1957469"/>
                    </a:lnTo>
                    <a:lnTo>
                      <a:pt x="1585494" y="1957071"/>
                    </a:lnTo>
                    <a:lnTo>
                      <a:pt x="1589452" y="1956674"/>
                    </a:lnTo>
                    <a:lnTo>
                      <a:pt x="1592618" y="1955878"/>
                    </a:lnTo>
                    <a:lnTo>
                      <a:pt x="1594993" y="1955083"/>
                    </a:lnTo>
                    <a:lnTo>
                      <a:pt x="1596577" y="1953889"/>
                    </a:lnTo>
                    <a:lnTo>
                      <a:pt x="1597368" y="1953094"/>
                    </a:lnTo>
                    <a:lnTo>
                      <a:pt x="1598160" y="1952298"/>
                    </a:lnTo>
                    <a:lnTo>
                      <a:pt x="1598160" y="1922463"/>
                    </a:lnTo>
                    <a:lnTo>
                      <a:pt x="1727200" y="1922463"/>
                    </a:lnTo>
                    <a:lnTo>
                      <a:pt x="1727200" y="2064079"/>
                    </a:lnTo>
                    <a:lnTo>
                      <a:pt x="1727200" y="2066863"/>
                    </a:lnTo>
                    <a:lnTo>
                      <a:pt x="1726804" y="2070045"/>
                    </a:lnTo>
                    <a:lnTo>
                      <a:pt x="1726013" y="2072830"/>
                    </a:lnTo>
                    <a:lnTo>
                      <a:pt x="1725221" y="2075615"/>
                    </a:lnTo>
                    <a:lnTo>
                      <a:pt x="1724034" y="2078001"/>
                    </a:lnTo>
                    <a:lnTo>
                      <a:pt x="1722450" y="2080388"/>
                    </a:lnTo>
                    <a:lnTo>
                      <a:pt x="1720471" y="2083173"/>
                    </a:lnTo>
                    <a:lnTo>
                      <a:pt x="1718888" y="2085162"/>
                    </a:lnTo>
                    <a:lnTo>
                      <a:pt x="1716909" y="2086753"/>
                    </a:lnTo>
                    <a:lnTo>
                      <a:pt x="1714138" y="2088742"/>
                    </a:lnTo>
                    <a:lnTo>
                      <a:pt x="1711763" y="2090333"/>
                    </a:lnTo>
                    <a:lnTo>
                      <a:pt x="1709388" y="2091526"/>
                    </a:lnTo>
                    <a:lnTo>
                      <a:pt x="1706617" y="2092322"/>
                    </a:lnTo>
                    <a:lnTo>
                      <a:pt x="1703846" y="2093118"/>
                    </a:lnTo>
                    <a:lnTo>
                      <a:pt x="1700680" y="2093515"/>
                    </a:lnTo>
                    <a:lnTo>
                      <a:pt x="1697513" y="2093913"/>
                    </a:lnTo>
                    <a:lnTo>
                      <a:pt x="1456849" y="2093913"/>
                    </a:lnTo>
                    <a:lnTo>
                      <a:pt x="1454078" y="2093515"/>
                    </a:lnTo>
                    <a:lnTo>
                      <a:pt x="1451308" y="2093118"/>
                    </a:lnTo>
                    <a:lnTo>
                      <a:pt x="1448141" y="2092322"/>
                    </a:lnTo>
                    <a:lnTo>
                      <a:pt x="1445766" y="2091526"/>
                    </a:lnTo>
                    <a:lnTo>
                      <a:pt x="1442995" y="2090333"/>
                    </a:lnTo>
                    <a:lnTo>
                      <a:pt x="1440620" y="2088742"/>
                    </a:lnTo>
                    <a:lnTo>
                      <a:pt x="1438245" y="2086753"/>
                    </a:lnTo>
                    <a:lnTo>
                      <a:pt x="1435870" y="2085162"/>
                    </a:lnTo>
                    <a:lnTo>
                      <a:pt x="1434287" y="2083173"/>
                    </a:lnTo>
                    <a:lnTo>
                      <a:pt x="1432308" y="2080388"/>
                    </a:lnTo>
                    <a:lnTo>
                      <a:pt x="1431120" y="2078001"/>
                    </a:lnTo>
                    <a:lnTo>
                      <a:pt x="1429537" y="2075615"/>
                    </a:lnTo>
                    <a:lnTo>
                      <a:pt x="1428745" y="2072830"/>
                    </a:lnTo>
                    <a:lnTo>
                      <a:pt x="1427954" y="2070045"/>
                    </a:lnTo>
                    <a:lnTo>
                      <a:pt x="1427558" y="2066863"/>
                    </a:lnTo>
                    <a:lnTo>
                      <a:pt x="1427162" y="2064079"/>
                    </a:lnTo>
                    <a:lnTo>
                      <a:pt x="1427162" y="1922463"/>
                    </a:lnTo>
                    <a:close/>
                    <a:moveTo>
                      <a:pt x="1456849" y="1844675"/>
                    </a:moveTo>
                    <a:lnTo>
                      <a:pt x="1697513" y="1844675"/>
                    </a:lnTo>
                    <a:lnTo>
                      <a:pt x="1700680" y="1845074"/>
                    </a:lnTo>
                    <a:lnTo>
                      <a:pt x="1703846" y="1845474"/>
                    </a:lnTo>
                    <a:lnTo>
                      <a:pt x="1706617" y="1845873"/>
                    </a:lnTo>
                    <a:lnTo>
                      <a:pt x="1709388" y="1847071"/>
                    </a:lnTo>
                    <a:lnTo>
                      <a:pt x="1711763" y="1848269"/>
                    </a:lnTo>
                    <a:lnTo>
                      <a:pt x="1714138" y="1849467"/>
                    </a:lnTo>
                    <a:lnTo>
                      <a:pt x="1716909" y="1851463"/>
                    </a:lnTo>
                    <a:lnTo>
                      <a:pt x="1718888" y="1853460"/>
                    </a:lnTo>
                    <a:lnTo>
                      <a:pt x="1720471" y="1855457"/>
                    </a:lnTo>
                    <a:lnTo>
                      <a:pt x="1722450" y="1858252"/>
                    </a:lnTo>
                    <a:lnTo>
                      <a:pt x="1724034" y="1860248"/>
                    </a:lnTo>
                    <a:lnTo>
                      <a:pt x="1725221" y="1863044"/>
                    </a:lnTo>
                    <a:lnTo>
                      <a:pt x="1726013" y="1865839"/>
                    </a:lnTo>
                    <a:lnTo>
                      <a:pt x="1726804" y="1868634"/>
                    </a:lnTo>
                    <a:lnTo>
                      <a:pt x="1727200" y="1871828"/>
                    </a:lnTo>
                    <a:lnTo>
                      <a:pt x="1727200" y="1874624"/>
                    </a:lnTo>
                    <a:lnTo>
                      <a:pt x="1727200" y="1909763"/>
                    </a:lnTo>
                    <a:lnTo>
                      <a:pt x="1427162" y="1909763"/>
                    </a:lnTo>
                    <a:lnTo>
                      <a:pt x="1427162" y="1874624"/>
                    </a:lnTo>
                    <a:lnTo>
                      <a:pt x="1427558" y="1871828"/>
                    </a:lnTo>
                    <a:lnTo>
                      <a:pt x="1427954" y="1868634"/>
                    </a:lnTo>
                    <a:lnTo>
                      <a:pt x="1428745" y="1865839"/>
                    </a:lnTo>
                    <a:lnTo>
                      <a:pt x="1429537" y="1863044"/>
                    </a:lnTo>
                    <a:lnTo>
                      <a:pt x="1431120" y="1860248"/>
                    </a:lnTo>
                    <a:lnTo>
                      <a:pt x="1432308" y="1858252"/>
                    </a:lnTo>
                    <a:lnTo>
                      <a:pt x="1434287" y="1855457"/>
                    </a:lnTo>
                    <a:lnTo>
                      <a:pt x="1435870" y="1853460"/>
                    </a:lnTo>
                    <a:lnTo>
                      <a:pt x="1438245" y="1851463"/>
                    </a:lnTo>
                    <a:lnTo>
                      <a:pt x="1440620" y="1849467"/>
                    </a:lnTo>
                    <a:lnTo>
                      <a:pt x="1442995" y="1848269"/>
                    </a:lnTo>
                    <a:lnTo>
                      <a:pt x="1445766" y="1847071"/>
                    </a:lnTo>
                    <a:lnTo>
                      <a:pt x="1448141" y="1845873"/>
                    </a:lnTo>
                    <a:lnTo>
                      <a:pt x="1451308" y="1845474"/>
                    </a:lnTo>
                    <a:lnTo>
                      <a:pt x="1454078" y="1845074"/>
                    </a:lnTo>
                    <a:lnTo>
                      <a:pt x="1456849" y="1844675"/>
                    </a:lnTo>
                    <a:close/>
                    <a:moveTo>
                      <a:pt x="1220993" y="1843629"/>
                    </a:moveTo>
                    <a:lnTo>
                      <a:pt x="1221192" y="1843629"/>
                    </a:lnTo>
                    <a:lnTo>
                      <a:pt x="1221390" y="1843670"/>
                    </a:lnTo>
                    <a:lnTo>
                      <a:pt x="1221398" y="1844027"/>
                    </a:lnTo>
                    <a:lnTo>
                      <a:pt x="1221390" y="1844026"/>
                    </a:lnTo>
                    <a:lnTo>
                      <a:pt x="1220993" y="1843629"/>
                    </a:lnTo>
                    <a:close/>
                    <a:moveTo>
                      <a:pt x="1620838" y="1724025"/>
                    </a:moveTo>
                    <a:lnTo>
                      <a:pt x="1620444" y="1728788"/>
                    </a:lnTo>
                    <a:lnTo>
                      <a:pt x="1618474" y="1739503"/>
                    </a:lnTo>
                    <a:lnTo>
                      <a:pt x="1615321" y="1755775"/>
                    </a:lnTo>
                    <a:lnTo>
                      <a:pt x="1612956" y="1764903"/>
                    </a:lnTo>
                    <a:lnTo>
                      <a:pt x="1610197" y="1774031"/>
                    </a:lnTo>
                    <a:lnTo>
                      <a:pt x="1607439" y="1783556"/>
                    </a:lnTo>
                    <a:lnTo>
                      <a:pt x="1603498" y="1792685"/>
                    </a:lnTo>
                    <a:lnTo>
                      <a:pt x="1599557" y="1801019"/>
                    </a:lnTo>
                    <a:lnTo>
                      <a:pt x="1595222" y="1808560"/>
                    </a:lnTo>
                    <a:lnTo>
                      <a:pt x="1592857" y="1812528"/>
                    </a:lnTo>
                    <a:lnTo>
                      <a:pt x="1589704" y="1815306"/>
                    </a:lnTo>
                    <a:lnTo>
                      <a:pt x="1587340" y="1818481"/>
                    </a:lnTo>
                    <a:lnTo>
                      <a:pt x="1584187" y="1820466"/>
                    </a:lnTo>
                    <a:lnTo>
                      <a:pt x="1581428" y="1822450"/>
                    </a:lnTo>
                    <a:lnTo>
                      <a:pt x="1577881" y="1824435"/>
                    </a:lnTo>
                    <a:lnTo>
                      <a:pt x="1574728" y="1825228"/>
                    </a:lnTo>
                    <a:lnTo>
                      <a:pt x="1571181" y="1825625"/>
                    </a:lnTo>
                    <a:lnTo>
                      <a:pt x="1567240" y="1825625"/>
                    </a:lnTo>
                    <a:lnTo>
                      <a:pt x="1563299" y="1825625"/>
                    </a:lnTo>
                    <a:lnTo>
                      <a:pt x="1560147" y="1824831"/>
                    </a:lnTo>
                    <a:lnTo>
                      <a:pt x="1556994" y="1824038"/>
                    </a:lnTo>
                    <a:lnTo>
                      <a:pt x="1554235" y="1822450"/>
                    </a:lnTo>
                    <a:lnTo>
                      <a:pt x="1551476" y="1821260"/>
                    </a:lnTo>
                    <a:lnTo>
                      <a:pt x="1549506" y="1819672"/>
                    </a:lnTo>
                    <a:lnTo>
                      <a:pt x="1547929" y="1817688"/>
                    </a:lnTo>
                    <a:lnTo>
                      <a:pt x="1546353" y="1815306"/>
                    </a:lnTo>
                    <a:lnTo>
                      <a:pt x="1544777" y="1812925"/>
                    </a:lnTo>
                    <a:lnTo>
                      <a:pt x="1543988" y="1810544"/>
                    </a:lnTo>
                    <a:lnTo>
                      <a:pt x="1543200" y="1807369"/>
                    </a:lnTo>
                    <a:lnTo>
                      <a:pt x="1542412" y="1800622"/>
                    </a:lnTo>
                    <a:lnTo>
                      <a:pt x="1542018" y="1793478"/>
                    </a:lnTo>
                    <a:lnTo>
                      <a:pt x="1542018" y="1789906"/>
                    </a:lnTo>
                    <a:lnTo>
                      <a:pt x="1542018" y="1786731"/>
                    </a:lnTo>
                    <a:lnTo>
                      <a:pt x="1541624" y="1784350"/>
                    </a:lnTo>
                    <a:lnTo>
                      <a:pt x="1540836" y="1781969"/>
                    </a:lnTo>
                    <a:lnTo>
                      <a:pt x="1540047" y="1780381"/>
                    </a:lnTo>
                    <a:lnTo>
                      <a:pt x="1539259" y="1779191"/>
                    </a:lnTo>
                    <a:lnTo>
                      <a:pt x="1538077" y="1778397"/>
                    </a:lnTo>
                    <a:lnTo>
                      <a:pt x="1536895" y="1778000"/>
                    </a:lnTo>
                    <a:lnTo>
                      <a:pt x="1535712" y="1778000"/>
                    </a:lnTo>
                    <a:lnTo>
                      <a:pt x="1534924" y="1778397"/>
                    </a:lnTo>
                    <a:lnTo>
                      <a:pt x="1534136" y="1778794"/>
                    </a:lnTo>
                    <a:lnTo>
                      <a:pt x="1532954" y="1779985"/>
                    </a:lnTo>
                    <a:lnTo>
                      <a:pt x="1532165" y="1781572"/>
                    </a:lnTo>
                    <a:lnTo>
                      <a:pt x="1531377" y="1783556"/>
                    </a:lnTo>
                    <a:lnTo>
                      <a:pt x="1530983" y="1785541"/>
                    </a:lnTo>
                    <a:lnTo>
                      <a:pt x="1530589" y="1787922"/>
                    </a:lnTo>
                    <a:lnTo>
                      <a:pt x="1530195" y="1790700"/>
                    </a:lnTo>
                    <a:lnTo>
                      <a:pt x="1529407" y="1793875"/>
                    </a:lnTo>
                    <a:lnTo>
                      <a:pt x="1528224" y="1797447"/>
                    </a:lnTo>
                    <a:lnTo>
                      <a:pt x="1526648" y="1801019"/>
                    </a:lnTo>
                    <a:lnTo>
                      <a:pt x="1522313" y="1808163"/>
                    </a:lnTo>
                    <a:lnTo>
                      <a:pt x="1517584" y="1814513"/>
                    </a:lnTo>
                    <a:lnTo>
                      <a:pt x="1515613" y="1817291"/>
                    </a:lnTo>
                    <a:lnTo>
                      <a:pt x="1513643" y="1818878"/>
                    </a:lnTo>
                    <a:lnTo>
                      <a:pt x="1512066" y="1820069"/>
                    </a:lnTo>
                    <a:lnTo>
                      <a:pt x="1510096" y="1820069"/>
                    </a:lnTo>
                    <a:lnTo>
                      <a:pt x="1509307" y="1820069"/>
                    </a:lnTo>
                    <a:lnTo>
                      <a:pt x="1508913" y="1819275"/>
                    </a:lnTo>
                    <a:lnTo>
                      <a:pt x="1508125" y="1817688"/>
                    </a:lnTo>
                    <a:lnTo>
                      <a:pt x="1508125" y="1814116"/>
                    </a:lnTo>
                    <a:lnTo>
                      <a:pt x="1508125" y="1809353"/>
                    </a:lnTo>
                    <a:lnTo>
                      <a:pt x="1509307" y="1797844"/>
                    </a:lnTo>
                    <a:lnTo>
                      <a:pt x="1510096" y="1785144"/>
                    </a:lnTo>
                    <a:lnTo>
                      <a:pt x="1510490" y="1772047"/>
                    </a:lnTo>
                    <a:lnTo>
                      <a:pt x="1511278" y="1759744"/>
                    </a:lnTo>
                    <a:lnTo>
                      <a:pt x="1512854" y="1749028"/>
                    </a:lnTo>
                    <a:lnTo>
                      <a:pt x="1513643" y="1743869"/>
                    </a:lnTo>
                    <a:lnTo>
                      <a:pt x="1514825" y="1739503"/>
                    </a:lnTo>
                    <a:lnTo>
                      <a:pt x="1516401" y="1736328"/>
                    </a:lnTo>
                    <a:lnTo>
                      <a:pt x="1517978" y="1733550"/>
                    </a:lnTo>
                    <a:lnTo>
                      <a:pt x="1519554" y="1732360"/>
                    </a:lnTo>
                    <a:lnTo>
                      <a:pt x="1520736" y="1731963"/>
                    </a:lnTo>
                    <a:lnTo>
                      <a:pt x="1521919" y="1731169"/>
                    </a:lnTo>
                    <a:lnTo>
                      <a:pt x="1523101" y="1731169"/>
                    </a:lnTo>
                    <a:lnTo>
                      <a:pt x="1620838" y="1724025"/>
                    </a:lnTo>
                    <a:close/>
                    <a:moveTo>
                      <a:pt x="741170" y="1477566"/>
                    </a:moveTo>
                    <a:lnTo>
                      <a:pt x="739191" y="1478360"/>
                    </a:lnTo>
                    <a:lnTo>
                      <a:pt x="735628" y="1479154"/>
                    </a:lnTo>
                    <a:lnTo>
                      <a:pt x="731273" y="1478757"/>
                    </a:lnTo>
                    <a:lnTo>
                      <a:pt x="729690" y="1480345"/>
                    </a:lnTo>
                    <a:lnTo>
                      <a:pt x="728898" y="1481535"/>
                    </a:lnTo>
                    <a:lnTo>
                      <a:pt x="728502" y="1483123"/>
                    </a:lnTo>
                    <a:lnTo>
                      <a:pt x="728898" y="1485107"/>
                    </a:lnTo>
                    <a:lnTo>
                      <a:pt x="730086" y="1486695"/>
                    </a:lnTo>
                    <a:lnTo>
                      <a:pt x="731669" y="1487885"/>
                    </a:lnTo>
                    <a:lnTo>
                      <a:pt x="734440" y="1489076"/>
                    </a:lnTo>
                    <a:lnTo>
                      <a:pt x="737607" y="1489870"/>
                    </a:lnTo>
                    <a:lnTo>
                      <a:pt x="740774" y="1489076"/>
                    </a:lnTo>
                    <a:lnTo>
                      <a:pt x="743546" y="1487885"/>
                    </a:lnTo>
                    <a:lnTo>
                      <a:pt x="745525" y="1487091"/>
                    </a:lnTo>
                    <a:lnTo>
                      <a:pt x="747504" y="1485901"/>
                    </a:lnTo>
                    <a:lnTo>
                      <a:pt x="748692" y="1484313"/>
                    </a:lnTo>
                    <a:lnTo>
                      <a:pt x="749088" y="1483123"/>
                    </a:lnTo>
                    <a:lnTo>
                      <a:pt x="749484" y="1481932"/>
                    </a:lnTo>
                    <a:lnTo>
                      <a:pt x="749880" y="1481138"/>
                    </a:lnTo>
                    <a:lnTo>
                      <a:pt x="749484" y="1480345"/>
                    </a:lnTo>
                    <a:lnTo>
                      <a:pt x="748692" y="1479551"/>
                    </a:lnTo>
                    <a:lnTo>
                      <a:pt x="747900" y="1478757"/>
                    </a:lnTo>
                    <a:lnTo>
                      <a:pt x="746713" y="1478360"/>
                    </a:lnTo>
                    <a:lnTo>
                      <a:pt x="744733" y="1477566"/>
                    </a:lnTo>
                    <a:lnTo>
                      <a:pt x="743150" y="1477566"/>
                    </a:lnTo>
                    <a:lnTo>
                      <a:pt x="741170" y="1477566"/>
                    </a:lnTo>
                    <a:close/>
                    <a:moveTo>
                      <a:pt x="770069" y="1446213"/>
                    </a:moveTo>
                    <a:lnTo>
                      <a:pt x="773236" y="1446213"/>
                    </a:lnTo>
                    <a:lnTo>
                      <a:pt x="775612" y="1446213"/>
                    </a:lnTo>
                    <a:lnTo>
                      <a:pt x="777195" y="1446610"/>
                    </a:lnTo>
                    <a:lnTo>
                      <a:pt x="778383" y="1447404"/>
                    </a:lnTo>
                    <a:lnTo>
                      <a:pt x="779175" y="1448198"/>
                    </a:lnTo>
                    <a:lnTo>
                      <a:pt x="779175" y="1448991"/>
                    </a:lnTo>
                    <a:lnTo>
                      <a:pt x="779175" y="1450182"/>
                    </a:lnTo>
                    <a:lnTo>
                      <a:pt x="782342" y="1451373"/>
                    </a:lnTo>
                    <a:lnTo>
                      <a:pt x="784717" y="1452166"/>
                    </a:lnTo>
                    <a:lnTo>
                      <a:pt x="787092" y="1453357"/>
                    </a:lnTo>
                    <a:lnTo>
                      <a:pt x="788280" y="1455341"/>
                    </a:lnTo>
                    <a:lnTo>
                      <a:pt x="822325" y="1543051"/>
                    </a:lnTo>
                    <a:lnTo>
                      <a:pt x="818366" y="1543448"/>
                    </a:lnTo>
                    <a:lnTo>
                      <a:pt x="809261" y="1544639"/>
                    </a:lnTo>
                    <a:lnTo>
                      <a:pt x="795406" y="1546623"/>
                    </a:lnTo>
                    <a:lnTo>
                      <a:pt x="787488" y="1547020"/>
                    </a:lnTo>
                    <a:lnTo>
                      <a:pt x="778779" y="1547417"/>
                    </a:lnTo>
                    <a:lnTo>
                      <a:pt x="776403" y="1549798"/>
                    </a:lnTo>
                    <a:lnTo>
                      <a:pt x="773632" y="1552973"/>
                    </a:lnTo>
                    <a:lnTo>
                      <a:pt x="770069" y="1554957"/>
                    </a:lnTo>
                    <a:lnTo>
                      <a:pt x="766902" y="1557339"/>
                    </a:lnTo>
                    <a:lnTo>
                      <a:pt x="758589" y="1561704"/>
                    </a:lnTo>
                    <a:lnTo>
                      <a:pt x="749880" y="1564879"/>
                    </a:lnTo>
                    <a:lnTo>
                      <a:pt x="741170" y="1568054"/>
                    </a:lnTo>
                    <a:lnTo>
                      <a:pt x="731273" y="1570435"/>
                    </a:lnTo>
                    <a:lnTo>
                      <a:pt x="721772" y="1572420"/>
                    </a:lnTo>
                    <a:lnTo>
                      <a:pt x="712271" y="1574404"/>
                    </a:lnTo>
                    <a:lnTo>
                      <a:pt x="702770" y="1575595"/>
                    </a:lnTo>
                    <a:lnTo>
                      <a:pt x="694061" y="1576389"/>
                    </a:lnTo>
                    <a:lnTo>
                      <a:pt x="679414" y="1577579"/>
                    </a:lnTo>
                    <a:lnTo>
                      <a:pt x="668725" y="1577976"/>
                    </a:lnTo>
                    <a:lnTo>
                      <a:pt x="665162" y="1577976"/>
                    </a:lnTo>
                    <a:lnTo>
                      <a:pt x="672288" y="1466454"/>
                    </a:lnTo>
                    <a:lnTo>
                      <a:pt x="672684" y="1464073"/>
                    </a:lnTo>
                    <a:lnTo>
                      <a:pt x="673079" y="1462485"/>
                    </a:lnTo>
                    <a:lnTo>
                      <a:pt x="673871" y="1460898"/>
                    </a:lnTo>
                    <a:lnTo>
                      <a:pt x="675059" y="1459707"/>
                    </a:lnTo>
                    <a:lnTo>
                      <a:pt x="676642" y="1458516"/>
                    </a:lnTo>
                    <a:lnTo>
                      <a:pt x="678622" y="1456929"/>
                    </a:lnTo>
                    <a:lnTo>
                      <a:pt x="682581" y="1454944"/>
                    </a:lnTo>
                    <a:lnTo>
                      <a:pt x="687727" y="1453357"/>
                    </a:lnTo>
                    <a:lnTo>
                      <a:pt x="693269" y="1452166"/>
                    </a:lnTo>
                    <a:lnTo>
                      <a:pt x="699999" y="1451373"/>
                    </a:lnTo>
                    <a:lnTo>
                      <a:pt x="706729" y="1450182"/>
                    </a:lnTo>
                    <a:lnTo>
                      <a:pt x="721772" y="1449388"/>
                    </a:lnTo>
                    <a:lnTo>
                      <a:pt x="737212" y="1448594"/>
                    </a:lnTo>
                    <a:lnTo>
                      <a:pt x="752255" y="1447801"/>
                    </a:lnTo>
                    <a:lnTo>
                      <a:pt x="759777" y="1447404"/>
                    </a:lnTo>
                    <a:lnTo>
                      <a:pt x="766506" y="1446610"/>
                    </a:lnTo>
                    <a:lnTo>
                      <a:pt x="770069" y="1446213"/>
                    </a:lnTo>
                    <a:close/>
                    <a:moveTo>
                      <a:pt x="59062" y="1431772"/>
                    </a:moveTo>
                    <a:lnTo>
                      <a:pt x="61440" y="1459148"/>
                    </a:lnTo>
                    <a:lnTo>
                      <a:pt x="192645" y="1469067"/>
                    </a:lnTo>
                    <a:lnTo>
                      <a:pt x="59062" y="1431772"/>
                    </a:lnTo>
                    <a:close/>
                    <a:moveTo>
                      <a:pt x="1076062" y="950913"/>
                    </a:moveTo>
                    <a:lnTo>
                      <a:pt x="1080032" y="951310"/>
                    </a:lnTo>
                    <a:lnTo>
                      <a:pt x="1083606" y="951707"/>
                    </a:lnTo>
                    <a:lnTo>
                      <a:pt x="1083606" y="952104"/>
                    </a:lnTo>
                    <a:lnTo>
                      <a:pt x="1084400" y="952502"/>
                    </a:lnTo>
                    <a:lnTo>
                      <a:pt x="1087974" y="954487"/>
                    </a:lnTo>
                    <a:lnTo>
                      <a:pt x="1093136" y="957267"/>
                    </a:lnTo>
                    <a:lnTo>
                      <a:pt x="1100283" y="960444"/>
                    </a:lnTo>
                    <a:lnTo>
                      <a:pt x="1093930" y="1312288"/>
                    </a:lnTo>
                    <a:lnTo>
                      <a:pt x="1134431" y="1020408"/>
                    </a:lnTo>
                    <a:lnTo>
                      <a:pt x="1128078" y="998170"/>
                    </a:lnTo>
                    <a:lnTo>
                      <a:pt x="1141975" y="972357"/>
                    </a:lnTo>
                    <a:lnTo>
                      <a:pt x="1175726" y="972754"/>
                    </a:lnTo>
                    <a:lnTo>
                      <a:pt x="1190418" y="998170"/>
                    </a:lnTo>
                    <a:lnTo>
                      <a:pt x="1182874" y="1017231"/>
                    </a:lnTo>
                    <a:lnTo>
                      <a:pt x="1177315" y="1217775"/>
                    </a:lnTo>
                    <a:lnTo>
                      <a:pt x="1165800" y="1329364"/>
                    </a:lnTo>
                    <a:lnTo>
                      <a:pt x="1283333" y="956076"/>
                    </a:lnTo>
                    <a:lnTo>
                      <a:pt x="1317084" y="953296"/>
                    </a:lnTo>
                    <a:lnTo>
                      <a:pt x="1339717" y="952104"/>
                    </a:lnTo>
                    <a:lnTo>
                      <a:pt x="1347261" y="951707"/>
                    </a:lnTo>
                    <a:lnTo>
                      <a:pt x="1351232" y="951707"/>
                    </a:lnTo>
                    <a:lnTo>
                      <a:pt x="1365129" y="954090"/>
                    </a:lnTo>
                    <a:lnTo>
                      <a:pt x="1378630" y="957664"/>
                    </a:lnTo>
                    <a:lnTo>
                      <a:pt x="1392130" y="960444"/>
                    </a:lnTo>
                    <a:lnTo>
                      <a:pt x="1405234" y="964415"/>
                    </a:lnTo>
                    <a:lnTo>
                      <a:pt x="1418337" y="967592"/>
                    </a:lnTo>
                    <a:lnTo>
                      <a:pt x="1430249" y="971960"/>
                    </a:lnTo>
                    <a:lnTo>
                      <a:pt x="1442558" y="975534"/>
                    </a:lnTo>
                    <a:lnTo>
                      <a:pt x="1454073" y="979903"/>
                    </a:lnTo>
                    <a:lnTo>
                      <a:pt x="1465191" y="984271"/>
                    </a:lnTo>
                    <a:lnTo>
                      <a:pt x="1475118" y="988242"/>
                    </a:lnTo>
                    <a:lnTo>
                      <a:pt x="1484648" y="993007"/>
                    </a:lnTo>
                    <a:lnTo>
                      <a:pt x="1493780" y="997376"/>
                    </a:lnTo>
                    <a:lnTo>
                      <a:pt x="1501722" y="1001347"/>
                    </a:lnTo>
                    <a:lnTo>
                      <a:pt x="1508869" y="1006112"/>
                    </a:lnTo>
                    <a:lnTo>
                      <a:pt x="1514825" y="1010480"/>
                    </a:lnTo>
                    <a:lnTo>
                      <a:pt x="1520384" y="1014452"/>
                    </a:lnTo>
                    <a:lnTo>
                      <a:pt x="1523164" y="1018026"/>
                    </a:lnTo>
                    <a:lnTo>
                      <a:pt x="1526737" y="1021997"/>
                    </a:lnTo>
                    <a:lnTo>
                      <a:pt x="1529517" y="1026365"/>
                    </a:lnTo>
                    <a:lnTo>
                      <a:pt x="1532693" y="1031528"/>
                    </a:lnTo>
                    <a:lnTo>
                      <a:pt x="1535473" y="1037484"/>
                    </a:lnTo>
                    <a:lnTo>
                      <a:pt x="1538252" y="1043441"/>
                    </a:lnTo>
                    <a:lnTo>
                      <a:pt x="1541429" y="1050192"/>
                    </a:lnTo>
                    <a:lnTo>
                      <a:pt x="1544208" y="1057737"/>
                    </a:lnTo>
                    <a:lnTo>
                      <a:pt x="1549370" y="1073622"/>
                    </a:lnTo>
                    <a:lnTo>
                      <a:pt x="1554532" y="1091095"/>
                    </a:lnTo>
                    <a:lnTo>
                      <a:pt x="1558900" y="1110156"/>
                    </a:lnTo>
                    <a:lnTo>
                      <a:pt x="1563665" y="1131204"/>
                    </a:lnTo>
                    <a:lnTo>
                      <a:pt x="1568033" y="1153442"/>
                    </a:lnTo>
                    <a:lnTo>
                      <a:pt x="1572003" y="1176475"/>
                    </a:lnTo>
                    <a:lnTo>
                      <a:pt x="1575577" y="1201096"/>
                    </a:lnTo>
                    <a:lnTo>
                      <a:pt x="1579151" y="1225717"/>
                    </a:lnTo>
                    <a:lnTo>
                      <a:pt x="1582327" y="1251927"/>
                    </a:lnTo>
                    <a:lnTo>
                      <a:pt x="1585107" y="1278136"/>
                    </a:lnTo>
                    <a:lnTo>
                      <a:pt x="1588283" y="1305140"/>
                    </a:lnTo>
                    <a:lnTo>
                      <a:pt x="1590666" y="1332144"/>
                    </a:lnTo>
                    <a:lnTo>
                      <a:pt x="1595034" y="1386152"/>
                    </a:lnTo>
                    <a:lnTo>
                      <a:pt x="1598210" y="1439365"/>
                    </a:lnTo>
                    <a:lnTo>
                      <a:pt x="1601387" y="1490196"/>
                    </a:lnTo>
                    <a:lnTo>
                      <a:pt x="1602975" y="1538644"/>
                    </a:lnTo>
                    <a:lnTo>
                      <a:pt x="1603769" y="1581532"/>
                    </a:lnTo>
                    <a:lnTo>
                      <a:pt x="1603769" y="1618861"/>
                    </a:lnTo>
                    <a:lnTo>
                      <a:pt x="1603372" y="1649836"/>
                    </a:lnTo>
                    <a:lnTo>
                      <a:pt x="1602975" y="1662147"/>
                    </a:lnTo>
                    <a:lnTo>
                      <a:pt x="1602181" y="1671678"/>
                    </a:lnTo>
                    <a:lnTo>
                      <a:pt x="1601784" y="1678031"/>
                    </a:lnTo>
                    <a:lnTo>
                      <a:pt x="1601784" y="1683591"/>
                    </a:lnTo>
                    <a:lnTo>
                      <a:pt x="1602578" y="1688356"/>
                    </a:lnTo>
                    <a:lnTo>
                      <a:pt x="1602975" y="1692328"/>
                    </a:lnTo>
                    <a:lnTo>
                      <a:pt x="1604166" y="1696696"/>
                    </a:lnTo>
                    <a:lnTo>
                      <a:pt x="1605357" y="1699873"/>
                    </a:lnTo>
                    <a:lnTo>
                      <a:pt x="1607740" y="1705432"/>
                    </a:lnTo>
                    <a:lnTo>
                      <a:pt x="1609328" y="1709404"/>
                    </a:lnTo>
                    <a:lnTo>
                      <a:pt x="1609725" y="1710992"/>
                    </a:lnTo>
                    <a:lnTo>
                      <a:pt x="1609725" y="1711786"/>
                    </a:lnTo>
                    <a:lnTo>
                      <a:pt x="1609328" y="1712978"/>
                    </a:lnTo>
                    <a:lnTo>
                      <a:pt x="1608534" y="1713375"/>
                    </a:lnTo>
                    <a:lnTo>
                      <a:pt x="1606549" y="1713772"/>
                    </a:lnTo>
                    <a:lnTo>
                      <a:pt x="1604166" y="1714169"/>
                    </a:lnTo>
                    <a:lnTo>
                      <a:pt x="1599798" y="1714169"/>
                    </a:lnTo>
                    <a:lnTo>
                      <a:pt x="1595431" y="1714169"/>
                    </a:lnTo>
                    <a:lnTo>
                      <a:pt x="1583916" y="1713375"/>
                    </a:lnTo>
                    <a:lnTo>
                      <a:pt x="1571209" y="1711786"/>
                    </a:lnTo>
                    <a:lnTo>
                      <a:pt x="1558106" y="1710198"/>
                    </a:lnTo>
                    <a:lnTo>
                      <a:pt x="1534679" y="1706227"/>
                    </a:lnTo>
                    <a:lnTo>
                      <a:pt x="1521178" y="1704241"/>
                    </a:lnTo>
                    <a:lnTo>
                      <a:pt x="1520384" y="1693519"/>
                    </a:lnTo>
                    <a:lnTo>
                      <a:pt x="1518002" y="1674855"/>
                    </a:lnTo>
                    <a:lnTo>
                      <a:pt x="1511649" y="1617273"/>
                    </a:lnTo>
                    <a:lnTo>
                      <a:pt x="1493383" y="1456044"/>
                    </a:lnTo>
                    <a:lnTo>
                      <a:pt x="1474324" y="1299183"/>
                    </a:lnTo>
                    <a:lnTo>
                      <a:pt x="1467177" y="1245970"/>
                    </a:lnTo>
                    <a:lnTo>
                      <a:pt x="1465191" y="1230482"/>
                    </a:lnTo>
                    <a:lnTo>
                      <a:pt x="1463603" y="1223334"/>
                    </a:lnTo>
                    <a:lnTo>
                      <a:pt x="1462412" y="1218569"/>
                    </a:lnTo>
                    <a:lnTo>
                      <a:pt x="1461221" y="1215789"/>
                    </a:lnTo>
                    <a:lnTo>
                      <a:pt x="1460029" y="1214598"/>
                    </a:lnTo>
                    <a:lnTo>
                      <a:pt x="1459632" y="1214201"/>
                    </a:lnTo>
                    <a:lnTo>
                      <a:pt x="1459235" y="1214201"/>
                    </a:lnTo>
                    <a:lnTo>
                      <a:pt x="1458441" y="1215392"/>
                    </a:lnTo>
                    <a:lnTo>
                      <a:pt x="1457250" y="1216980"/>
                    </a:lnTo>
                    <a:lnTo>
                      <a:pt x="1456456" y="1222937"/>
                    </a:lnTo>
                    <a:lnTo>
                      <a:pt x="1456059" y="1229688"/>
                    </a:lnTo>
                    <a:lnTo>
                      <a:pt x="1455662" y="1236836"/>
                    </a:lnTo>
                    <a:lnTo>
                      <a:pt x="1455662" y="1243984"/>
                    </a:lnTo>
                    <a:lnTo>
                      <a:pt x="1451691" y="1302757"/>
                    </a:lnTo>
                    <a:lnTo>
                      <a:pt x="1447323" y="1369870"/>
                    </a:lnTo>
                    <a:lnTo>
                      <a:pt x="1442955" y="1440556"/>
                    </a:lnTo>
                    <a:lnTo>
                      <a:pt x="1439779" y="1509655"/>
                    </a:lnTo>
                    <a:lnTo>
                      <a:pt x="1434220" y="1624024"/>
                    </a:lnTo>
                    <a:lnTo>
                      <a:pt x="1431837" y="1671678"/>
                    </a:lnTo>
                    <a:lnTo>
                      <a:pt x="1431837" y="1676046"/>
                    </a:lnTo>
                    <a:lnTo>
                      <a:pt x="1431440" y="1687165"/>
                    </a:lnTo>
                    <a:lnTo>
                      <a:pt x="1429852" y="1703050"/>
                    </a:lnTo>
                    <a:lnTo>
                      <a:pt x="1428661" y="1711786"/>
                    </a:lnTo>
                    <a:lnTo>
                      <a:pt x="1427470" y="1720920"/>
                    </a:lnTo>
                    <a:lnTo>
                      <a:pt x="1425484" y="1730451"/>
                    </a:lnTo>
                    <a:lnTo>
                      <a:pt x="1422705" y="1739187"/>
                    </a:lnTo>
                    <a:lnTo>
                      <a:pt x="1419925" y="1747527"/>
                    </a:lnTo>
                    <a:lnTo>
                      <a:pt x="1416352" y="1755469"/>
                    </a:lnTo>
                    <a:lnTo>
                      <a:pt x="1414366" y="1759043"/>
                    </a:lnTo>
                    <a:lnTo>
                      <a:pt x="1412381" y="1762220"/>
                    </a:lnTo>
                    <a:lnTo>
                      <a:pt x="1409998" y="1765000"/>
                    </a:lnTo>
                    <a:lnTo>
                      <a:pt x="1407616" y="1766985"/>
                    </a:lnTo>
                    <a:lnTo>
                      <a:pt x="1404836" y="1769368"/>
                    </a:lnTo>
                    <a:lnTo>
                      <a:pt x="1402057" y="1770956"/>
                    </a:lnTo>
                    <a:lnTo>
                      <a:pt x="1398880" y="1771751"/>
                    </a:lnTo>
                    <a:lnTo>
                      <a:pt x="1395307" y="1772148"/>
                    </a:lnTo>
                    <a:lnTo>
                      <a:pt x="1350041" y="2259805"/>
                    </a:lnTo>
                    <a:lnTo>
                      <a:pt x="1229728" y="2262188"/>
                    </a:lnTo>
                    <a:lnTo>
                      <a:pt x="1221398" y="1844027"/>
                    </a:lnTo>
                    <a:lnTo>
                      <a:pt x="1224169" y="1844423"/>
                    </a:lnTo>
                    <a:lnTo>
                      <a:pt x="1226949" y="1844820"/>
                    </a:lnTo>
                    <a:lnTo>
                      <a:pt x="1221390" y="1843670"/>
                    </a:lnTo>
                    <a:lnTo>
                      <a:pt x="1221390" y="1843629"/>
                    </a:lnTo>
                    <a:lnTo>
                      <a:pt x="1221192" y="1843629"/>
                    </a:lnTo>
                    <a:lnTo>
                      <a:pt x="1215434" y="1842437"/>
                    </a:lnTo>
                    <a:lnTo>
                      <a:pt x="1204316" y="1840849"/>
                    </a:lnTo>
                    <a:lnTo>
                      <a:pt x="1190021" y="1839260"/>
                    </a:lnTo>
                    <a:lnTo>
                      <a:pt x="1160638" y="2260600"/>
                    </a:lnTo>
                    <a:lnTo>
                      <a:pt x="1054620" y="2260600"/>
                    </a:lnTo>
                    <a:lnTo>
                      <a:pt x="1015310" y="1736010"/>
                    </a:lnTo>
                    <a:lnTo>
                      <a:pt x="1010942" y="1729259"/>
                    </a:lnTo>
                    <a:lnTo>
                      <a:pt x="1006574" y="1722508"/>
                    </a:lnTo>
                    <a:lnTo>
                      <a:pt x="1002604" y="1715757"/>
                    </a:lnTo>
                    <a:lnTo>
                      <a:pt x="999030" y="1708609"/>
                    </a:lnTo>
                    <a:lnTo>
                      <a:pt x="995456" y="1701461"/>
                    </a:lnTo>
                    <a:lnTo>
                      <a:pt x="992677" y="1693916"/>
                    </a:lnTo>
                    <a:lnTo>
                      <a:pt x="989500" y="1687165"/>
                    </a:lnTo>
                    <a:lnTo>
                      <a:pt x="987515" y="1679620"/>
                    </a:lnTo>
                    <a:lnTo>
                      <a:pt x="986721" y="1675649"/>
                    </a:lnTo>
                    <a:lnTo>
                      <a:pt x="982353" y="1629583"/>
                    </a:lnTo>
                    <a:lnTo>
                      <a:pt x="977985" y="1578355"/>
                    </a:lnTo>
                    <a:lnTo>
                      <a:pt x="972029" y="1512831"/>
                    </a:lnTo>
                    <a:lnTo>
                      <a:pt x="960514" y="1330555"/>
                    </a:lnTo>
                    <a:lnTo>
                      <a:pt x="955352" y="1372650"/>
                    </a:lnTo>
                    <a:lnTo>
                      <a:pt x="948602" y="1421892"/>
                    </a:lnTo>
                    <a:lnTo>
                      <a:pt x="942249" y="1462795"/>
                    </a:lnTo>
                    <a:lnTo>
                      <a:pt x="939866" y="1479871"/>
                    </a:lnTo>
                    <a:lnTo>
                      <a:pt x="938278" y="1480268"/>
                    </a:lnTo>
                    <a:lnTo>
                      <a:pt x="938675" y="1485430"/>
                    </a:lnTo>
                    <a:lnTo>
                      <a:pt x="849731" y="1541027"/>
                    </a:lnTo>
                    <a:lnTo>
                      <a:pt x="804862" y="1434997"/>
                    </a:lnTo>
                    <a:lnTo>
                      <a:pt x="915248" y="1388137"/>
                    </a:lnTo>
                    <a:lnTo>
                      <a:pt x="915248" y="1370664"/>
                    </a:lnTo>
                    <a:lnTo>
                      <a:pt x="916439" y="1352397"/>
                    </a:lnTo>
                    <a:lnTo>
                      <a:pt x="917630" y="1332541"/>
                    </a:lnTo>
                    <a:lnTo>
                      <a:pt x="919616" y="1312288"/>
                    </a:lnTo>
                    <a:lnTo>
                      <a:pt x="923586" y="1282107"/>
                    </a:lnTo>
                    <a:lnTo>
                      <a:pt x="928351" y="1250735"/>
                    </a:lnTo>
                    <a:lnTo>
                      <a:pt x="934307" y="1218569"/>
                    </a:lnTo>
                    <a:lnTo>
                      <a:pt x="941455" y="1187197"/>
                    </a:lnTo>
                    <a:lnTo>
                      <a:pt x="948999" y="1155428"/>
                    </a:lnTo>
                    <a:lnTo>
                      <a:pt x="953367" y="1139940"/>
                    </a:lnTo>
                    <a:lnTo>
                      <a:pt x="958132" y="1124453"/>
                    </a:lnTo>
                    <a:lnTo>
                      <a:pt x="962499" y="1109759"/>
                    </a:lnTo>
                    <a:lnTo>
                      <a:pt x="967661" y="1095066"/>
                    </a:lnTo>
                    <a:lnTo>
                      <a:pt x="972823" y="1080770"/>
                    </a:lnTo>
                    <a:lnTo>
                      <a:pt x="977985" y="1067268"/>
                    </a:lnTo>
                    <a:lnTo>
                      <a:pt x="983147" y="1053766"/>
                    </a:lnTo>
                    <a:lnTo>
                      <a:pt x="988706" y="1041058"/>
                    </a:lnTo>
                    <a:lnTo>
                      <a:pt x="994662" y="1028748"/>
                    </a:lnTo>
                    <a:lnTo>
                      <a:pt x="1000618" y="1017629"/>
                    </a:lnTo>
                    <a:lnTo>
                      <a:pt x="1006971" y="1006906"/>
                    </a:lnTo>
                    <a:lnTo>
                      <a:pt x="1013324" y="996979"/>
                    </a:lnTo>
                    <a:lnTo>
                      <a:pt x="1019678" y="987845"/>
                    </a:lnTo>
                    <a:lnTo>
                      <a:pt x="1026428" y="979505"/>
                    </a:lnTo>
                    <a:lnTo>
                      <a:pt x="1033178" y="972357"/>
                    </a:lnTo>
                    <a:lnTo>
                      <a:pt x="1039928" y="966004"/>
                    </a:lnTo>
                    <a:lnTo>
                      <a:pt x="1047075" y="960444"/>
                    </a:lnTo>
                    <a:lnTo>
                      <a:pt x="1050252" y="958458"/>
                    </a:lnTo>
                    <a:lnTo>
                      <a:pt x="1054223" y="956870"/>
                    </a:lnTo>
                    <a:lnTo>
                      <a:pt x="1057399" y="954884"/>
                    </a:lnTo>
                    <a:lnTo>
                      <a:pt x="1061370" y="953296"/>
                    </a:lnTo>
                    <a:lnTo>
                      <a:pt x="1064547" y="952502"/>
                    </a:lnTo>
                    <a:lnTo>
                      <a:pt x="1068517" y="951707"/>
                    </a:lnTo>
                    <a:lnTo>
                      <a:pt x="1072488" y="951310"/>
                    </a:lnTo>
                    <a:lnTo>
                      <a:pt x="1076062" y="950913"/>
                    </a:lnTo>
                    <a:close/>
                    <a:moveTo>
                      <a:pt x="460208" y="927100"/>
                    </a:moveTo>
                    <a:lnTo>
                      <a:pt x="466154" y="927100"/>
                    </a:lnTo>
                    <a:lnTo>
                      <a:pt x="472099" y="927497"/>
                    </a:lnTo>
                    <a:lnTo>
                      <a:pt x="477649" y="929084"/>
                    </a:lnTo>
                    <a:lnTo>
                      <a:pt x="483198" y="931068"/>
                    </a:lnTo>
                    <a:lnTo>
                      <a:pt x="488351" y="933845"/>
                    </a:lnTo>
                    <a:lnTo>
                      <a:pt x="493505" y="937416"/>
                    </a:lnTo>
                    <a:lnTo>
                      <a:pt x="498658" y="940987"/>
                    </a:lnTo>
                    <a:lnTo>
                      <a:pt x="503414" y="945351"/>
                    </a:lnTo>
                    <a:lnTo>
                      <a:pt x="508171" y="950509"/>
                    </a:lnTo>
                    <a:lnTo>
                      <a:pt x="512531" y="955666"/>
                    </a:lnTo>
                    <a:lnTo>
                      <a:pt x="516891" y="962015"/>
                    </a:lnTo>
                    <a:lnTo>
                      <a:pt x="520855" y="968363"/>
                    </a:lnTo>
                    <a:lnTo>
                      <a:pt x="525216" y="975504"/>
                    </a:lnTo>
                    <a:lnTo>
                      <a:pt x="528783" y="982646"/>
                    </a:lnTo>
                    <a:lnTo>
                      <a:pt x="532747" y="990581"/>
                    </a:lnTo>
                    <a:lnTo>
                      <a:pt x="535918" y="998913"/>
                    </a:lnTo>
                    <a:lnTo>
                      <a:pt x="539486" y="1007245"/>
                    </a:lnTo>
                    <a:lnTo>
                      <a:pt x="546224" y="1025495"/>
                    </a:lnTo>
                    <a:lnTo>
                      <a:pt x="552170" y="1044539"/>
                    </a:lnTo>
                    <a:lnTo>
                      <a:pt x="557720" y="1064774"/>
                    </a:lnTo>
                    <a:lnTo>
                      <a:pt x="562080" y="1086199"/>
                    </a:lnTo>
                    <a:lnTo>
                      <a:pt x="566837" y="1108020"/>
                    </a:lnTo>
                    <a:lnTo>
                      <a:pt x="570800" y="1129842"/>
                    </a:lnTo>
                    <a:lnTo>
                      <a:pt x="573972" y="1152060"/>
                    </a:lnTo>
                    <a:lnTo>
                      <a:pt x="577539" y="1175072"/>
                    </a:lnTo>
                    <a:lnTo>
                      <a:pt x="579917" y="1197290"/>
                    </a:lnTo>
                    <a:lnTo>
                      <a:pt x="582296" y="1219508"/>
                    </a:lnTo>
                    <a:lnTo>
                      <a:pt x="584674" y="1240933"/>
                    </a:lnTo>
                    <a:lnTo>
                      <a:pt x="587449" y="1282592"/>
                    </a:lnTo>
                    <a:lnTo>
                      <a:pt x="589431" y="1319887"/>
                    </a:lnTo>
                    <a:lnTo>
                      <a:pt x="591016" y="1351628"/>
                    </a:lnTo>
                    <a:lnTo>
                      <a:pt x="591016" y="1376226"/>
                    </a:lnTo>
                    <a:lnTo>
                      <a:pt x="591016" y="1392890"/>
                    </a:lnTo>
                    <a:lnTo>
                      <a:pt x="590620" y="1397651"/>
                    </a:lnTo>
                    <a:lnTo>
                      <a:pt x="589827" y="1399635"/>
                    </a:lnTo>
                    <a:lnTo>
                      <a:pt x="588242" y="1390510"/>
                    </a:lnTo>
                    <a:lnTo>
                      <a:pt x="585070" y="1366308"/>
                    </a:lnTo>
                    <a:lnTo>
                      <a:pt x="580710" y="1336551"/>
                    </a:lnTo>
                    <a:lnTo>
                      <a:pt x="577143" y="1307191"/>
                    </a:lnTo>
                    <a:lnTo>
                      <a:pt x="571197" y="1397254"/>
                    </a:lnTo>
                    <a:lnTo>
                      <a:pt x="204933" y="1299256"/>
                    </a:lnTo>
                    <a:lnTo>
                      <a:pt x="140718" y="1285370"/>
                    </a:lnTo>
                    <a:lnTo>
                      <a:pt x="569611" y="1420266"/>
                    </a:lnTo>
                    <a:lnTo>
                      <a:pt x="569215" y="1425424"/>
                    </a:lnTo>
                    <a:lnTo>
                      <a:pt x="647700" y="1454784"/>
                    </a:lnTo>
                    <a:lnTo>
                      <a:pt x="646511" y="1467083"/>
                    </a:lnTo>
                    <a:lnTo>
                      <a:pt x="644925" y="1480970"/>
                    </a:lnTo>
                    <a:lnTo>
                      <a:pt x="642150" y="1513503"/>
                    </a:lnTo>
                    <a:lnTo>
                      <a:pt x="638979" y="1548418"/>
                    </a:lnTo>
                    <a:lnTo>
                      <a:pt x="636997" y="1565478"/>
                    </a:lnTo>
                    <a:lnTo>
                      <a:pt x="634619" y="1582539"/>
                    </a:lnTo>
                    <a:lnTo>
                      <a:pt x="619160" y="1576587"/>
                    </a:lnTo>
                    <a:lnTo>
                      <a:pt x="601322" y="1570636"/>
                    </a:lnTo>
                    <a:lnTo>
                      <a:pt x="581107" y="1564288"/>
                    </a:lnTo>
                    <a:lnTo>
                      <a:pt x="559305" y="1557940"/>
                    </a:lnTo>
                    <a:lnTo>
                      <a:pt x="553359" y="1625388"/>
                    </a:lnTo>
                    <a:lnTo>
                      <a:pt x="550981" y="1651177"/>
                    </a:lnTo>
                    <a:lnTo>
                      <a:pt x="550188" y="1655542"/>
                    </a:lnTo>
                    <a:lnTo>
                      <a:pt x="547810" y="1662683"/>
                    </a:lnTo>
                    <a:lnTo>
                      <a:pt x="545035" y="1669825"/>
                    </a:lnTo>
                    <a:lnTo>
                      <a:pt x="541864" y="1676966"/>
                    </a:lnTo>
                    <a:lnTo>
                      <a:pt x="538693" y="1684108"/>
                    </a:lnTo>
                    <a:lnTo>
                      <a:pt x="534729" y="1690853"/>
                    </a:lnTo>
                    <a:lnTo>
                      <a:pt x="531161" y="1697994"/>
                    </a:lnTo>
                    <a:lnTo>
                      <a:pt x="526801" y="1704739"/>
                    </a:lnTo>
                    <a:lnTo>
                      <a:pt x="522045" y="1711484"/>
                    </a:lnTo>
                    <a:lnTo>
                      <a:pt x="483198" y="2235200"/>
                    </a:lnTo>
                    <a:lnTo>
                      <a:pt x="377362" y="2235200"/>
                    </a:lnTo>
                    <a:lnTo>
                      <a:pt x="324246" y="1818608"/>
                    </a:lnTo>
                    <a:lnTo>
                      <a:pt x="317508" y="1819401"/>
                    </a:lnTo>
                    <a:lnTo>
                      <a:pt x="310769" y="1819798"/>
                    </a:lnTo>
                    <a:lnTo>
                      <a:pt x="306409" y="1819401"/>
                    </a:lnTo>
                    <a:lnTo>
                      <a:pt x="302049" y="1819005"/>
                    </a:lnTo>
                    <a:lnTo>
                      <a:pt x="316319" y="2229646"/>
                    </a:lnTo>
                    <a:lnTo>
                      <a:pt x="188285" y="2234803"/>
                    </a:lnTo>
                    <a:lnTo>
                      <a:pt x="132790" y="1794803"/>
                    </a:lnTo>
                    <a:lnTo>
                      <a:pt x="128430" y="1793612"/>
                    </a:lnTo>
                    <a:lnTo>
                      <a:pt x="124863" y="1792025"/>
                    </a:lnTo>
                    <a:lnTo>
                      <a:pt x="120899" y="1789248"/>
                    </a:lnTo>
                    <a:lnTo>
                      <a:pt x="117728" y="1786471"/>
                    </a:lnTo>
                    <a:lnTo>
                      <a:pt x="114160" y="1783297"/>
                    </a:lnTo>
                    <a:lnTo>
                      <a:pt x="111385" y="1779329"/>
                    </a:lnTo>
                    <a:lnTo>
                      <a:pt x="108611" y="1775362"/>
                    </a:lnTo>
                    <a:lnTo>
                      <a:pt x="105836" y="1770997"/>
                    </a:lnTo>
                    <a:lnTo>
                      <a:pt x="103458" y="1766236"/>
                    </a:lnTo>
                    <a:lnTo>
                      <a:pt x="101079" y="1761078"/>
                    </a:lnTo>
                    <a:lnTo>
                      <a:pt x="97115" y="1750763"/>
                    </a:lnTo>
                    <a:lnTo>
                      <a:pt x="93151" y="1739257"/>
                    </a:lnTo>
                    <a:lnTo>
                      <a:pt x="90377" y="1727354"/>
                    </a:lnTo>
                    <a:lnTo>
                      <a:pt x="87602" y="1715848"/>
                    </a:lnTo>
                    <a:lnTo>
                      <a:pt x="85224" y="1704342"/>
                    </a:lnTo>
                    <a:lnTo>
                      <a:pt x="81656" y="1683314"/>
                    </a:lnTo>
                    <a:lnTo>
                      <a:pt x="78881" y="1666254"/>
                    </a:lnTo>
                    <a:lnTo>
                      <a:pt x="78089" y="1659906"/>
                    </a:lnTo>
                    <a:lnTo>
                      <a:pt x="76899" y="1655938"/>
                    </a:lnTo>
                    <a:lnTo>
                      <a:pt x="76503" y="1651177"/>
                    </a:lnTo>
                    <a:lnTo>
                      <a:pt x="70557" y="1587300"/>
                    </a:lnTo>
                    <a:lnTo>
                      <a:pt x="63819" y="1517074"/>
                    </a:lnTo>
                    <a:lnTo>
                      <a:pt x="56684" y="1428598"/>
                    </a:lnTo>
                    <a:lnTo>
                      <a:pt x="47567" y="1425424"/>
                    </a:lnTo>
                    <a:lnTo>
                      <a:pt x="39639" y="1421853"/>
                    </a:lnTo>
                    <a:lnTo>
                      <a:pt x="32900" y="1418679"/>
                    </a:lnTo>
                    <a:lnTo>
                      <a:pt x="27351" y="1415505"/>
                    </a:lnTo>
                    <a:lnTo>
                      <a:pt x="23387" y="1412331"/>
                    </a:lnTo>
                    <a:lnTo>
                      <a:pt x="20216" y="1409157"/>
                    </a:lnTo>
                    <a:lnTo>
                      <a:pt x="19423" y="1407967"/>
                    </a:lnTo>
                    <a:lnTo>
                      <a:pt x="18630" y="1406776"/>
                    </a:lnTo>
                    <a:lnTo>
                      <a:pt x="18234" y="1405189"/>
                    </a:lnTo>
                    <a:lnTo>
                      <a:pt x="18630" y="1403999"/>
                    </a:lnTo>
                    <a:lnTo>
                      <a:pt x="16252" y="1398445"/>
                    </a:lnTo>
                    <a:lnTo>
                      <a:pt x="13874" y="1390906"/>
                    </a:lnTo>
                    <a:lnTo>
                      <a:pt x="11892" y="1381781"/>
                    </a:lnTo>
                    <a:lnTo>
                      <a:pt x="9910" y="1371465"/>
                    </a:lnTo>
                    <a:lnTo>
                      <a:pt x="7531" y="1359166"/>
                    </a:lnTo>
                    <a:lnTo>
                      <a:pt x="5549" y="1346073"/>
                    </a:lnTo>
                    <a:lnTo>
                      <a:pt x="3964" y="1331393"/>
                    </a:lnTo>
                    <a:lnTo>
                      <a:pt x="2775" y="1315920"/>
                    </a:lnTo>
                    <a:lnTo>
                      <a:pt x="1189" y="1299256"/>
                    </a:lnTo>
                    <a:lnTo>
                      <a:pt x="396" y="1282196"/>
                    </a:lnTo>
                    <a:lnTo>
                      <a:pt x="0" y="1263945"/>
                    </a:lnTo>
                    <a:lnTo>
                      <a:pt x="396" y="1245297"/>
                    </a:lnTo>
                    <a:lnTo>
                      <a:pt x="793" y="1226253"/>
                    </a:lnTo>
                    <a:lnTo>
                      <a:pt x="2378" y="1206812"/>
                    </a:lnTo>
                    <a:lnTo>
                      <a:pt x="4360" y="1187371"/>
                    </a:lnTo>
                    <a:lnTo>
                      <a:pt x="6739" y="1167533"/>
                    </a:lnTo>
                    <a:lnTo>
                      <a:pt x="10306" y="1147696"/>
                    </a:lnTo>
                    <a:lnTo>
                      <a:pt x="14270" y="1127858"/>
                    </a:lnTo>
                    <a:lnTo>
                      <a:pt x="19423" y="1108417"/>
                    </a:lnTo>
                    <a:lnTo>
                      <a:pt x="22594" y="1098498"/>
                    </a:lnTo>
                    <a:lnTo>
                      <a:pt x="25369" y="1088976"/>
                    </a:lnTo>
                    <a:lnTo>
                      <a:pt x="28540" y="1079851"/>
                    </a:lnTo>
                    <a:lnTo>
                      <a:pt x="32504" y="1070329"/>
                    </a:lnTo>
                    <a:lnTo>
                      <a:pt x="36468" y="1061203"/>
                    </a:lnTo>
                    <a:lnTo>
                      <a:pt x="40035" y="1052475"/>
                    </a:lnTo>
                    <a:lnTo>
                      <a:pt x="44792" y="1043349"/>
                    </a:lnTo>
                    <a:lnTo>
                      <a:pt x="49549" y="1034621"/>
                    </a:lnTo>
                    <a:lnTo>
                      <a:pt x="53909" y="1026289"/>
                    </a:lnTo>
                    <a:lnTo>
                      <a:pt x="59458" y="1018354"/>
                    </a:lnTo>
                    <a:lnTo>
                      <a:pt x="65008" y="1010022"/>
                    </a:lnTo>
                    <a:lnTo>
                      <a:pt x="70557" y="1002087"/>
                    </a:lnTo>
                    <a:lnTo>
                      <a:pt x="76899" y="994548"/>
                    </a:lnTo>
                    <a:lnTo>
                      <a:pt x="83242" y="987407"/>
                    </a:lnTo>
                    <a:lnTo>
                      <a:pt x="89980" y="980662"/>
                    </a:lnTo>
                    <a:lnTo>
                      <a:pt x="97115" y="973917"/>
                    </a:lnTo>
                    <a:lnTo>
                      <a:pt x="104250" y="967569"/>
                    </a:lnTo>
                    <a:lnTo>
                      <a:pt x="112178" y="961618"/>
                    </a:lnTo>
                    <a:lnTo>
                      <a:pt x="120106" y="956063"/>
                    </a:lnTo>
                    <a:lnTo>
                      <a:pt x="128430" y="950905"/>
                    </a:lnTo>
                    <a:lnTo>
                      <a:pt x="137547" y="946144"/>
                    </a:lnTo>
                    <a:lnTo>
                      <a:pt x="146664" y="941383"/>
                    </a:lnTo>
                    <a:lnTo>
                      <a:pt x="155781" y="937416"/>
                    </a:lnTo>
                    <a:lnTo>
                      <a:pt x="166087" y="933845"/>
                    </a:lnTo>
                    <a:lnTo>
                      <a:pt x="175997" y="930671"/>
                    </a:lnTo>
                    <a:lnTo>
                      <a:pt x="187096" y="927894"/>
                    </a:lnTo>
                    <a:lnTo>
                      <a:pt x="190663" y="927497"/>
                    </a:lnTo>
                    <a:lnTo>
                      <a:pt x="198591" y="927894"/>
                    </a:lnTo>
                    <a:lnTo>
                      <a:pt x="221185" y="929084"/>
                    </a:lnTo>
                    <a:lnTo>
                      <a:pt x="254878" y="931861"/>
                    </a:lnTo>
                    <a:lnTo>
                      <a:pt x="371813" y="1304811"/>
                    </a:lnTo>
                    <a:lnTo>
                      <a:pt x="360714" y="1193322"/>
                    </a:lnTo>
                    <a:lnTo>
                      <a:pt x="355165" y="993358"/>
                    </a:lnTo>
                    <a:lnTo>
                      <a:pt x="347633" y="973917"/>
                    </a:lnTo>
                    <a:lnTo>
                      <a:pt x="362300" y="948525"/>
                    </a:lnTo>
                    <a:lnTo>
                      <a:pt x="395993" y="948525"/>
                    </a:lnTo>
                    <a:lnTo>
                      <a:pt x="409866" y="973917"/>
                    </a:lnTo>
                    <a:lnTo>
                      <a:pt x="403524" y="996532"/>
                    </a:lnTo>
                    <a:lnTo>
                      <a:pt x="443956" y="1288147"/>
                    </a:lnTo>
                    <a:lnTo>
                      <a:pt x="437614" y="937019"/>
                    </a:lnTo>
                    <a:lnTo>
                      <a:pt x="444749" y="933448"/>
                    </a:lnTo>
                    <a:lnTo>
                      <a:pt x="449902" y="930671"/>
                    </a:lnTo>
                    <a:lnTo>
                      <a:pt x="453073" y="928687"/>
                    </a:lnTo>
                    <a:lnTo>
                      <a:pt x="453866" y="927894"/>
                    </a:lnTo>
                    <a:lnTo>
                      <a:pt x="460208" y="927100"/>
                    </a:lnTo>
                    <a:close/>
                    <a:moveTo>
                      <a:pt x="1383083" y="640160"/>
                    </a:moveTo>
                    <a:lnTo>
                      <a:pt x="1382686" y="644922"/>
                    </a:lnTo>
                    <a:lnTo>
                      <a:pt x="1384275" y="651669"/>
                    </a:lnTo>
                    <a:lnTo>
                      <a:pt x="1385070" y="658813"/>
                    </a:lnTo>
                    <a:lnTo>
                      <a:pt x="1385467" y="666750"/>
                    </a:lnTo>
                    <a:lnTo>
                      <a:pt x="1385864" y="674688"/>
                    </a:lnTo>
                    <a:lnTo>
                      <a:pt x="1386262" y="674688"/>
                    </a:lnTo>
                    <a:lnTo>
                      <a:pt x="1385467" y="660797"/>
                    </a:lnTo>
                    <a:lnTo>
                      <a:pt x="1383083" y="640160"/>
                    </a:lnTo>
                    <a:close/>
                    <a:moveTo>
                      <a:pt x="153566" y="634207"/>
                    </a:moveTo>
                    <a:lnTo>
                      <a:pt x="152376" y="649288"/>
                    </a:lnTo>
                    <a:lnTo>
                      <a:pt x="152773" y="649685"/>
                    </a:lnTo>
                    <a:lnTo>
                      <a:pt x="153566" y="634207"/>
                    </a:lnTo>
                    <a:close/>
                    <a:moveTo>
                      <a:pt x="155152" y="615157"/>
                    </a:moveTo>
                    <a:lnTo>
                      <a:pt x="153566" y="633810"/>
                    </a:lnTo>
                    <a:lnTo>
                      <a:pt x="154359" y="626666"/>
                    </a:lnTo>
                    <a:lnTo>
                      <a:pt x="155548" y="619919"/>
                    </a:lnTo>
                    <a:lnTo>
                      <a:pt x="155152" y="615157"/>
                    </a:lnTo>
                    <a:close/>
                    <a:moveTo>
                      <a:pt x="1356862" y="559594"/>
                    </a:moveTo>
                    <a:lnTo>
                      <a:pt x="1359643" y="561578"/>
                    </a:lnTo>
                    <a:lnTo>
                      <a:pt x="1362424" y="563960"/>
                    </a:lnTo>
                    <a:lnTo>
                      <a:pt x="1367589" y="569516"/>
                    </a:lnTo>
                    <a:lnTo>
                      <a:pt x="1365205" y="565547"/>
                    </a:lnTo>
                    <a:lnTo>
                      <a:pt x="1362424" y="562372"/>
                    </a:lnTo>
                    <a:lnTo>
                      <a:pt x="1361232" y="561181"/>
                    </a:lnTo>
                    <a:lnTo>
                      <a:pt x="1359643" y="560388"/>
                    </a:lnTo>
                    <a:lnTo>
                      <a:pt x="1358451" y="559991"/>
                    </a:lnTo>
                    <a:lnTo>
                      <a:pt x="1356862" y="559594"/>
                    </a:lnTo>
                    <a:close/>
                    <a:moveTo>
                      <a:pt x="180128" y="534591"/>
                    </a:moveTo>
                    <a:lnTo>
                      <a:pt x="178939" y="535385"/>
                    </a:lnTo>
                    <a:lnTo>
                      <a:pt x="176956" y="536178"/>
                    </a:lnTo>
                    <a:lnTo>
                      <a:pt x="175767" y="536972"/>
                    </a:lnTo>
                    <a:lnTo>
                      <a:pt x="173388" y="540544"/>
                    </a:lnTo>
                    <a:lnTo>
                      <a:pt x="170613" y="544513"/>
                    </a:lnTo>
                    <a:lnTo>
                      <a:pt x="175767" y="539353"/>
                    </a:lnTo>
                    <a:lnTo>
                      <a:pt x="178939" y="536575"/>
                    </a:lnTo>
                    <a:lnTo>
                      <a:pt x="181714" y="534591"/>
                    </a:lnTo>
                    <a:lnTo>
                      <a:pt x="180128" y="534591"/>
                    </a:lnTo>
                    <a:close/>
                    <a:moveTo>
                      <a:pt x="1221780" y="479425"/>
                    </a:moveTo>
                    <a:lnTo>
                      <a:pt x="1236480" y="479425"/>
                    </a:lnTo>
                    <a:lnTo>
                      <a:pt x="1251578" y="480219"/>
                    </a:lnTo>
                    <a:lnTo>
                      <a:pt x="1267072" y="481806"/>
                    </a:lnTo>
                    <a:lnTo>
                      <a:pt x="1282964" y="484585"/>
                    </a:lnTo>
                    <a:lnTo>
                      <a:pt x="1299253" y="488156"/>
                    </a:lnTo>
                    <a:lnTo>
                      <a:pt x="1315940" y="492919"/>
                    </a:lnTo>
                    <a:lnTo>
                      <a:pt x="1323886" y="495300"/>
                    </a:lnTo>
                    <a:lnTo>
                      <a:pt x="1332229" y="498872"/>
                    </a:lnTo>
                    <a:lnTo>
                      <a:pt x="1340970" y="502047"/>
                    </a:lnTo>
                    <a:lnTo>
                      <a:pt x="1349710" y="505619"/>
                    </a:lnTo>
                    <a:lnTo>
                      <a:pt x="1358054" y="509588"/>
                    </a:lnTo>
                    <a:lnTo>
                      <a:pt x="1366794" y="513953"/>
                    </a:lnTo>
                    <a:lnTo>
                      <a:pt x="1368383" y="515144"/>
                    </a:lnTo>
                    <a:lnTo>
                      <a:pt x="1370370" y="516731"/>
                    </a:lnTo>
                    <a:lnTo>
                      <a:pt x="1374343" y="521494"/>
                    </a:lnTo>
                    <a:lnTo>
                      <a:pt x="1378713" y="527844"/>
                    </a:lnTo>
                    <a:lnTo>
                      <a:pt x="1383878" y="536178"/>
                    </a:lnTo>
                    <a:lnTo>
                      <a:pt x="1388646" y="545703"/>
                    </a:lnTo>
                    <a:lnTo>
                      <a:pt x="1393413" y="556022"/>
                    </a:lnTo>
                    <a:lnTo>
                      <a:pt x="1397783" y="567928"/>
                    </a:lnTo>
                    <a:lnTo>
                      <a:pt x="1401756" y="580231"/>
                    </a:lnTo>
                    <a:lnTo>
                      <a:pt x="1404935" y="592931"/>
                    </a:lnTo>
                    <a:lnTo>
                      <a:pt x="1406127" y="599282"/>
                    </a:lnTo>
                    <a:lnTo>
                      <a:pt x="1407319" y="605632"/>
                    </a:lnTo>
                    <a:lnTo>
                      <a:pt x="1407716" y="612378"/>
                    </a:lnTo>
                    <a:lnTo>
                      <a:pt x="1408113" y="618728"/>
                    </a:lnTo>
                    <a:lnTo>
                      <a:pt x="1408113" y="624682"/>
                    </a:lnTo>
                    <a:lnTo>
                      <a:pt x="1408113" y="631032"/>
                    </a:lnTo>
                    <a:lnTo>
                      <a:pt x="1407319" y="637382"/>
                    </a:lnTo>
                    <a:lnTo>
                      <a:pt x="1406524" y="643335"/>
                    </a:lnTo>
                    <a:lnTo>
                      <a:pt x="1404935" y="649288"/>
                    </a:lnTo>
                    <a:lnTo>
                      <a:pt x="1402551" y="654844"/>
                    </a:lnTo>
                    <a:lnTo>
                      <a:pt x="1400167" y="660400"/>
                    </a:lnTo>
                    <a:lnTo>
                      <a:pt x="1397386" y="665163"/>
                    </a:lnTo>
                    <a:lnTo>
                      <a:pt x="1393810" y="670322"/>
                    </a:lnTo>
                    <a:lnTo>
                      <a:pt x="1389440" y="675085"/>
                    </a:lnTo>
                    <a:lnTo>
                      <a:pt x="1391427" y="675878"/>
                    </a:lnTo>
                    <a:lnTo>
                      <a:pt x="1392619" y="677466"/>
                    </a:lnTo>
                    <a:lnTo>
                      <a:pt x="1393413" y="679053"/>
                    </a:lnTo>
                    <a:lnTo>
                      <a:pt x="1394605" y="681832"/>
                    </a:lnTo>
                    <a:lnTo>
                      <a:pt x="1396591" y="687785"/>
                    </a:lnTo>
                    <a:lnTo>
                      <a:pt x="1398975" y="694928"/>
                    </a:lnTo>
                    <a:lnTo>
                      <a:pt x="1400167" y="703263"/>
                    </a:lnTo>
                    <a:lnTo>
                      <a:pt x="1401359" y="712788"/>
                    </a:lnTo>
                    <a:lnTo>
                      <a:pt x="1402154" y="723107"/>
                    </a:lnTo>
                    <a:lnTo>
                      <a:pt x="1402154" y="734616"/>
                    </a:lnTo>
                    <a:lnTo>
                      <a:pt x="1402154" y="746125"/>
                    </a:lnTo>
                    <a:lnTo>
                      <a:pt x="1401359" y="757635"/>
                    </a:lnTo>
                    <a:lnTo>
                      <a:pt x="1399770" y="768350"/>
                    </a:lnTo>
                    <a:lnTo>
                      <a:pt x="1398181" y="777082"/>
                    </a:lnTo>
                    <a:lnTo>
                      <a:pt x="1395797" y="784225"/>
                    </a:lnTo>
                    <a:lnTo>
                      <a:pt x="1394605" y="787004"/>
                    </a:lnTo>
                    <a:lnTo>
                      <a:pt x="1393413" y="789782"/>
                    </a:lnTo>
                    <a:lnTo>
                      <a:pt x="1392221" y="791766"/>
                    </a:lnTo>
                    <a:lnTo>
                      <a:pt x="1390632" y="793354"/>
                    </a:lnTo>
                    <a:lnTo>
                      <a:pt x="1389043" y="794147"/>
                    </a:lnTo>
                    <a:lnTo>
                      <a:pt x="1387454" y="794941"/>
                    </a:lnTo>
                    <a:lnTo>
                      <a:pt x="1386262" y="794147"/>
                    </a:lnTo>
                    <a:lnTo>
                      <a:pt x="1385070" y="793354"/>
                    </a:lnTo>
                    <a:lnTo>
                      <a:pt x="1383878" y="792163"/>
                    </a:lnTo>
                    <a:lnTo>
                      <a:pt x="1382289" y="790575"/>
                    </a:lnTo>
                    <a:lnTo>
                      <a:pt x="1379905" y="785813"/>
                    </a:lnTo>
                    <a:lnTo>
                      <a:pt x="1377918" y="779463"/>
                    </a:lnTo>
                    <a:lnTo>
                      <a:pt x="1375137" y="788988"/>
                    </a:lnTo>
                    <a:lnTo>
                      <a:pt x="1372356" y="798116"/>
                    </a:lnTo>
                    <a:lnTo>
                      <a:pt x="1368781" y="807244"/>
                    </a:lnTo>
                    <a:lnTo>
                      <a:pt x="1365602" y="816372"/>
                    </a:lnTo>
                    <a:lnTo>
                      <a:pt x="1361232" y="825104"/>
                    </a:lnTo>
                    <a:lnTo>
                      <a:pt x="1357259" y="833438"/>
                    </a:lnTo>
                    <a:lnTo>
                      <a:pt x="1352889" y="842169"/>
                    </a:lnTo>
                    <a:lnTo>
                      <a:pt x="1348121" y="850504"/>
                    </a:lnTo>
                    <a:lnTo>
                      <a:pt x="1343354" y="858044"/>
                    </a:lnTo>
                    <a:lnTo>
                      <a:pt x="1338189" y="865585"/>
                    </a:lnTo>
                    <a:lnTo>
                      <a:pt x="1333024" y="873126"/>
                    </a:lnTo>
                    <a:lnTo>
                      <a:pt x="1327462" y="880269"/>
                    </a:lnTo>
                    <a:lnTo>
                      <a:pt x="1321899" y="887413"/>
                    </a:lnTo>
                    <a:lnTo>
                      <a:pt x="1316337" y="893763"/>
                    </a:lnTo>
                    <a:lnTo>
                      <a:pt x="1310378" y="900113"/>
                    </a:lnTo>
                    <a:lnTo>
                      <a:pt x="1304418" y="906463"/>
                    </a:lnTo>
                    <a:lnTo>
                      <a:pt x="1298459" y="912416"/>
                    </a:lnTo>
                    <a:lnTo>
                      <a:pt x="1292499" y="917972"/>
                    </a:lnTo>
                    <a:lnTo>
                      <a:pt x="1286540" y="922735"/>
                    </a:lnTo>
                    <a:lnTo>
                      <a:pt x="1280183" y="927497"/>
                    </a:lnTo>
                    <a:lnTo>
                      <a:pt x="1274224" y="932260"/>
                    </a:lnTo>
                    <a:lnTo>
                      <a:pt x="1268661" y="936229"/>
                    </a:lnTo>
                    <a:lnTo>
                      <a:pt x="1262702" y="940197"/>
                    </a:lnTo>
                    <a:lnTo>
                      <a:pt x="1256743" y="943769"/>
                    </a:lnTo>
                    <a:lnTo>
                      <a:pt x="1250783" y="946548"/>
                    </a:lnTo>
                    <a:lnTo>
                      <a:pt x="1245221" y="949326"/>
                    </a:lnTo>
                    <a:lnTo>
                      <a:pt x="1239261" y="951707"/>
                    </a:lnTo>
                    <a:lnTo>
                      <a:pt x="1233699" y="953691"/>
                    </a:lnTo>
                    <a:lnTo>
                      <a:pt x="1228932" y="954882"/>
                    </a:lnTo>
                    <a:lnTo>
                      <a:pt x="1223767" y="956073"/>
                    </a:lnTo>
                    <a:lnTo>
                      <a:pt x="1218602" y="956469"/>
                    </a:lnTo>
                    <a:lnTo>
                      <a:pt x="1214232" y="957263"/>
                    </a:lnTo>
                    <a:lnTo>
                      <a:pt x="1208272" y="956469"/>
                    </a:lnTo>
                    <a:lnTo>
                      <a:pt x="1202313" y="956073"/>
                    </a:lnTo>
                    <a:lnTo>
                      <a:pt x="1195956" y="954882"/>
                    </a:lnTo>
                    <a:lnTo>
                      <a:pt x="1189996" y="953691"/>
                    </a:lnTo>
                    <a:lnTo>
                      <a:pt x="1183640" y="952104"/>
                    </a:lnTo>
                    <a:lnTo>
                      <a:pt x="1177283" y="949326"/>
                    </a:lnTo>
                    <a:lnTo>
                      <a:pt x="1171323" y="946944"/>
                    </a:lnTo>
                    <a:lnTo>
                      <a:pt x="1164967" y="944166"/>
                    </a:lnTo>
                    <a:lnTo>
                      <a:pt x="1158610" y="940594"/>
                    </a:lnTo>
                    <a:lnTo>
                      <a:pt x="1152253" y="937419"/>
                    </a:lnTo>
                    <a:lnTo>
                      <a:pt x="1146294" y="933054"/>
                    </a:lnTo>
                    <a:lnTo>
                      <a:pt x="1140334" y="928291"/>
                    </a:lnTo>
                    <a:lnTo>
                      <a:pt x="1133977" y="923926"/>
                    </a:lnTo>
                    <a:lnTo>
                      <a:pt x="1128018" y="918766"/>
                    </a:lnTo>
                    <a:lnTo>
                      <a:pt x="1122058" y="913210"/>
                    </a:lnTo>
                    <a:lnTo>
                      <a:pt x="1116099" y="907257"/>
                    </a:lnTo>
                    <a:lnTo>
                      <a:pt x="1110537" y="901304"/>
                    </a:lnTo>
                    <a:lnTo>
                      <a:pt x="1104975" y="894557"/>
                    </a:lnTo>
                    <a:lnTo>
                      <a:pt x="1099810" y="887810"/>
                    </a:lnTo>
                    <a:lnTo>
                      <a:pt x="1094645" y="880666"/>
                    </a:lnTo>
                    <a:lnTo>
                      <a:pt x="1089877" y="873522"/>
                    </a:lnTo>
                    <a:lnTo>
                      <a:pt x="1085507" y="865585"/>
                    </a:lnTo>
                    <a:lnTo>
                      <a:pt x="1080739" y="857647"/>
                    </a:lnTo>
                    <a:lnTo>
                      <a:pt x="1076766" y="849313"/>
                    </a:lnTo>
                    <a:lnTo>
                      <a:pt x="1072793" y="840582"/>
                    </a:lnTo>
                    <a:lnTo>
                      <a:pt x="1069218" y="831851"/>
                    </a:lnTo>
                    <a:lnTo>
                      <a:pt x="1066039" y="822722"/>
                    </a:lnTo>
                    <a:lnTo>
                      <a:pt x="1063258" y="813197"/>
                    </a:lnTo>
                    <a:lnTo>
                      <a:pt x="1060875" y="803672"/>
                    </a:lnTo>
                    <a:lnTo>
                      <a:pt x="1058491" y="793354"/>
                    </a:lnTo>
                    <a:lnTo>
                      <a:pt x="1056504" y="783432"/>
                    </a:lnTo>
                    <a:lnTo>
                      <a:pt x="1055312" y="772716"/>
                    </a:lnTo>
                    <a:lnTo>
                      <a:pt x="1054915" y="773113"/>
                    </a:lnTo>
                    <a:lnTo>
                      <a:pt x="1054518" y="773113"/>
                    </a:lnTo>
                    <a:lnTo>
                      <a:pt x="1053723" y="771525"/>
                    </a:lnTo>
                    <a:lnTo>
                      <a:pt x="1052929" y="767954"/>
                    </a:lnTo>
                    <a:lnTo>
                      <a:pt x="1051737" y="762000"/>
                    </a:lnTo>
                    <a:lnTo>
                      <a:pt x="1048558" y="745729"/>
                    </a:lnTo>
                    <a:lnTo>
                      <a:pt x="1046174" y="726282"/>
                    </a:lnTo>
                    <a:lnTo>
                      <a:pt x="1043393" y="706041"/>
                    </a:lnTo>
                    <a:lnTo>
                      <a:pt x="1042201" y="688578"/>
                    </a:lnTo>
                    <a:lnTo>
                      <a:pt x="1042201" y="681435"/>
                    </a:lnTo>
                    <a:lnTo>
                      <a:pt x="1042599" y="675878"/>
                    </a:lnTo>
                    <a:lnTo>
                      <a:pt x="1043393" y="672307"/>
                    </a:lnTo>
                    <a:lnTo>
                      <a:pt x="1043791" y="671116"/>
                    </a:lnTo>
                    <a:lnTo>
                      <a:pt x="1044585" y="671116"/>
                    </a:lnTo>
                    <a:lnTo>
                      <a:pt x="1045777" y="671116"/>
                    </a:lnTo>
                    <a:lnTo>
                      <a:pt x="1046969" y="671910"/>
                    </a:lnTo>
                    <a:lnTo>
                      <a:pt x="1048956" y="674291"/>
                    </a:lnTo>
                    <a:lnTo>
                      <a:pt x="1048558" y="662385"/>
                    </a:lnTo>
                    <a:lnTo>
                      <a:pt x="1048161" y="649685"/>
                    </a:lnTo>
                    <a:lnTo>
                      <a:pt x="1048558" y="636588"/>
                    </a:lnTo>
                    <a:lnTo>
                      <a:pt x="1050147" y="622697"/>
                    </a:lnTo>
                    <a:lnTo>
                      <a:pt x="1052929" y="624682"/>
                    </a:lnTo>
                    <a:lnTo>
                      <a:pt x="1055710" y="626666"/>
                    </a:lnTo>
                    <a:lnTo>
                      <a:pt x="1058888" y="627857"/>
                    </a:lnTo>
                    <a:lnTo>
                      <a:pt x="1061669" y="629047"/>
                    </a:lnTo>
                    <a:lnTo>
                      <a:pt x="1065245" y="629841"/>
                    </a:lnTo>
                    <a:lnTo>
                      <a:pt x="1068423" y="630238"/>
                    </a:lnTo>
                    <a:lnTo>
                      <a:pt x="1075575" y="630635"/>
                    </a:lnTo>
                    <a:lnTo>
                      <a:pt x="1082726" y="630238"/>
                    </a:lnTo>
                    <a:lnTo>
                      <a:pt x="1090672" y="629047"/>
                    </a:lnTo>
                    <a:lnTo>
                      <a:pt x="1099412" y="627063"/>
                    </a:lnTo>
                    <a:lnTo>
                      <a:pt x="1108153" y="623888"/>
                    </a:lnTo>
                    <a:lnTo>
                      <a:pt x="1116894" y="621110"/>
                    </a:lnTo>
                    <a:lnTo>
                      <a:pt x="1126429" y="617141"/>
                    </a:lnTo>
                    <a:lnTo>
                      <a:pt x="1146294" y="608410"/>
                    </a:lnTo>
                    <a:lnTo>
                      <a:pt x="1187613" y="588169"/>
                    </a:lnTo>
                    <a:lnTo>
                      <a:pt x="1176886" y="592535"/>
                    </a:lnTo>
                    <a:lnTo>
                      <a:pt x="1167350" y="597297"/>
                    </a:lnTo>
                    <a:lnTo>
                      <a:pt x="1158213" y="601663"/>
                    </a:lnTo>
                    <a:lnTo>
                      <a:pt x="1149869" y="605235"/>
                    </a:lnTo>
                    <a:lnTo>
                      <a:pt x="1141923" y="607616"/>
                    </a:lnTo>
                    <a:lnTo>
                      <a:pt x="1134375" y="609203"/>
                    </a:lnTo>
                    <a:lnTo>
                      <a:pt x="1126826" y="610394"/>
                    </a:lnTo>
                    <a:lnTo>
                      <a:pt x="1120072" y="611188"/>
                    </a:lnTo>
                    <a:lnTo>
                      <a:pt x="1113318" y="611188"/>
                    </a:lnTo>
                    <a:lnTo>
                      <a:pt x="1106564" y="610791"/>
                    </a:lnTo>
                    <a:lnTo>
                      <a:pt x="1100604" y="609600"/>
                    </a:lnTo>
                    <a:lnTo>
                      <a:pt x="1094645" y="608410"/>
                    </a:lnTo>
                    <a:lnTo>
                      <a:pt x="1089083" y="606822"/>
                    </a:lnTo>
                    <a:lnTo>
                      <a:pt x="1083521" y="604044"/>
                    </a:lnTo>
                    <a:lnTo>
                      <a:pt x="1079150" y="601663"/>
                    </a:lnTo>
                    <a:lnTo>
                      <a:pt x="1073985" y="599282"/>
                    </a:lnTo>
                    <a:lnTo>
                      <a:pt x="1069615" y="596107"/>
                    </a:lnTo>
                    <a:lnTo>
                      <a:pt x="1065642" y="592931"/>
                    </a:lnTo>
                    <a:lnTo>
                      <a:pt x="1061669" y="589360"/>
                    </a:lnTo>
                    <a:lnTo>
                      <a:pt x="1058491" y="586185"/>
                    </a:lnTo>
                    <a:lnTo>
                      <a:pt x="1052134" y="579041"/>
                    </a:lnTo>
                    <a:lnTo>
                      <a:pt x="1046572" y="572294"/>
                    </a:lnTo>
                    <a:lnTo>
                      <a:pt x="1042201" y="565944"/>
                    </a:lnTo>
                    <a:lnTo>
                      <a:pt x="1039023" y="560388"/>
                    </a:lnTo>
                    <a:lnTo>
                      <a:pt x="1036639" y="555625"/>
                    </a:lnTo>
                    <a:lnTo>
                      <a:pt x="1035050" y="552053"/>
                    </a:lnTo>
                    <a:lnTo>
                      <a:pt x="1041407" y="546497"/>
                    </a:lnTo>
                    <a:lnTo>
                      <a:pt x="1049353" y="540147"/>
                    </a:lnTo>
                    <a:lnTo>
                      <a:pt x="1060477" y="532606"/>
                    </a:lnTo>
                    <a:lnTo>
                      <a:pt x="1074383" y="523478"/>
                    </a:lnTo>
                    <a:lnTo>
                      <a:pt x="1082329" y="519113"/>
                    </a:lnTo>
                    <a:lnTo>
                      <a:pt x="1090672" y="514350"/>
                    </a:lnTo>
                    <a:lnTo>
                      <a:pt x="1100207" y="509588"/>
                    </a:lnTo>
                    <a:lnTo>
                      <a:pt x="1109742" y="505619"/>
                    </a:lnTo>
                    <a:lnTo>
                      <a:pt x="1120072" y="500856"/>
                    </a:lnTo>
                    <a:lnTo>
                      <a:pt x="1130799" y="496888"/>
                    </a:lnTo>
                    <a:lnTo>
                      <a:pt x="1142321" y="492919"/>
                    </a:lnTo>
                    <a:lnTo>
                      <a:pt x="1154637" y="489347"/>
                    </a:lnTo>
                    <a:lnTo>
                      <a:pt x="1166953" y="486172"/>
                    </a:lnTo>
                    <a:lnTo>
                      <a:pt x="1179667" y="483791"/>
                    </a:lnTo>
                    <a:lnTo>
                      <a:pt x="1193175" y="481410"/>
                    </a:lnTo>
                    <a:lnTo>
                      <a:pt x="1207478" y="480219"/>
                    </a:lnTo>
                    <a:lnTo>
                      <a:pt x="1221780" y="479425"/>
                    </a:lnTo>
                    <a:close/>
                    <a:moveTo>
                      <a:pt x="301839" y="454025"/>
                    </a:moveTo>
                    <a:lnTo>
                      <a:pt x="316508" y="454422"/>
                    </a:lnTo>
                    <a:lnTo>
                      <a:pt x="330781" y="454819"/>
                    </a:lnTo>
                    <a:lnTo>
                      <a:pt x="344656" y="456803"/>
                    </a:lnTo>
                    <a:lnTo>
                      <a:pt x="358136" y="458788"/>
                    </a:lnTo>
                    <a:lnTo>
                      <a:pt x="371219" y="461169"/>
                    </a:lnTo>
                    <a:lnTo>
                      <a:pt x="383509" y="464344"/>
                    </a:lnTo>
                    <a:lnTo>
                      <a:pt x="395799" y="467916"/>
                    </a:lnTo>
                    <a:lnTo>
                      <a:pt x="406900" y="471885"/>
                    </a:lnTo>
                    <a:lnTo>
                      <a:pt x="418000" y="475853"/>
                    </a:lnTo>
                    <a:lnTo>
                      <a:pt x="428308" y="480219"/>
                    </a:lnTo>
                    <a:lnTo>
                      <a:pt x="437823" y="484981"/>
                    </a:lnTo>
                    <a:lnTo>
                      <a:pt x="446941" y="489347"/>
                    </a:lnTo>
                    <a:lnTo>
                      <a:pt x="455663" y="494110"/>
                    </a:lnTo>
                    <a:lnTo>
                      <a:pt x="463593" y="498872"/>
                    </a:lnTo>
                    <a:lnTo>
                      <a:pt x="477468" y="507206"/>
                    </a:lnTo>
                    <a:lnTo>
                      <a:pt x="488173" y="515144"/>
                    </a:lnTo>
                    <a:lnTo>
                      <a:pt x="496498" y="521097"/>
                    </a:lnTo>
                    <a:lnTo>
                      <a:pt x="503238" y="527050"/>
                    </a:lnTo>
                    <a:lnTo>
                      <a:pt x="500859" y="531019"/>
                    </a:lnTo>
                    <a:lnTo>
                      <a:pt x="498877" y="534988"/>
                    </a:lnTo>
                    <a:lnTo>
                      <a:pt x="495309" y="540941"/>
                    </a:lnTo>
                    <a:lnTo>
                      <a:pt x="491344" y="547291"/>
                    </a:lnTo>
                    <a:lnTo>
                      <a:pt x="485794" y="554038"/>
                    </a:lnTo>
                    <a:lnTo>
                      <a:pt x="479451" y="561181"/>
                    </a:lnTo>
                    <a:lnTo>
                      <a:pt x="476279" y="564753"/>
                    </a:lnTo>
                    <a:lnTo>
                      <a:pt x="472315" y="567928"/>
                    </a:lnTo>
                    <a:lnTo>
                      <a:pt x="467954" y="570707"/>
                    </a:lnTo>
                    <a:lnTo>
                      <a:pt x="463989" y="573882"/>
                    </a:lnTo>
                    <a:lnTo>
                      <a:pt x="459232" y="576660"/>
                    </a:lnTo>
                    <a:lnTo>
                      <a:pt x="454078" y="579438"/>
                    </a:lnTo>
                    <a:lnTo>
                      <a:pt x="448924" y="581422"/>
                    </a:lnTo>
                    <a:lnTo>
                      <a:pt x="443373" y="583010"/>
                    </a:lnTo>
                    <a:lnTo>
                      <a:pt x="437427" y="584994"/>
                    </a:lnTo>
                    <a:lnTo>
                      <a:pt x="431480" y="585788"/>
                    </a:lnTo>
                    <a:lnTo>
                      <a:pt x="424740" y="586185"/>
                    </a:lnTo>
                    <a:lnTo>
                      <a:pt x="418000" y="586185"/>
                    </a:lnTo>
                    <a:lnTo>
                      <a:pt x="411261" y="585788"/>
                    </a:lnTo>
                    <a:lnTo>
                      <a:pt x="403728" y="584200"/>
                    </a:lnTo>
                    <a:lnTo>
                      <a:pt x="396195" y="582216"/>
                    </a:lnTo>
                    <a:lnTo>
                      <a:pt x="388266" y="579835"/>
                    </a:lnTo>
                    <a:lnTo>
                      <a:pt x="379544" y="576263"/>
                    </a:lnTo>
                    <a:lnTo>
                      <a:pt x="370822" y="572294"/>
                    </a:lnTo>
                    <a:lnTo>
                      <a:pt x="361307" y="567531"/>
                    </a:lnTo>
                    <a:lnTo>
                      <a:pt x="350603" y="563166"/>
                    </a:lnTo>
                    <a:lnTo>
                      <a:pt x="392231" y="583010"/>
                    </a:lnTo>
                    <a:lnTo>
                      <a:pt x="411657" y="592138"/>
                    </a:lnTo>
                    <a:lnTo>
                      <a:pt x="420776" y="595710"/>
                    </a:lnTo>
                    <a:lnTo>
                      <a:pt x="429894" y="599282"/>
                    </a:lnTo>
                    <a:lnTo>
                      <a:pt x="438616" y="601663"/>
                    </a:lnTo>
                    <a:lnTo>
                      <a:pt x="446941" y="603647"/>
                    </a:lnTo>
                    <a:lnTo>
                      <a:pt x="454871" y="605235"/>
                    </a:lnTo>
                    <a:lnTo>
                      <a:pt x="462403" y="606028"/>
                    </a:lnTo>
                    <a:lnTo>
                      <a:pt x="469539" y="605632"/>
                    </a:lnTo>
                    <a:lnTo>
                      <a:pt x="472711" y="604441"/>
                    </a:lnTo>
                    <a:lnTo>
                      <a:pt x="476279" y="603647"/>
                    </a:lnTo>
                    <a:lnTo>
                      <a:pt x="479054" y="602853"/>
                    </a:lnTo>
                    <a:lnTo>
                      <a:pt x="481829" y="601266"/>
                    </a:lnTo>
                    <a:lnTo>
                      <a:pt x="485001" y="599678"/>
                    </a:lnTo>
                    <a:lnTo>
                      <a:pt x="487380" y="597694"/>
                    </a:lnTo>
                    <a:lnTo>
                      <a:pt x="489362" y="611982"/>
                    </a:lnTo>
                    <a:lnTo>
                      <a:pt x="489758" y="624682"/>
                    </a:lnTo>
                    <a:lnTo>
                      <a:pt x="489758" y="636985"/>
                    </a:lnTo>
                    <a:lnTo>
                      <a:pt x="488569" y="648891"/>
                    </a:lnTo>
                    <a:lnTo>
                      <a:pt x="490948" y="646907"/>
                    </a:lnTo>
                    <a:lnTo>
                      <a:pt x="492137" y="646510"/>
                    </a:lnTo>
                    <a:lnTo>
                      <a:pt x="493327" y="646113"/>
                    </a:lnTo>
                    <a:lnTo>
                      <a:pt x="493723" y="646510"/>
                    </a:lnTo>
                    <a:lnTo>
                      <a:pt x="494119" y="647303"/>
                    </a:lnTo>
                    <a:lnTo>
                      <a:pt x="494912" y="650875"/>
                    </a:lnTo>
                    <a:lnTo>
                      <a:pt x="495309" y="656432"/>
                    </a:lnTo>
                    <a:lnTo>
                      <a:pt x="495309" y="663575"/>
                    </a:lnTo>
                    <a:lnTo>
                      <a:pt x="494119" y="681435"/>
                    </a:lnTo>
                    <a:lnTo>
                      <a:pt x="491741" y="701279"/>
                    </a:lnTo>
                    <a:lnTo>
                      <a:pt x="489362" y="720725"/>
                    </a:lnTo>
                    <a:lnTo>
                      <a:pt x="486190" y="736600"/>
                    </a:lnTo>
                    <a:lnTo>
                      <a:pt x="485001" y="742554"/>
                    </a:lnTo>
                    <a:lnTo>
                      <a:pt x="484208" y="746522"/>
                    </a:lnTo>
                    <a:lnTo>
                      <a:pt x="483415" y="748507"/>
                    </a:lnTo>
                    <a:lnTo>
                      <a:pt x="483019" y="748507"/>
                    </a:lnTo>
                    <a:lnTo>
                      <a:pt x="482622" y="747713"/>
                    </a:lnTo>
                    <a:lnTo>
                      <a:pt x="481037" y="758032"/>
                    </a:lnTo>
                    <a:lnTo>
                      <a:pt x="479451" y="768350"/>
                    </a:lnTo>
                    <a:lnTo>
                      <a:pt x="477072" y="778272"/>
                    </a:lnTo>
                    <a:lnTo>
                      <a:pt x="474297" y="788194"/>
                    </a:lnTo>
                    <a:lnTo>
                      <a:pt x="471918" y="797719"/>
                    </a:lnTo>
                    <a:lnTo>
                      <a:pt x="468350" y="806451"/>
                    </a:lnTo>
                    <a:lnTo>
                      <a:pt x="465178" y="815976"/>
                    </a:lnTo>
                    <a:lnTo>
                      <a:pt x="460817" y="824310"/>
                    </a:lnTo>
                    <a:lnTo>
                      <a:pt x="457249" y="832644"/>
                    </a:lnTo>
                    <a:lnTo>
                      <a:pt x="452492" y="840582"/>
                    </a:lnTo>
                    <a:lnTo>
                      <a:pt x="447734" y="848122"/>
                    </a:lnTo>
                    <a:lnTo>
                      <a:pt x="443373" y="856060"/>
                    </a:lnTo>
                    <a:lnTo>
                      <a:pt x="438220" y="863204"/>
                    </a:lnTo>
                    <a:lnTo>
                      <a:pt x="432669" y="869951"/>
                    </a:lnTo>
                    <a:lnTo>
                      <a:pt x="427119" y="876301"/>
                    </a:lnTo>
                    <a:lnTo>
                      <a:pt x="421965" y="882254"/>
                    </a:lnTo>
                    <a:lnTo>
                      <a:pt x="416018" y="887810"/>
                    </a:lnTo>
                    <a:lnTo>
                      <a:pt x="410071" y="893366"/>
                    </a:lnTo>
                    <a:lnTo>
                      <a:pt x="404124" y="898922"/>
                    </a:lnTo>
                    <a:lnTo>
                      <a:pt x="398178" y="903685"/>
                    </a:lnTo>
                    <a:lnTo>
                      <a:pt x="391834" y="907654"/>
                    </a:lnTo>
                    <a:lnTo>
                      <a:pt x="385491" y="912019"/>
                    </a:lnTo>
                    <a:lnTo>
                      <a:pt x="379148" y="915591"/>
                    </a:lnTo>
                    <a:lnTo>
                      <a:pt x="372805" y="919163"/>
                    </a:lnTo>
                    <a:lnTo>
                      <a:pt x="366858" y="921941"/>
                    </a:lnTo>
                    <a:lnTo>
                      <a:pt x="360911" y="924719"/>
                    </a:lnTo>
                    <a:lnTo>
                      <a:pt x="354568" y="926704"/>
                    </a:lnTo>
                    <a:lnTo>
                      <a:pt x="348225" y="928688"/>
                    </a:lnTo>
                    <a:lnTo>
                      <a:pt x="342278" y="930276"/>
                    </a:lnTo>
                    <a:lnTo>
                      <a:pt x="335934" y="931069"/>
                    </a:lnTo>
                    <a:lnTo>
                      <a:pt x="329988" y="931863"/>
                    </a:lnTo>
                    <a:lnTo>
                      <a:pt x="324041" y="931863"/>
                    </a:lnTo>
                    <a:lnTo>
                      <a:pt x="319283" y="931863"/>
                    </a:lnTo>
                    <a:lnTo>
                      <a:pt x="314922" y="931069"/>
                    </a:lnTo>
                    <a:lnTo>
                      <a:pt x="309372" y="930276"/>
                    </a:lnTo>
                    <a:lnTo>
                      <a:pt x="304218" y="928291"/>
                    </a:lnTo>
                    <a:lnTo>
                      <a:pt x="298668" y="926704"/>
                    </a:lnTo>
                    <a:lnTo>
                      <a:pt x="293514" y="924323"/>
                    </a:lnTo>
                    <a:lnTo>
                      <a:pt x="287567" y="921544"/>
                    </a:lnTo>
                    <a:lnTo>
                      <a:pt x="281620" y="918369"/>
                    </a:lnTo>
                    <a:lnTo>
                      <a:pt x="275673" y="914797"/>
                    </a:lnTo>
                    <a:lnTo>
                      <a:pt x="269727" y="911226"/>
                    </a:lnTo>
                    <a:lnTo>
                      <a:pt x="263780" y="906860"/>
                    </a:lnTo>
                    <a:lnTo>
                      <a:pt x="257833" y="902494"/>
                    </a:lnTo>
                    <a:lnTo>
                      <a:pt x="251490" y="897732"/>
                    </a:lnTo>
                    <a:lnTo>
                      <a:pt x="245939" y="892572"/>
                    </a:lnTo>
                    <a:lnTo>
                      <a:pt x="239993" y="887016"/>
                    </a:lnTo>
                    <a:lnTo>
                      <a:pt x="234046" y="881063"/>
                    </a:lnTo>
                    <a:lnTo>
                      <a:pt x="228099" y="875110"/>
                    </a:lnTo>
                    <a:lnTo>
                      <a:pt x="222152" y="868760"/>
                    </a:lnTo>
                    <a:lnTo>
                      <a:pt x="216602" y="862013"/>
                    </a:lnTo>
                    <a:lnTo>
                      <a:pt x="210655" y="855663"/>
                    </a:lnTo>
                    <a:lnTo>
                      <a:pt x="205501" y="848122"/>
                    </a:lnTo>
                    <a:lnTo>
                      <a:pt x="200347" y="840582"/>
                    </a:lnTo>
                    <a:lnTo>
                      <a:pt x="195193" y="833041"/>
                    </a:lnTo>
                    <a:lnTo>
                      <a:pt x="190039" y="825104"/>
                    </a:lnTo>
                    <a:lnTo>
                      <a:pt x="185678" y="817166"/>
                    </a:lnTo>
                    <a:lnTo>
                      <a:pt x="181317" y="808832"/>
                    </a:lnTo>
                    <a:lnTo>
                      <a:pt x="176956" y="800101"/>
                    </a:lnTo>
                    <a:lnTo>
                      <a:pt x="173388" y="791369"/>
                    </a:lnTo>
                    <a:lnTo>
                      <a:pt x="169424" y="782638"/>
                    </a:lnTo>
                    <a:lnTo>
                      <a:pt x="166252" y="773113"/>
                    </a:lnTo>
                    <a:lnTo>
                      <a:pt x="163081" y="763985"/>
                    </a:lnTo>
                    <a:lnTo>
                      <a:pt x="160702" y="754460"/>
                    </a:lnTo>
                    <a:lnTo>
                      <a:pt x="158720" y="760413"/>
                    </a:lnTo>
                    <a:lnTo>
                      <a:pt x="155944" y="765572"/>
                    </a:lnTo>
                    <a:lnTo>
                      <a:pt x="154755" y="767160"/>
                    </a:lnTo>
                    <a:lnTo>
                      <a:pt x="153566" y="768747"/>
                    </a:lnTo>
                    <a:lnTo>
                      <a:pt x="152376" y="769541"/>
                    </a:lnTo>
                    <a:lnTo>
                      <a:pt x="151187" y="769541"/>
                    </a:lnTo>
                    <a:lnTo>
                      <a:pt x="149205" y="769144"/>
                    </a:lnTo>
                    <a:lnTo>
                      <a:pt x="148015" y="768350"/>
                    </a:lnTo>
                    <a:lnTo>
                      <a:pt x="146430" y="766763"/>
                    </a:lnTo>
                    <a:lnTo>
                      <a:pt x="145240" y="764779"/>
                    </a:lnTo>
                    <a:lnTo>
                      <a:pt x="143654" y="762397"/>
                    </a:lnTo>
                    <a:lnTo>
                      <a:pt x="142465" y="759222"/>
                    </a:lnTo>
                    <a:lnTo>
                      <a:pt x="140483" y="751682"/>
                    </a:lnTo>
                    <a:lnTo>
                      <a:pt x="138897" y="742950"/>
                    </a:lnTo>
                    <a:lnTo>
                      <a:pt x="136915" y="732632"/>
                    </a:lnTo>
                    <a:lnTo>
                      <a:pt x="136122" y="721519"/>
                    </a:lnTo>
                    <a:lnTo>
                      <a:pt x="136122" y="709216"/>
                    </a:lnTo>
                    <a:lnTo>
                      <a:pt x="136122" y="698104"/>
                    </a:lnTo>
                    <a:lnTo>
                      <a:pt x="136915" y="687785"/>
                    </a:lnTo>
                    <a:lnTo>
                      <a:pt x="138500" y="678260"/>
                    </a:lnTo>
                    <a:lnTo>
                      <a:pt x="139690" y="669528"/>
                    </a:lnTo>
                    <a:lnTo>
                      <a:pt x="141672" y="662385"/>
                    </a:lnTo>
                    <a:lnTo>
                      <a:pt x="143654" y="656432"/>
                    </a:lnTo>
                    <a:lnTo>
                      <a:pt x="145240" y="654447"/>
                    </a:lnTo>
                    <a:lnTo>
                      <a:pt x="146033" y="652066"/>
                    </a:lnTo>
                    <a:lnTo>
                      <a:pt x="147222" y="650875"/>
                    </a:lnTo>
                    <a:lnTo>
                      <a:pt x="148808" y="649685"/>
                    </a:lnTo>
                    <a:lnTo>
                      <a:pt x="144844" y="644922"/>
                    </a:lnTo>
                    <a:lnTo>
                      <a:pt x="141276" y="640557"/>
                    </a:lnTo>
                    <a:lnTo>
                      <a:pt x="138500" y="635397"/>
                    </a:lnTo>
                    <a:lnTo>
                      <a:pt x="135725" y="629841"/>
                    </a:lnTo>
                    <a:lnTo>
                      <a:pt x="133743" y="623888"/>
                    </a:lnTo>
                    <a:lnTo>
                      <a:pt x="132554" y="618728"/>
                    </a:lnTo>
                    <a:lnTo>
                      <a:pt x="131364" y="612378"/>
                    </a:lnTo>
                    <a:lnTo>
                      <a:pt x="130175" y="606425"/>
                    </a:lnTo>
                    <a:lnTo>
                      <a:pt x="130175" y="600075"/>
                    </a:lnTo>
                    <a:lnTo>
                      <a:pt x="130175" y="593725"/>
                    </a:lnTo>
                    <a:lnTo>
                      <a:pt x="130968" y="586978"/>
                    </a:lnTo>
                    <a:lnTo>
                      <a:pt x="131364" y="580628"/>
                    </a:lnTo>
                    <a:lnTo>
                      <a:pt x="132554" y="574278"/>
                    </a:lnTo>
                    <a:lnTo>
                      <a:pt x="133743" y="567531"/>
                    </a:lnTo>
                    <a:lnTo>
                      <a:pt x="136518" y="554831"/>
                    </a:lnTo>
                    <a:lnTo>
                      <a:pt x="140879" y="542528"/>
                    </a:lnTo>
                    <a:lnTo>
                      <a:pt x="145240" y="531416"/>
                    </a:lnTo>
                    <a:lnTo>
                      <a:pt x="149998" y="520700"/>
                    </a:lnTo>
                    <a:lnTo>
                      <a:pt x="154755" y="511175"/>
                    </a:lnTo>
                    <a:lnTo>
                      <a:pt x="159909" y="502841"/>
                    </a:lnTo>
                    <a:lnTo>
                      <a:pt x="163874" y="496094"/>
                    </a:lnTo>
                    <a:lnTo>
                      <a:pt x="168234" y="491728"/>
                    </a:lnTo>
                    <a:lnTo>
                      <a:pt x="169820" y="490141"/>
                    </a:lnTo>
                    <a:lnTo>
                      <a:pt x="171803" y="488950"/>
                    </a:lnTo>
                    <a:lnTo>
                      <a:pt x="180525" y="484981"/>
                    </a:lnTo>
                    <a:lnTo>
                      <a:pt x="188850" y="480616"/>
                    </a:lnTo>
                    <a:lnTo>
                      <a:pt x="197176" y="477044"/>
                    </a:lnTo>
                    <a:lnTo>
                      <a:pt x="206294" y="473472"/>
                    </a:lnTo>
                    <a:lnTo>
                      <a:pt x="214620" y="470694"/>
                    </a:lnTo>
                    <a:lnTo>
                      <a:pt x="222549" y="467519"/>
                    </a:lnTo>
                    <a:lnTo>
                      <a:pt x="239596" y="463153"/>
                    </a:lnTo>
                    <a:lnTo>
                      <a:pt x="255454" y="459581"/>
                    </a:lnTo>
                    <a:lnTo>
                      <a:pt x="270916" y="456803"/>
                    </a:lnTo>
                    <a:lnTo>
                      <a:pt x="286774" y="454819"/>
                    </a:lnTo>
                    <a:lnTo>
                      <a:pt x="301839" y="454025"/>
                    </a:lnTo>
                    <a:close/>
                    <a:moveTo>
                      <a:pt x="634999" y="33338"/>
                    </a:moveTo>
                    <a:lnTo>
                      <a:pt x="647699" y="33338"/>
                    </a:lnTo>
                    <a:lnTo>
                      <a:pt x="660003" y="33734"/>
                    </a:lnTo>
                    <a:lnTo>
                      <a:pt x="671512" y="34923"/>
                    </a:lnTo>
                    <a:lnTo>
                      <a:pt x="683418" y="36903"/>
                    </a:lnTo>
                    <a:lnTo>
                      <a:pt x="695325" y="39280"/>
                    </a:lnTo>
                    <a:lnTo>
                      <a:pt x="706437" y="42052"/>
                    </a:lnTo>
                    <a:lnTo>
                      <a:pt x="697309" y="50766"/>
                    </a:lnTo>
                    <a:lnTo>
                      <a:pt x="688975" y="59877"/>
                    </a:lnTo>
                    <a:lnTo>
                      <a:pt x="681434" y="69383"/>
                    </a:lnTo>
                    <a:lnTo>
                      <a:pt x="673893" y="79285"/>
                    </a:lnTo>
                    <a:lnTo>
                      <a:pt x="667146" y="89188"/>
                    </a:lnTo>
                    <a:lnTo>
                      <a:pt x="660796" y="99486"/>
                    </a:lnTo>
                    <a:lnTo>
                      <a:pt x="654843" y="109785"/>
                    </a:lnTo>
                    <a:lnTo>
                      <a:pt x="649287" y="120875"/>
                    </a:lnTo>
                    <a:lnTo>
                      <a:pt x="644524" y="131966"/>
                    </a:lnTo>
                    <a:lnTo>
                      <a:pt x="640556" y="143057"/>
                    </a:lnTo>
                    <a:lnTo>
                      <a:pt x="636587" y="154543"/>
                    </a:lnTo>
                    <a:lnTo>
                      <a:pt x="633809" y="166426"/>
                    </a:lnTo>
                    <a:lnTo>
                      <a:pt x="631824" y="177913"/>
                    </a:lnTo>
                    <a:lnTo>
                      <a:pt x="629840" y="189796"/>
                    </a:lnTo>
                    <a:lnTo>
                      <a:pt x="628649" y="202075"/>
                    </a:lnTo>
                    <a:lnTo>
                      <a:pt x="628649" y="214750"/>
                    </a:lnTo>
                    <a:lnTo>
                      <a:pt x="628649" y="224256"/>
                    </a:lnTo>
                    <a:lnTo>
                      <a:pt x="629443" y="233762"/>
                    </a:lnTo>
                    <a:lnTo>
                      <a:pt x="630237" y="243269"/>
                    </a:lnTo>
                    <a:lnTo>
                      <a:pt x="632221" y="252379"/>
                    </a:lnTo>
                    <a:lnTo>
                      <a:pt x="633809" y="261885"/>
                    </a:lnTo>
                    <a:lnTo>
                      <a:pt x="635793" y="270995"/>
                    </a:lnTo>
                    <a:lnTo>
                      <a:pt x="638968" y="280502"/>
                    </a:lnTo>
                    <a:lnTo>
                      <a:pt x="641746" y="289216"/>
                    </a:lnTo>
                    <a:lnTo>
                      <a:pt x="644921" y="297930"/>
                    </a:lnTo>
                    <a:lnTo>
                      <a:pt x="648890" y="306644"/>
                    </a:lnTo>
                    <a:lnTo>
                      <a:pt x="652859" y="315358"/>
                    </a:lnTo>
                    <a:lnTo>
                      <a:pt x="657224" y="323676"/>
                    </a:lnTo>
                    <a:lnTo>
                      <a:pt x="661987" y="331994"/>
                    </a:lnTo>
                    <a:lnTo>
                      <a:pt x="667543" y="340312"/>
                    </a:lnTo>
                    <a:lnTo>
                      <a:pt x="673099" y="348630"/>
                    </a:lnTo>
                    <a:lnTo>
                      <a:pt x="678656" y="356552"/>
                    </a:lnTo>
                    <a:lnTo>
                      <a:pt x="667146" y="358928"/>
                    </a:lnTo>
                    <a:lnTo>
                      <a:pt x="655240" y="360513"/>
                    </a:lnTo>
                    <a:lnTo>
                      <a:pt x="643731" y="362097"/>
                    </a:lnTo>
                    <a:lnTo>
                      <a:pt x="573087" y="436563"/>
                    </a:lnTo>
                    <a:lnTo>
                      <a:pt x="552846" y="352195"/>
                    </a:lnTo>
                    <a:lnTo>
                      <a:pt x="541337" y="348630"/>
                    </a:lnTo>
                    <a:lnTo>
                      <a:pt x="530224" y="343877"/>
                    </a:lnTo>
                    <a:lnTo>
                      <a:pt x="519509" y="338332"/>
                    </a:lnTo>
                    <a:lnTo>
                      <a:pt x="508793" y="332390"/>
                    </a:lnTo>
                    <a:lnTo>
                      <a:pt x="499268" y="326053"/>
                    </a:lnTo>
                    <a:lnTo>
                      <a:pt x="490140" y="319319"/>
                    </a:lnTo>
                    <a:lnTo>
                      <a:pt x="481409" y="311793"/>
                    </a:lnTo>
                    <a:lnTo>
                      <a:pt x="473471" y="303871"/>
                    </a:lnTo>
                    <a:lnTo>
                      <a:pt x="465931" y="295553"/>
                    </a:lnTo>
                    <a:lnTo>
                      <a:pt x="459184" y="286443"/>
                    </a:lnTo>
                    <a:lnTo>
                      <a:pt x="453231" y="277333"/>
                    </a:lnTo>
                    <a:lnTo>
                      <a:pt x="447674" y="267827"/>
                    </a:lnTo>
                    <a:lnTo>
                      <a:pt x="443309" y="257924"/>
                    </a:lnTo>
                    <a:lnTo>
                      <a:pt x="439737" y="247626"/>
                    </a:lnTo>
                    <a:lnTo>
                      <a:pt x="436959" y="236535"/>
                    </a:lnTo>
                    <a:lnTo>
                      <a:pt x="434578" y="225444"/>
                    </a:lnTo>
                    <a:lnTo>
                      <a:pt x="433784" y="217126"/>
                    </a:lnTo>
                    <a:lnTo>
                      <a:pt x="433387" y="208808"/>
                    </a:lnTo>
                    <a:lnTo>
                      <a:pt x="433387" y="200490"/>
                    </a:lnTo>
                    <a:lnTo>
                      <a:pt x="434181" y="192568"/>
                    </a:lnTo>
                    <a:lnTo>
                      <a:pt x="434974" y="183854"/>
                    </a:lnTo>
                    <a:lnTo>
                      <a:pt x="436959" y="175932"/>
                    </a:lnTo>
                    <a:lnTo>
                      <a:pt x="438943" y="168011"/>
                    </a:lnTo>
                    <a:lnTo>
                      <a:pt x="441324" y="160089"/>
                    </a:lnTo>
                    <a:lnTo>
                      <a:pt x="444499" y="152563"/>
                    </a:lnTo>
                    <a:lnTo>
                      <a:pt x="447674" y="145037"/>
                    </a:lnTo>
                    <a:lnTo>
                      <a:pt x="451643" y="137115"/>
                    </a:lnTo>
                    <a:lnTo>
                      <a:pt x="456009" y="129985"/>
                    </a:lnTo>
                    <a:lnTo>
                      <a:pt x="460374" y="122856"/>
                    </a:lnTo>
                    <a:lnTo>
                      <a:pt x="465534" y="115726"/>
                    </a:lnTo>
                    <a:lnTo>
                      <a:pt x="471090" y="108992"/>
                    </a:lnTo>
                    <a:lnTo>
                      <a:pt x="476646" y="102259"/>
                    </a:lnTo>
                    <a:lnTo>
                      <a:pt x="482996" y="95921"/>
                    </a:lnTo>
                    <a:lnTo>
                      <a:pt x="488949" y="89980"/>
                    </a:lnTo>
                    <a:lnTo>
                      <a:pt x="495696" y="84434"/>
                    </a:lnTo>
                    <a:lnTo>
                      <a:pt x="503237" y="78889"/>
                    </a:lnTo>
                    <a:lnTo>
                      <a:pt x="510778" y="73344"/>
                    </a:lnTo>
                    <a:lnTo>
                      <a:pt x="518318" y="68195"/>
                    </a:lnTo>
                    <a:lnTo>
                      <a:pt x="526256" y="63441"/>
                    </a:lnTo>
                    <a:lnTo>
                      <a:pt x="534590" y="59084"/>
                    </a:lnTo>
                    <a:lnTo>
                      <a:pt x="543321" y="54727"/>
                    </a:lnTo>
                    <a:lnTo>
                      <a:pt x="552449" y="51162"/>
                    </a:lnTo>
                    <a:lnTo>
                      <a:pt x="561181" y="47598"/>
                    </a:lnTo>
                    <a:lnTo>
                      <a:pt x="570309" y="44429"/>
                    </a:lnTo>
                    <a:lnTo>
                      <a:pt x="580231" y="41656"/>
                    </a:lnTo>
                    <a:lnTo>
                      <a:pt x="589756" y="39280"/>
                    </a:lnTo>
                    <a:lnTo>
                      <a:pt x="600074" y="37299"/>
                    </a:lnTo>
                    <a:lnTo>
                      <a:pt x="609996" y="35319"/>
                    </a:lnTo>
                    <a:lnTo>
                      <a:pt x="622696" y="34130"/>
                    </a:lnTo>
                    <a:lnTo>
                      <a:pt x="634999" y="33338"/>
                    </a:lnTo>
                    <a:close/>
                    <a:moveTo>
                      <a:pt x="942975" y="0"/>
                    </a:moveTo>
                    <a:lnTo>
                      <a:pt x="956886" y="396"/>
                    </a:lnTo>
                    <a:lnTo>
                      <a:pt x="970400" y="793"/>
                    </a:lnTo>
                    <a:lnTo>
                      <a:pt x="983119" y="2378"/>
                    </a:lnTo>
                    <a:lnTo>
                      <a:pt x="996236" y="4359"/>
                    </a:lnTo>
                    <a:lnTo>
                      <a:pt x="1009352" y="6737"/>
                    </a:lnTo>
                    <a:lnTo>
                      <a:pt x="1022071" y="9907"/>
                    </a:lnTo>
                    <a:lnTo>
                      <a:pt x="1034392" y="13078"/>
                    </a:lnTo>
                    <a:lnTo>
                      <a:pt x="1046714" y="17040"/>
                    </a:lnTo>
                    <a:lnTo>
                      <a:pt x="1058638" y="21003"/>
                    </a:lnTo>
                    <a:lnTo>
                      <a:pt x="1069767" y="25759"/>
                    </a:lnTo>
                    <a:lnTo>
                      <a:pt x="1080896" y="31307"/>
                    </a:lnTo>
                    <a:lnTo>
                      <a:pt x="1091628" y="36855"/>
                    </a:lnTo>
                    <a:lnTo>
                      <a:pt x="1102359" y="42403"/>
                    </a:lnTo>
                    <a:lnTo>
                      <a:pt x="1112693" y="48743"/>
                    </a:lnTo>
                    <a:lnTo>
                      <a:pt x="1121835" y="55480"/>
                    </a:lnTo>
                    <a:lnTo>
                      <a:pt x="1130977" y="62613"/>
                    </a:lnTo>
                    <a:lnTo>
                      <a:pt x="1140119" y="70143"/>
                    </a:lnTo>
                    <a:lnTo>
                      <a:pt x="1148465" y="78465"/>
                    </a:lnTo>
                    <a:lnTo>
                      <a:pt x="1156415" y="86390"/>
                    </a:lnTo>
                    <a:lnTo>
                      <a:pt x="1163966" y="94712"/>
                    </a:lnTo>
                    <a:lnTo>
                      <a:pt x="1170723" y="103431"/>
                    </a:lnTo>
                    <a:lnTo>
                      <a:pt x="1177083" y="112545"/>
                    </a:lnTo>
                    <a:lnTo>
                      <a:pt x="1183045" y="121660"/>
                    </a:lnTo>
                    <a:lnTo>
                      <a:pt x="1188609" y="130774"/>
                    </a:lnTo>
                    <a:lnTo>
                      <a:pt x="1192982" y="141078"/>
                    </a:lnTo>
                    <a:lnTo>
                      <a:pt x="1197354" y="150589"/>
                    </a:lnTo>
                    <a:lnTo>
                      <a:pt x="1201328" y="160892"/>
                    </a:lnTo>
                    <a:lnTo>
                      <a:pt x="1204111" y="171195"/>
                    </a:lnTo>
                    <a:lnTo>
                      <a:pt x="1206098" y="181895"/>
                    </a:lnTo>
                    <a:lnTo>
                      <a:pt x="1208085" y="192991"/>
                    </a:lnTo>
                    <a:lnTo>
                      <a:pt x="1209278" y="203294"/>
                    </a:lnTo>
                    <a:lnTo>
                      <a:pt x="1209675" y="214787"/>
                    </a:lnTo>
                    <a:lnTo>
                      <a:pt x="1209278" y="225486"/>
                    </a:lnTo>
                    <a:lnTo>
                      <a:pt x="1208085" y="236582"/>
                    </a:lnTo>
                    <a:lnTo>
                      <a:pt x="1206098" y="247282"/>
                    </a:lnTo>
                    <a:lnTo>
                      <a:pt x="1204111" y="257586"/>
                    </a:lnTo>
                    <a:lnTo>
                      <a:pt x="1201328" y="268285"/>
                    </a:lnTo>
                    <a:lnTo>
                      <a:pt x="1197354" y="278192"/>
                    </a:lnTo>
                    <a:lnTo>
                      <a:pt x="1192982" y="288496"/>
                    </a:lnTo>
                    <a:lnTo>
                      <a:pt x="1188609" y="298007"/>
                    </a:lnTo>
                    <a:lnTo>
                      <a:pt x="1183045" y="307914"/>
                    </a:lnTo>
                    <a:lnTo>
                      <a:pt x="1177083" y="317028"/>
                    </a:lnTo>
                    <a:lnTo>
                      <a:pt x="1170723" y="325747"/>
                    </a:lnTo>
                    <a:lnTo>
                      <a:pt x="1163966" y="334861"/>
                    </a:lnTo>
                    <a:lnTo>
                      <a:pt x="1156415" y="343183"/>
                    </a:lnTo>
                    <a:lnTo>
                      <a:pt x="1148465" y="351109"/>
                    </a:lnTo>
                    <a:lnTo>
                      <a:pt x="1140119" y="358638"/>
                    </a:lnTo>
                    <a:lnTo>
                      <a:pt x="1130977" y="366168"/>
                    </a:lnTo>
                    <a:lnTo>
                      <a:pt x="1121835" y="373301"/>
                    </a:lnTo>
                    <a:lnTo>
                      <a:pt x="1112693" y="380038"/>
                    </a:lnTo>
                    <a:lnTo>
                      <a:pt x="1102359" y="386378"/>
                    </a:lnTo>
                    <a:lnTo>
                      <a:pt x="1091628" y="392323"/>
                    </a:lnTo>
                    <a:lnTo>
                      <a:pt x="1080896" y="398267"/>
                    </a:lnTo>
                    <a:lnTo>
                      <a:pt x="1069767" y="403419"/>
                    </a:lnTo>
                    <a:lnTo>
                      <a:pt x="1058638" y="407778"/>
                    </a:lnTo>
                    <a:lnTo>
                      <a:pt x="1046714" y="412137"/>
                    </a:lnTo>
                    <a:lnTo>
                      <a:pt x="1034392" y="416496"/>
                    </a:lnTo>
                    <a:lnTo>
                      <a:pt x="1022071" y="419666"/>
                    </a:lnTo>
                    <a:lnTo>
                      <a:pt x="1009352" y="422440"/>
                    </a:lnTo>
                    <a:lnTo>
                      <a:pt x="996236" y="424818"/>
                    </a:lnTo>
                    <a:lnTo>
                      <a:pt x="983119" y="426799"/>
                    </a:lnTo>
                    <a:lnTo>
                      <a:pt x="970400" y="427988"/>
                    </a:lnTo>
                    <a:lnTo>
                      <a:pt x="956886" y="429177"/>
                    </a:lnTo>
                    <a:lnTo>
                      <a:pt x="942975" y="429573"/>
                    </a:lnTo>
                    <a:lnTo>
                      <a:pt x="931051" y="429573"/>
                    </a:lnTo>
                    <a:lnTo>
                      <a:pt x="923897" y="438292"/>
                    </a:lnTo>
                    <a:lnTo>
                      <a:pt x="921512" y="440669"/>
                    </a:lnTo>
                    <a:lnTo>
                      <a:pt x="920320" y="442651"/>
                    </a:lnTo>
                    <a:lnTo>
                      <a:pt x="919525" y="444632"/>
                    </a:lnTo>
                    <a:lnTo>
                      <a:pt x="918730" y="447010"/>
                    </a:lnTo>
                    <a:lnTo>
                      <a:pt x="918332" y="449784"/>
                    </a:lnTo>
                    <a:lnTo>
                      <a:pt x="917935" y="453351"/>
                    </a:lnTo>
                    <a:lnTo>
                      <a:pt x="917537" y="457710"/>
                    </a:lnTo>
                    <a:lnTo>
                      <a:pt x="917935" y="468806"/>
                    </a:lnTo>
                    <a:lnTo>
                      <a:pt x="919127" y="484657"/>
                    </a:lnTo>
                    <a:lnTo>
                      <a:pt x="921512" y="506056"/>
                    </a:lnTo>
                    <a:lnTo>
                      <a:pt x="925487" y="533400"/>
                    </a:lnTo>
                    <a:lnTo>
                      <a:pt x="803862" y="397474"/>
                    </a:lnTo>
                    <a:lnTo>
                      <a:pt x="799490" y="395493"/>
                    </a:lnTo>
                    <a:lnTo>
                      <a:pt x="785578" y="387171"/>
                    </a:lnTo>
                    <a:lnTo>
                      <a:pt x="772064" y="378849"/>
                    </a:lnTo>
                    <a:lnTo>
                      <a:pt x="759346" y="370131"/>
                    </a:lnTo>
                    <a:lnTo>
                      <a:pt x="747819" y="360223"/>
                    </a:lnTo>
                    <a:lnTo>
                      <a:pt x="736690" y="350713"/>
                    </a:lnTo>
                    <a:lnTo>
                      <a:pt x="726753" y="339617"/>
                    </a:lnTo>
                    <a:lnTo>
                      <a:pt x="717214" y="328917"/>
                    </a:lnTo>
                    <a:lnTo>
                      <a:pt x="708867" y="317425"/>
                    </a:lnTo>
                    <a:lnTo>
                      <a:pt x="701713" y="305536"/>
                    </a:lnTo>
                    <a:lnTo>
                      <a:pt x="694956" y="293251"/>
                    </a:lnTo>
                    <a:lnTo>
                      <a:pt x="689391" y="280966"/>
                    </a:lnTo>
                    <a:lnTo>
                      <a:pt x="687007" y="274626"/>
                    </a:lnTo>
                    <a:lnTo>
                      <a:pt x="684622" y="268285"/>
                    </a:lnTo>
                    <a:lnTo>
                      <a:pt x="682635" y="261548"/>
                    </a:lnTo>
                    <a:lnTo>
                      <a:pt x="681045" y="255208"/>
                    </a:lnTo>
                    <a:lnTo>
                      <a:pt x="679852" y="248471"/>
                    </a:lnTo>
                    <a:lnTo>
                      <a:pt x="678660" y="241734"/>
                    </a:lnTo>
                    <a:lnTo>
                      <a:pt x="677467" y="234997"/>
                    </a:lnTo>
                    <a:lnTo>
                      <a:pt x="676673" y="228260"/>
                    </a:lnTo>
                    <a:lnTo>
                      <a:pt x="676275" y="221524"/>
                    </a:lnTo>
                    <a:lnTo>
                      <a:pt x="676275" y="214787"/>
                    </a:lnTo>
                    <a:lnTo>
                      <a:pt x="676673" y="203294"/>
                    </a:lnTo>
                    <a:lnTo>
                      <a:pt x="677467" y="192991"/>
                    </a:lnTo>
                    <a:lnTo>
                      <a:pt x="679455" y="181895"/>
                    </a:lnTo>
                    <a:lnTo>
                      <a:pt x="681840" y="171195"/>
                    </a:lnTo>
                    <a:lnTo>
                      <a:pt x="684622" y="160892"/>
                    </a:lnTo>
                    <a:lnTo>
                      <a:pt x="688199" y="150589"/>
                    </a:lnTo>
                    <a:lnTo>
                      <a:pt x="692571" y="141078"/>
                    </a:lnTo>
                    <a:lnTo>
                      <a:pt x="696943" y="130774"/>
                    </a:lnTo>
                    <a:lnTo>
                      <a:pt x="702508" y="121660"/>
                    </a:lnTo>
                    <a:lnTo>
                      <a:pt x="708470" y="112545"/>
                    </a:lnTo>
                    <a:lnTo>
                      <a:pt x="714829" y="103431"/>
                    </a:lnTo>
                    <a:lnTo>
                      <a:pt x="721984" y="94712"/>
                    </a:lnTo>
                    <a:lnTo>
                      <a:pt x="729138" y="86390"/>
                    </a:lnTo>
                    <a:lnTo>
                      <a:pt x="737087" y="78465"/>
                    </a:lnTo>
                    <a:lnTo>
                      <a:pt x="745434" y="70143"/>
                    </a:lnTo>
                    <a:lnTo>
                      <a:pt x="754576" y="62613"/>
                    </a:lnTo>
                    <a:lnTo>
                      <a:pt x="763718" y="55480"/>
                    </a:lnTo>
                    <a:lnTo>
                      <a:pt x="773654" y="48743"/>
                    </a:lnTo>
                    <a:lnTo>
                      <a:pt x="783591" y="42403"/>
                    </a:lnTo>
                    <a:lnTo>
                      <a:pt x="793925" y="36855"/>
                    </a:lnTo>
                    <a:lnTo>
                      <a:pt x="804657" y="31307"/>
                    </a:lnTo>
                    <a:lnTo>
                      <a:pt x="815786" y="25759"/>
                    </a:lnTo>
                    <a:lnTo>
                      <a:pt x="827710" y="21003"/>
                    </a:lnTo>
                    <a:lnTo>
                      <a:pt x="839236" y="17040"/>
                    </a:lnTo>
                    <a:lnTo>
                      <a:pt x="851160" y="13078"/>
                    </a:lnTo>
                    <a:lnTo>
                      <a:pt x="863879" y="9907"/>
                    </a:lnTo>
                    <a:lnTo>
                      <a:pt x="876598" y="6737"/>
                    </a:lnTo>
                    <a:lnTo>
                      <a:pt x="889317" y="4359"/>
                    </a:lnTo>
                    <a:lnTo>
                      <a:pt x="902434" y="2378"/>
                    </a:lnTo>
                    <a:lnTo>
                      <a:pt x="915947" y="793"/>
                    </a:lnTo>
                    <a:lnTo>
                      <a:pt x="929461" y="396"/>
                    </a:lnTo>
                    <a:lnTo>
                      <a:pt x="942975" y="0"/>
                    </a:lnTo>
                    <a:close/>
                  </a:path>
                </a:pathLst>
              </a:custGeom>
              <a:solidFill>
                <a:schemeClr val="bg1"/>
              </a:solidFill>
              <a:ln>
                <a:noFill/>
              </a:ln>
            </p:spPr>
            <p:txBody>
              <a:bodyPr anchor="ctr">
                <a:scene3d>
                  <a:camera prst="orthographicFront"/>
                  <a:lightRig rig="threePt" dir="t"/>
                </a:scene3d>
              </a:bodyPr>
              <a:lstStyle/>
              <a:p>
                <a:pPr algn="ctr">
                  <a:defRPr/>
                </a:pPr>
                <a:endParaRPr lang="zh-CN" altLang="en-US">
                  <a:solidFill>
                    <a:srgbClr val="FFFFFF"/>
                  </a:solidFill>
                  <a:ea typeface="字魂创中黑"/>
                  <a:cs typeface="字魂创中黑" panose="00000500000000000000" charset="-122"/>
                </a:endParaRPr>
              </a:p>
            </p:txBody>
          </p:sp>
        </p:grpSp>
        <p:grpSp>
          <p:nvGrpSpPr>
            <p:cNvPr id="60" name="图形"/>
            <p:cNvGrpSpPr/>
            <p:nvPr/>
          </p:nvGrpSpPr>
          <p:grpSpPr>
            <a:xfrm>
              <a:off x="11833" y="7147"/>
              <a:ext cx="1254" cy="477"/>
              <a:chOff x="7608977" y="4368639"/>
              <a:chExt cx="796226" cy="303118"/>
            </a:xfrm>
          </p:grpSpPr>
          <p:sp>
            <p:nvSpPr>
              <p:cNvPr id="47" name="图形"/>
              <p:cNvSpPr/>
              <p:nvPr>
                <p:custDataLst>
                  <p:tags r:id="rId7"/>
                </p:custDataLst>
              </p:nvPr>
            </p:nvSpPr>
            <p:spPr>
              <a:xfrm>
                <a:off x="7608977" y="4368639"/>
                <a:ext cx="796226" cy="303118"/>
              </a:xfrm>
              <a:prstGeom prst="ellipse">
                <a:avLst/>
              </a:prstGeom>
              <a:noFill/>
              <a:ln w="50800">
                <a:solidFill>
                  <a:schemeClr val="accent5">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70000" lnSpcReduction="20000"/>
              </a:bodyPr>
              <a:lstStyle/>
              <a:p>
                <a:pPr algn="ctr" eaLnBrk="1" fontAlgn="auto" hangingPunct="1">
                  <a:spcBef>
                    <a:spcPct val="0"/>
                  </a:spcBef>
                  <a:spcAft>
                    <a:spcPct val="0"/>
                  </a:spcAft>
                  <a:defRPr/>
                </a:pPr>
                <a:endParaRPr lang="zh-CN" altLang="en-US" sz="1400">
                  <a:solidFill>
                    <a:schemeClr val="tx1"/>
                  </a:solidFill>
                  <a:cs typeface="字魂创中黑" panose="00000500000000000000" charset="-122"/>
                </a:endParaRPr>
              </a:p>
            </p:txBody>
          </p:sp>
          <p:sp>
            <p:nvSpPr>
              <p:cNvPr id="48" name="图形"/>
              <p:cNvSpPr/>
              <p:nvPr>
                <p:custDataLst>
                  <p:tags r:id="rId8"/>
                </p:custDataLst>
              </p:nvPr>
            </p:nvSpPr>
            <p:spPr>
              <a:xfrm>
                <a:off x="7909505" y="4493859"/>
                <a:ext cx="195170" cy="4577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25000" lnSpcReduction="20000"/>
              </a:bodyPr>
              <a:lstStyle/>
              <a:p>
                <a:pPr algn="ctr" eaLnBrk="1" fontAlgn="auto" hangingPunct="1">
                  <a:spcBef>
                    <a:spcPct val="0"/>
                  </a:spcBef>
                  <a:spcAft>
                    <a:spcPct val="0"/>
                  </a:spcAft>
                  <a:defRPr/>
                </a:pPr>
                <a:endParaRPr lang="zh-CN" altLang="en-US" sz="1400">
                  <a:solidFill>
                    <a:schemeClr val="tx1"/>
                  </a:solidFill>
                  <a:cs typeface="字魂创中黑" panose="00000500000000000000" charset="-122"/>
                </a:endParaRPr>
              </a:p>
            </p:txBody>
          </p:sp>
          <p:sp>
            <p:nvSpPr>
              <p:cNvPr id="49" name="图形"/>
              <p:cNvSpPr/>
              <p:nvPr>
                <p:custDataLst>
                  <p:tags r:id="rId9"/>
                </p:custDataLst>
              </p:nvPr>
            </p:nvSpPr>
            <p:spPr>
              <a:xfrm>
                <a:off x="7885913" y="4488677"/>
                <a:ext cx="236622" cy="56133"/>
              </a:xfrm>
              <a:prstGeom prst="ellipse">
                <a:avLst/>
              </a:prstGeom>
              <a:noFill/>
              <a:ln>
                <a:solidFill>
                  <a:schemeClr val="accent5">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25000" lnSpcReduction="20000"/>
              </a:bodyPr>
              <a:lstStyle/>
              <a:p>
                <a:pPr algn="ctr" eaLnBrk="1" fontAlgn="auto" hangingPunct="1">
                  <a:spcBef>
                    <a:spcPct val="0"/>
                  </a:spcBef>
                  <a:spcAft>
                    <a:spcPct val="0"/>
                  </a:spcAft>
                  <a:defRPr/>
                </a:pPr>
                <a:endParaRPr lang="zh-CN" altLang="en-US" sz="1400">
                  <a:solidFill>
                    <a:schemeClr val="tx1"/>
                  </a:solidFill>
                  <a:cs typeface="字魂创中黑" panose="00000500000000000000" charset="-122"/>
                </a:endParaRPr>
              </a:p>
            </p:txBody>
          </p:sp>
        </p:grpSp>
        <p:grpSp>
          <p:nvGrpSpPr>
            <p:cNvPr id="54" name="图形"/>
            <p:cNvGrpSpPr/>
            <p:nvPr/>
          </p:nvGrpSpPr>
          <p:grpSpPr>
            <a:xfrm>
              <a:off x="11984" y="5949"/>
              <a:ext cx="952" cy="1198"/>
              <a:chOff x="7704835" y="3607821"/>
              <a:chExt cx="604510" cy="760818"/>
            </a:xfrm>
          </p:grpSpPr>
          <p:sp>
            <p:nvSpPr>
              <p:cNvPr id="51" name="图形"/>
              <p:cNvSpPr/>
              <p:nvPr>
                <p:custDataLst>
                  <p:tags r:id="rId10"/>
                </p:custDataLst>
              </p:nvPr>
            </p:nvSpPr>
            <p:spPr>
              <a:xfrm rot="8100000">
                <a:off x="7704835" y="3607821"/>
                <a:ext cx="604510" cy="604509"/>
              </a:xfrm>
              <a:prstGeom prst="teardrop">
                <a:avLst>
                  <a:gd name="adj" fmla="val 124401"/>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fontAlgn="auto" hangingPunct="1">
                  <a:spcBef>
                    <a:spcPct val="0"/>
                  </a:spcBef>
                  <a:spcAft>
                    <a:spcPct val="0"/>
                  </a:spcAft>
                  <a:defRPr/>
                </a:pPr>
                <a:endParaRPr lang="zh-CN" altLang="en-US" sz="1400">
                  <a:solidFill>
                    <a:schemeClr val="tx1"/>
                  </a:solidFill>
                  <a:cs typeface="字魂创中黑" panose="00000500000000000000" charset="-122"/>
                </a:endParaRPr>
              </a:p>
            </p:txBody>
          </p:sp>
          <p:sp>
            <p:nvSpPr>
              <p:cNvPr id="53" name="图形"/>
              <p:cNvSpPr/>
              <p:nvPr>
                <p:custDataLst>
                  <p:tags r:id="rId11"/>
                </p:custDataLst>
              </p:nvPr>
            </p:nvSpPr>
            <p:spPr>
              <a:xfrm rot="10800000">
                <a:off x="7943184" y="4258100"/>
                <a:ext cx="127811" cy="110539"/>
              </a:xfrm>
              <a:prstGeom prst="triangl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25000" lnSpcReduction="20000"/>
              </a:bodyPr>
              <a:lstStyle/>
              <a:p>
                <a:pPr algn="ctr" eaLnBrk="1" fontAlgn="auto" hangingPunct="1">
                  <a:spcBef>
                    <a:spcPct val="0"/>
                  </a:spcBef>
                  <a:spcAft>
                    <a:spcPct val="0"/>
                  </a:spcAft>
                  <a:defRPr/>
                </a:pPr>
                <a:endParaRPr lang="zh-CN" altLang="en-US" sz="1400">
                  <a:solidFill>
                    <a:schemeClr val="tx1"/>
                  </a:solidFill>
                  <a:cs typeface="字魂创中黑" panose="00000500000000000000" charset="-122"/>
                </a:endParaRPr>
              </a:p>
            </p:txBody>
          </p:sp>
          <p:sp>
            <p:nvSpPr>
              <p:cNvPr id="55" name="图形"/>
              <p:cNvSpPr/>
              <p:nvPr/>
            </p:nvSpPr>
            <p:spPr bwMode="auto">
              <a:xfrm>
                <a:off x="7883046" y="3742540"/>
                <a:ext cx="242356" cy="330485"/>
              </a:xfrm>
              <a:custGeom>
                <a:gdLst>
                  <a:gd name="T0" fmla="*/ 1043490 w 1727200"/>
                  <a:gd name="T1" fmla="*/ 1889661 h 2355851"/>
                  <a:gd name="T2" fmla="*/ 971954 w 1727200"/>
                  <a:gd name="T3" fmla="*/ 1879217 h 2355851"/>
                  <a:gd name="T4" fmla="*/ 908642 w 1727200"/>
                  <a:gd name="T5" fmla="*/ 1873228 h 2355851"/>
                  <a:gd name="T6" fmla="*/ 805395 w 1727200"/>
                  <a:gd name="T7" fmla="*/ 1891200 h 2355851"/>
                  <a:gd name="T8" fmla="*/ 294377 w 1727200"/>
                  <a:gd name="T9" fmla="*/ 1864112 h 2355851"/>
                  <a:gd name="T10" fmla="*/ 204319 w 1727200"/>
                  <a:gd name="T11" fmla="*/ 1859188 h 2355851"/>
                  <a:gd name="T12" fmla="*/ 403037 w 1727200"/>
                  <a:gd name="T13" fmla="*/ 1831093 h 2355851"/>
                  <a:gd name="T14" fmla="*/ 385153 w 1727200"/>
                  <a:gd name="T15" fmla="*/ 1875835 h 2355851"/>
                  <a:gd name="T16" fmla="*/ 314255 w 1727200"/>
                  <a:gd name="T17" fmla="*/ 1828555 h 2355851"/>
                  <a:gd name="T18" fmla="*/ 1396680 w 1727200"/>
                  <a:gd name="T19" fmla="*/ 1673890 h 2355851"/>
                  <a:gd name="T20" fmla="*/ 1158484 w 1727200"/>
                  <a:gd name="T21" fmla="*/ 1682254 h 2355851"/>
                  <a:gd name="T22" fmla="*/ 1397000 w 1727200"/>
                  <a:gd name="T23" fmla="*/ 1515868 h 2355851"/>
                  <a:gd name="T24" fmla="*/ 987568 w 1727200"/>
                  <a:gd name="T25" fmla="*/ 1490804 h 2355851"/>
                  <a:gd name="T26" fmla="*/ 1253277 w 1727200"/>
                  <a:gd name="T27" fmla="*/ 1471432 h 2355851"/>
                  <a:gd name="T28" fmla="*/ 1237020 w 1727200"/>
                  <a:gd name="T29" fmla="*/ 1450572 h 2355851"/>
                  <a:gd name="T30" fmla="*/ 1230964 w 1727200"/>
                  <a:gd name="T31" fmla="*/ 1399867 h 2355851"/>
                  <a:gd name="T32" fmla="*/ 604919 w 1727200"/>
                  <a:gd name="T33" fmla="*/ 1195760 h 2355851"/>
                  <a:gd name="T34" fmla="*/ 622850 w 1727200"/>
                  <a:gd name="T35" fmla="*/ 1257377 h 2355851"/>
                  <a:gd name="T36" fmla="*/ 583786 w 1727200"/>
                  <a:gd name="T37" fmla="*/ 1172011 h 2355851"/>
                  <a:gd name="T38" fmla="*/ 952240 w 1727200"/>
                  <a:gd name="T39" fmla="*/ 984723 h 2355851"/>
                  <a:gd name="T40" fmla="*/ 1237109 w 1727200"/>
                  <a:gd name="T41" fmla="*/ 829944 h 2355851"/>
                  <a:gd name="T42" fmla="*/ 1296524 w 1727200"/>
                  <a:gd name="T43" fmla="*/ 1344054 h 2355851"/>
                  <a:gd name="T44" fmla="*/ 1222657 w 1727200"/>
                  <a:gd name="T45" fmla="*/ 1307767 h 2355851"/>
                  <a:gd name="T46" fmla="*/ 1156498 w 1727200"/>
                  <a:gd name="T47" fmla="*/ 1377129 h 2355851"/>
                  <a:gd name="T48" fmla="*/ 962517 w 1727200"/>
                  <a:gd name="T49" fmla="*/ 1487272 h 2355851"/>
                  <a:gd name="T50" fmla="*/ 740274 w 1727200"/>
                  <a:gd name="T51" fmla="*/ 1122482 h 2355851"/>
                  <a:gd name="T52" fmla="*/ 841118 w 1727200"/>
                  <a:gd name="T53" fmla="*/ 781135 h 2355851"/>
                  <a:gd name="T54" fmla="*/ 430898 w 1727200"/>
                  <a:gd name="T55" fmla="*/ 801009 h 2355851"/>
                  <a:gd name="T56" fmla="*/ 461998 w 1727200"/>
                  <a:gd name="T57" fmla="*/ 1129855 h 2355851"/>
                  <a:gd name="T58" fmla="*/ 426089 w 1727200"/>
                  <a:gd name="T59" fmla="*/ 1378495 h 2355851"/>
                  <a:gd name="T60" fmla="*/ 70855 w 1727200"/>
                  <a:gd name="T61" fmla="*/ 1387478 h 2355851"/>
                  <a:gd name="T62" fmla="*/ 4488 w 1727200"/>
                  <a:gd name="T63" fmla="*/ 1088468 h 2355851"/>
                  <a:gd name="T64" fmla="*/ 57068 w 1727200"/>
                  <a:gd name="T65" fmla="*/ 810313 h 2355851"/>
                  <a:gd name="T66" fmla="*/ 331509 w 1727200"/>
                  <a:gd name="T67" fmla="*/ 787534 h 2355851"/>
                  <a:gd name="T68" fmla="*/ 125811 w 1727200"/>
                  <a:gd name="T69" fmla="*/ 501282 h 2355851"/>
                  <a:gd name="T70" fmla="*/ 1024838 w 1727200"/>
                  <a:gd name="T71" fmla="*/ 389600 h 2355851"/>
                  <a:gd name="T72" fmla="*/ 1138915 w 1727200"/>
                  <a:gd name="T73" fmla="*/ 510268 h 2355851"/>
                  <a:gd name="T74" fmla="*/ 1127025 w 1727200"/>
                  <a:gd name="T75" fmla="*/ 638637 h 2355851"/>
                  <a:gd name="T76" fmla="*/ 1059865 w 1727200"/>
                  <a:gd name="T77" fmla="*/ 727854 h 2355851"/>
                  <a:gd name="T78" fmla="*/ 942253 w 1727200"/>
                  <a:gd name="T79" fmla="*/ 763476 h 2355851"/>
                  <a:gd name="T80" fmla="*/ 853240 w 1727200"/>
                  <a:gd name="T81" fmla="*/ 625158 h 2355851"/>
                  <a:gd name="T82" fmla="*/ 861595 w 1727200"/>
                  <a:gd name="T83" fmla="*/ 509305 h 2355851"/>
                  <a:gd name="T84" fmla="*/ 872842 w 1727200"/>
                  <a:gd name="T85" fmla="*/ 486520 h 2355851"/>
                  <a:gd name="T86" fmla="*/ 954142 w 1727200"/>
                  <a:gd name="T87" fmla="*/ 391205 h 2355851"/>
                  <a:gd name="T88" fmla="*/ 400618 w 1727200"/>
                  <a:gd name="T89" fmla="*/ 437418 h 2355851"/>
                  <a:gd name="T90" fmla="*/ 332958 w 1727200"/>
                  <a:gd name="T91" fmla="*/ 478818 h 2355851"/>
                  <a:gd name="T92" fmla="*/ 400618 w 1727200"/>
                  <a:gd name="T93" fmla="*/ 536583 h 2355851"/>
                  <a:gd name="T94" fmla="*/ 341295 w 1727200"/>
                  <a:gd name="T95" fmla="*/ 713413 h 2355851"/>
                  <a:gd name="T96" fmla="*/ 222971 w 1727200"/>
                  <a:gd name="T97" fmla="*/ 739728 h 2355851"/>
                  <a:gd name="T98" fmla="*/ 126131 w 1727200"/>
                  <a:gd name="T99" fmla="*/ 619061 h 2355851"/>
                  <a:gd name="T100" fmla="*/ 120359 w 1727200"/>
                  <a:gd name="T101" fmla="*/ 525352 h 2355851"/>
                  <a:gd name="T102" fmla="*/ 146013 w 1727200"/>
                  <a:gd name="T103" fmla="*/ 392168 h 2355851"/>
                  <a:gd name="T104" fmla="*/ 525159 w 1727200"/>
                  <a:gd name="T105" fmla="*/ 97743 h 2355851"/>
                  <a:gd name="T106" fmla="*/ 539603 w 1727200"/>
                  <a:gd name="T107" fmla="*/ 290238 h 2355851"/>
                  <a:gd name="T108" fmla="*/ 351817 w 1727200"/>
                  <a:gd name="T109" fmla="*/ 148669 h 2355851"/>
                  <a:gd name="T110" fmla="*/ 477009 w 1727200"/>
                  <a:gd name="T111" fmla="*/ 31763 h 2355851"/>
                  <a:gd name="T112" fmla="*/ 941443 w 1727200"/>
                  <a:gd name="T113" fmla="*/ 76586 h 2355851"/>
                  <a:gd name="T114" fmla="*/ 935336 w 1727200"/>
                  <a:gd name="T115" fmla="*/ 277506 h 2355851"/>
                  <a:gd name="T116" fmla="*/ 743090 w 1727200"/>
                  <a:gd name="T117" fmla="*/ 361463 h 2355851"/>
                  <a:gd name="T118" fmla="*/ 549880 w 1727200"/>
                  <a:gd name="T119" fmla="*/ 200920 h 2355851"/>
                  <a:gd name="T120" fmla="*/ 642145 w 1727200"/>
                  <a:gd name="T121" fmla="*/ 29802 h 235585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727200" h="2355851">
                    <a:moveTo>
                      <a:pt x="1251043" y="2284413"/>
                    </a:moveTo>
                    <a:lnTo>
                      <a:pt x="1346200" y="2284413"/>
                    </a:lnTo>
                    <a:lnTo>
                      <a:pt x="1345016" y="2287238"/>
                    </a:lnTo>
                    <a:lnTo>
                      <a:pt x="1345410" y="2288853"/>
                    </a:lnTo>
                    <a:lnTo>
                      <a:pt x="1345410" y="2291275"/>
                    </a:lnTo>
                    <a:lnTo>
                      <a:pt x="1345805" y="2294503"/>
                    </a:lnTo>
                    <a:lnTo>
                      <a:pt x="1345410" y="2299347"/>
                    </a:lnTo>
                    <a:lnTo>
                      <a:pt x="1345016" y="2305804"/>
                    </a:lnTo>
                    <a:lnTo>
                      <a:pt x="1343831" y="2313473"/>
                    </a:lnTo>
                    <a:lnTo>
                      <a:pt x="1341857" y="2322756"/>
                    </a:lnTo>
                    <a:lnTo>
                      <a:pt x="1340278" y="2323159"/>
                    </a:lnTo>
                    <a:lnTo>
                      <a:pt x="1337908" y="2323563"/>
                    </a:lnTo>
                    <a:lnTo>
                      <a:pt x="1331986" y="2324774"/>
                    </a:lnTo>
                    <a:lnTo>
                      <a:pt x="1320930" y="2325177"/>
                    </a:lnTo>
                    <a:lnTo>
                      <a:pt x="1320535" y="2324774"/>
                    </a:lnTo>
                    <a:lnTo>
                      <a:pt x="1319746" y="2324774"/>
                    </a:lnTo>
                    <a:lnTo>
                      <a:pt x="1319351" y="2323159"/>
                    </a:lnTo>
                    <a:lnTo>
                      <a:pt x="1318561" y="2321948"/>
                    </a:lnTo>
                    <a:lnTo>
                      <a:pt x="1318166" y="2321141"/>
                    </a:lnTo>
                    <a:lnTo>
                      <a:pt x="1316982" y="2320334"/>
                    </a:lnTo>
                    <a:lnTo>
                      <a:pt x="1315008" y="2320334"/>
                    </a:lnTo>
                    <a:lnTo>
                      <a:pt x="1312639" y="2321545"/>
                    </a:lnTo>
                    <a:lnTo>
                      <a:pt x="1308295" y="2323966"/>
                    </a:lnTo>
                    <a:lnTo>
                      <a:pt x="1299214" y="2330828"/>
                    </a:lnTo>
                    <a:lnTo>
                      <a:pt x="1290133" y="2336882"/>
                    </a:lnTo>
                    <a:lnTo>
                      <a:pt x="1279867" y="2342936"/>
                    </a:lnTo>
                    <a:lnTo>
                      <a:pt x="1274339" y="2345761"/>
                    </a:lnTo>
                    <a:lnTo>
                      <a:pt x="1269601" y="2347779"/>
                    </a:lnTo>
                    <a:lnTo>
                      <a:pt x="1263678" y="2349797"/>
                    </a:lnTo>
                    <a:lnTo>
                      <a:pt x="1257756" y="2351412"/>
                    </a:lnTo>
                    <a:lnTo>
                      <a:pt x="1251833" y="2353430"/>
                    </a:lnTo>
                    <a:lnTo>
                      <a:pt x="1245516" y="2354237"/>
                    </a:lnTo>
                    <a:lnTo>
                      <a:pt x="1238803" y="2355044"/>
                    </a:lnTo>
                    <a:lnTo>
                      <a:pt x="1231696" y="2355851"/>
                    </a:lnTo>
                    <a:lnTo>
                      <a:pt x="1224589" y="2355851"/>
                    </a:lnTo>
                    <a:lnTo>
                      <a:pt x="1217087" y="2355448"/>
                    </a:lnTo>
                    <a:lnTo>
                      <a:pt x="1210770" y="2354640"/>
                    </a:lnTo>
                    <a:lnTo>
                      <a:pt x="1205637" y="2353833"/>
                    </a:lnTo>
                    <a:lnTo>
                      <a:pt x="1201688" y="2352622"/>
                    </a:lnTo>
                    <a:lnTo>
                      <a:pt x="1198135" y="2350604"/>
                    </a:lnTo>
                    <a:lnTo>
                      <a:pt x="1195766" y="2348990"/>
                    </a:lnTo>
                    <a:lnTo>
                      <a:pt x="1193791" y="2346972"/>
                    </a:lnTo>
                    <a:lnTo>
                      <a:pt x="1192607" y="2344147"/>
                    </a:lnTo>
                    <a:lnTo>
                      <a:pt x="1192212" y="2342129"/>
                    </a:lnTo>
                    <a:lnTo>
                      <a:pt x="1192607" y="2339303"/>
                    </a:lnTo>
                    <a:lnTo>
                      <a:pt x="1193397" y="2336478"/>
                    </a:lnTo>
                    <a:lnTo>
                      <a:pt x="1194976" y="2333653"/>
                    </a:lnTo>
                    <a:lnTo>
                      <a:pt x="1196555" y="2330424"/>
                    </a:lnTo>
                    <a:lnTo>
                      <a:pt x="1198924" y="2327195"/>
                    </a:lnTo>
                    <a:lnTo>
                      <a:pt x="1201688" y="2323966"/>
                    </a:lnTo>
                    <a:lnTo>
                      <a:pt x="1207216" y="2317912"/>
                    </a:lnTo>
                    <a:lnTo>
                      <a:pt x="1213928" y="2311455"/>
                    </a:lnTo>
                    <a:lnTo>
                      <a:pt x="1221825" y="2305401"/>
                    </a:lnTo>
                    <a:lnTo>
                      <a:pt x="1228932" y="2299750"/>
                    </a:lnTo>
                    <a:lnTo>
                      <a:pt x="1235645" y="2294503"/>
                    </a:lnTo>
                    <a:lnTo>
                      <a:pt x="1246305" y="2287238"/>
                    </a:lnTo>
                    <a:lnTo>
                      <a:pt x="1251043" y="2284413"/>
                    </a:lnTo>
                    <a:close/>
                    <a:moveTo>
                      <a:pt x="1054800" y="2279650"/>
                    </a:moveTo>
                    <a:lnTo>
                      <a:pt x="1150937" y="2279650"/>
                    </a:lnTo>
                    <a:lnTo>
                      <a:pt x="1149740" y="2282428"/>
                    </a:lnTo>
                    <a:lnTo>
                      <a:pt x="1150139" y="2284413"/>
                    </a:lnTo>
                    <a:lnTo>
                      <a:pt x="1150139" y="2286397"/>
                    </a:lnTo>
                    <a:lnTo>
                      <a:pt x="1150538" y="2289572"/>
                    </a:lnTo>
                    <a:lnTo>
                      <a:pt x="1150538" y="2294335"/>
                    </a:lnTo>
                    <a:lnTo>
                      <a:pt x="1149740" y="2300288"/>
                    </a:lnTo>
                    <a:lnTo>
                      <a:pt x="1148544" y="2307828"/>
                    </a:lnTo>
                    <a:lnTo>
                      <a:pt x="1146948" y="2316956"/>
                    </a:lnTo>
                    <a:lnTo>
                      <a:pt x="1144953" y="2318147"/>
                    </a:lnTo>
                    <a:lnTo>
                      <a:pt x="1142560" y="2318544"/>
                    </a:lnTo>
                    <a:lnTo>
                      <a:pt x="1136576" y="2318941"/>
                    </a:lnTo>
                    <a:lnTo>
                      <a:pt x="1125407" y="2319338"/>
                    </a:lnTo>
                    <a:lnTo>
                      <a:pt x="1125008" y="2319338"/>
                    </a:lnTo>
                    <a:lnTo>
                      <a:pt x="1124609" y="2319338"/>
                    </a:lnTo>
                    <a:lnTo>
                      <a:pt x="1123811" y="2318147"/>
                    </a:lnTo>
                    <a:lnTo>
                      <a:pt x="1123412" y="2316560"/>
                    </a:lnTo>
                    <a:lnTo>
                      <a:pt x="1122615" y="2315369"/>
                    </a:lnTo>
                    <a:lnTo>
                      <a:pt x="1121418" y="2314972"/>
                    </a:lnTo>
                    <a:lnTo>
                      <a:pt x="1119822" y="2314972"/>
                    </a:lnTo>
                    <a:lnTo>
                      <a:pt x="1117030" y="2315766"/>
                    </a:lnTo>
                    <a:lnTo>
                      <a:pt x="1113041" y="2318941"/>
                    </a:lnTo>
                    <a:lnTo>
                      <a:pt x="1103467" y="2325291"/>
                    </a:lnTo>
                    <a:lnTo>
                      <a:pt x="1094292" y="2331641"/>
                    </a:lnTo>
                    <a:lnTo>
                      <a:pt x="1083920" y="2336800"/>
                    </a:lnTo>
                    <a:lnTo>
                      <a:pt x="1079133" y="2339578"/>
                    </a:lnTo>
                    <a:lnTo>
                      <a:pt x="1073549" y="2341960"/>
                    </a:lnTo>
                    <a:lnTo>
                      <a:pt x="1067565" y="2343944"/>
                    </a:lnTo>
                    <a:lnTo>
                      <a:pt x="1061581" y="2345928"/>
                    </a:lnTo>
                    <a:lnTo>
                      <a:pt x="1055598" y="2347119"/>
                    </a:lnTo>
                    <a:lnTo>
                      <a:pt x="1049215" y="2348310"/>
                    </a:lnTo>
                    <a:lnTo>
                      <a:pt x="1042434" y="2349103"/>
                    </a:lnTo>
                    <a:lnTo>
                      <a:pt x="1035652" y="2349500"/>
                    </a:lnTo>
                    <a:lnTo>
                      <a:pt x="1028073" y="2349500"/>
                    </a:lnTo>
                    <a:lnTo>
                      <a:pt x="1020493" y="2349500"/>
                    </a:lnTo>
                    <a:lnTo>
                      <a:pt x="1014111" y="2348706"/>
                    </a:lnTo>
                    <a:lnTo>
                      <a:pt x="1008925" y="2347913"/>
                    </a:lnTo>
                    <a:lnTo>
                      <a:pt x="1004936" y="2346722"/>
                    </a:lnTo>
                    <a:lnTo>
                      <a:pt x="1001346" y="2345135"/>
                    </a:lnTo>
                    <a:lnTo>
                      <a:pt x="998952" y="2342753"/>
                    </a:lnTo>
                    <a:lnTo>
                      <a:pt x="997357" y="2341166"/>
                    </a:lnTo>
                    <a:lnTo>
                      <a:pt x="995761" y="2338785"/>
                    </a:lnTo>
                    <a:lnTo>
                      <a:pt x="995362" y="2336006"/>
                    </a:lnTo>
                    <a:lnTo>
                      <a:pt x="995761" y="2333625"/>
                    </a:lnTo>
                    <a:lnTo>
                      <a:pt x="996958" y="2330847"/>
                    </a:lnTo>
                    <a:lnTo>
                      <a:pt x="998154" y="2328069"/>
                    </a:lnTo>
                    <a:lnTo>
                      <a:pt x="999750" y="2325291"/>
                    </a:lnTo>
                    <a:lnTo>
                      <a:pt x="1002144" y="2321719"/>
                    </a:lnTo>
                    <a:lnTo>
                      <a:pt x="1004936" y="2318941"/>
                    </a:lnTo>
                    <a:lnTo>
                      <a:pt x="1010920" y="2312591"/>
                    </a:lnTo>
                    <a:lnTo>
                      <a:pt x="1017701" y="2306241"/>
                    </a:lnTo>
                    <a:lnTo>
                      <a:pt x="1025280" y="2300288"/>
                    </a:lnTo>
                    <a:lnTo>
                      <a:pt x="1032461" y="2294731"/>
                    </a:lnTo>
                    <a:lnTo>
                      <a:pt x="1039242" y="2289572"/>
                    </a:lnTo>
                    <a:lnTo>
                      <a:pt x="1050013" y="2282031"/>
                    </a:lnTo>
                    <a:lnTo>
                      <a:pt x="1054800" y="2279650"/>
                    </a:lnTo>
                    <a:close/>
                    <a:moveTo>
                      <a:pt x="214312" y="2259013"/>
                    </a:moveTo>
                    <a:lnTo>
                      <a:pt x="309863" y="2259013"/>
                    </a:lnTo>
                    <a:lnTo>
                      <a:pt x="314207" y="2261449"/>
                    </a:lnTo>
                    <a:lnTo>
                      <a:pt x="324867" y="2269161"/>
                    </a:lnTo>
                    <a:lnTo>
                      <a:pt x="331580" y="2274031"/>
                    </a:lnTo>
                    <a:lnTo>
                      <a:pt x="339082" y="2280120"/>
                    </a:lnTo>
                    <a:lnTo>
                      <a:pt x="346584" y="2286208"/>
                    </a:lnTo>
                    <a:lnTo>
                      <a:pt x="353296" y="2292703"/>
                    </a:lnTo>
                    <a:lnTo>
                      <a:pt x="359219" y="2299197"/>
                    </a:lnTo>
                    <a:lnTo>
                      <a:pt x="361982" y="2302038"/>
                    </a:lnTo>
                    <a:lnTo>
                      <a:pt x="363957" y="2305286"/>
                    </a:lnTo>
                    <a:lnTo>
                      <a:pt x="365536" y="2308127"/>
                    </a:lnTo>
                    <a:lnTo>
                      <a:pt x="367115" y="2311374"/>
                    </a:lnTo>
                    <a:lnTo>
                      <a:pt x="367905" y="2314215"/>
                    </a:lnTo>
                    <a:lnTo>
                      <a:pt x="368300" y="2316651"/>
                    </a:lnTo>
                    <a:lnTo>
                      <a:pt x="367905" y="2319492"/>
                    </a:lnTo>
                    <a:lnTo>
                      <a:pt x="367115" y="2321521"/>
                    </a:lnTo>
                    <a:lnTo>
                      <a:pt x="364746" y="2323551"/>
                    </a:lnTo>
                    <a:lnTo>
                      <a:pt x="362377" y="2325986"/>
                    </a:lnTo>
                    <a:lnTo>
                      <a:pt x="358824" y="2327204"/>
                    </a:lnTo>
                    <a:lnTo>
                      <a:pt x="354875" y="2328422"/>
                    </a:lnTo>
                    <a:lnTo>
                      <a:pt x="349742" y="2329639"/>
                    </a:lnTo>
                    <a:lnTo>
                      <a:pt x="343425" y="2330045"/>
                    </a:lnTo>
                    <a:lnTo>
                      <a:pt x="335923" y="2330451"/>
                    </a:lnTo>
                    <a:lnTo>
                      <a:pt x="328816" y="2330451"/>
                    </a:lnTo>
                    <a:lnTo>
                      <a:pt x="321709" y="2330045"/>
                    </a:lnTo>
                    <a:lnTo>
                      <a:pt x="315391" y="2329234"/>
                    </a:lnTo>
                    <a:lnTo>
                      <a:pt x="308679" y="2328016"/>
                    </a:lnTo>
                    <a:lnTo>
                      <a:pt x="302756" y="2326798"/>
                    </a:lnTo>
                    <a:lnTo>
                      <a:pt x="296834" y="2324363"/>
                    </a:lnTo>
                    <a:lnTo>
                      <a:pt x="291306" y="2322739"/>
                    </a:lnTo>
                    <a:lnTo>
                      <a:pt x="286173" y="2320304"/>
                    </a:lnTo>
                    <a:lnTo>
                      <a:pt x="281040" y="2317463"/>
                    </a:lnTo>
                    <a:lnTo>
                      <a:pt x="270774" y="2312186"/>
                    </a:lnTo>
                    <a:lnTo>
                      <a:pt x="261298" y="2305691"/>
                    </a:lnTo>
                    <a:lnTo>
                      <a:pt x="252612" y="2299197"/>
                    </a:lnTo>
                    <a:lnTo>
                      <a:pt x="248268" y="2295950"/>
                    </a:lnTo>
                    <a:lnTo>
                      <a:pt x="245504" y="2294732"/>
                    </a:lnTo>
                    <a:lnTo>
                      <a:pt x="243530" y="2294732"/>
                    </a:lnTo>
                    <a:lnTo>
                      <a:pt x="242346" y="2295544"/>
                    </a:lnTo>
                    <a:lnTo>
                      <a:pt x="241951" y="2296762"/>
                    </a:lnTo>
                    <a:lnTo>
                      <a:pt x="241556" y="2298385"/>
                    </a:lnTo>
                    <a:lnTo>
                      <a:pt x="240766" y="2299197"/>
                    </a:lnTo>
                    <a:lnTo>
                      <a:pt x="240371" y="2299603"/>
                    </a:lnTo>
                    <a:lnTo>
                      <a:pt x="239582" y="2299603"/>
                    </a:lnTo>
                    <a:lnTo>
                      <a:pt x="228526" y="2299197"/>
                    </a:lnTo>
                    <a:lnTo>
                      <a:pt x="222604" y="2298791"/>
                    </a:lnTo>
                    <a:lnTo>
                      <a:pt x="220629" y="2298385"/>
                    </a:lnTo>
                    <a:lnTo>
                      <a:pt x="219050" y="2297574"/>
                    </a:lnTo>
                    <a:lnTo>
                      <a:pt x="216681" y="2287832"/>
                    </a:lnTo>
                    <a:lnTo>
                      <a:pt x="215496" y="2280120"/>
                    </a:lnTo>
                    <a:lnTo>
                      <a:pt x="215102" y="2274031"/>
                    </a:lnTo>
                    <a:lnTo>
                      <a:pt x="215102" y="2269161"/>
                    </a:lnTo>
                    <a:lnTo>
                      <a:pt x="215102" y="2265914"/>
                    </a:lnTo>
                    <a:lnTo>
                      <a:pt x="215496" y="2263478"/>
                    </a:lnTo>
                    <a:lnTo>
                      <a:pt x="215891" y="2261449"/>
                    </a:lnTo>
                    <a:lnTo>
                      <a:pt x="214312" y="2259013"/>
                    </a:lnTo>
                    <a:close/>
                    <a:moveTo>
                      <a:pt x="387350" y="2254250"/>
                    </a:moveTo>
                    <a:lnTo>
                      <a:pt x="482901" y="2254250"/>
                    </a:lnTo>
                    <a:lnTo>
                      <a:pt x="487245" y="2257390"/>
                    </a:lnTo>
                    <a:lnTo>
                      <a:pt x="498300" y="2264453"/>
                    </a:lnTo>
                    <a:lnTo>
                      <a:pt x="505013" y="2269162"/>
                    </a:lnTo>
                    <a:lnTo>
                      <a:pt x="512120" y="2274656"/>
                    </a:lnTo>
                    <a:lnTo>
                      <a:pt x="519622" y="2280935"/>
                    </a:lnTo>
                    <a:lnTo>
                      <a:pt x="526334" y="2286821"/>
                    </a:lnTo>
                    <a:lnTo>
                      <a:pt x="532257" y="2293099"/>
                    </a:lnTo>
                    <a:lnTo>
                      <a:pt x="534626" y="2296239"/>
                    </a:lnTo>
                    <a:lnTo>
                      <a:pt x="537390" y="2299378"/>
                    </a:lnTo>
                    <a:lnTo>
                      <a:pt x="538969" y="2302125"/>
                    </a:lnTo>
                    <a:lnTo>
                      <a:pt x="540153" y="2305264"/>
                    </a:lnTo>
                    <a:lnTo>
                      <a:pt x="540943" y="2308011"/>
                    </a:lnTo>
                    <a:lnTo>
                      <a:pt x="541338" y="2310758"/>
                    </a:lnTo>
                    <a:lnTo>
                      <a:pt x="540943" y="2313113"/>
                    </a:lnTo>
                    <a:lnTo>
                      <a:pt x="539759" y="2315075"/>
                    </a:lnTo>
                    <a:lnTo>
                      <a:pt x="538179" y="2317429"/>
                    </a:lnTo>
                    <a:lnTo>
                      <a:pt x="535415" y="2318999"/>
                    </a:lnTo>
                    <a:lnTo>
                      <a:pt x="532257" y="2320569"/>
                    </a:lnTo>
                    <a:lnTo>
                      <a:pt x="527913" y="2321746"/>
                    </a:lnTo>
                    <a:lnTo>
                      <a:pt x="523175" y="2322923"/>
                    </a:lnTo>
                    <a:lnTo>
                      <a:pt x="516858" y="2323315"/>
                    </a:lnTo>
                    <a:lnTo>
                      <a:pt x="509356" y="2324100"/>
                    </a:lnTo>
                    <a:lnTo>
                      <a:pt x="501459" y="2324100"/>
                    </a:lnTo>
                    <a:lnTo>
                      <a:pt x="494747" y="2323315"/>
                    </a:lnTo>
                    <a:lnTo>
                      <a:pt x="488034" y="2322531"/>
                    </a:lnTo>
                    <a:lnTo>
                      <a:pt x="481717" y="2321353"/>
                    </a:lnTo>
                    <a:lnTo>
                      <a:pt x="476189" y="2319784"/>
                    </a:lnTo>
                    <a:lnTo>
                      <a:pt x="470267" y="2318214"/>
                    </a:lnTo>
                    <a:lnTo>
                      <a:pt x="464344" y="2315860"/>
                    </a:lnTo>
                    <a:lnTo>
                      <a:pt x="459211" y="2313897"/>
                    </a:lnTo>
                    <a:lnTo>
                      <a:pt x="453683" y="2311543"/>
                    </a:lnTo>
                    <a:lnTo>
                      <a:pt x="443812" y="2306049"/>
                    </a:lnTo>
                    <a:lnTo>
                      <a:pt x="434336" y="2299770"/>
                    </a:lnTo>
                    <a:lnTo>
                      <a:pt x="425255" y="2293099"/>
                    </a:lnTo>
                    <a:lnTo>
                      <a:pt x="420911" y="2290745"/>
                    </a:lnTo>
                    <a:lnTo>
                      <a:pt x="418542" y="2289175"/>
                    </a:lnTo>
                    <a:lnTo>
                      <a:pt x="416963" y="2289175"/>
                    </a:lnTo>
                    <a:lnTo>
                      <a:pt x="415778" y="2289960"/>
                    </a:lnTo>
                    <a:lnTo>
                      <a:pt x="415384" y="2291530"/>
                    </a:lnTo>
                    <a:lnTo>
                      <a:pt x="414199" y="2292707"/>
                    </a:lnTo>
                    <a:lnTo>
                      <a:pt x="413409" y="2293492"/>
                    </a:lnTo>
                    <a:lnTo>
                      <a:pt x="413015" y="2293884"/>
                    </a:lnTo>
                    <a:lnTo>
                      <a:pt x="412620" y="2293884"/>
                    </a:lnTo>
                    <a:lnTo>
                      <a:pt x="401959" y="2293492"/>
                    </a:lnTo>
                    <a:lnTo>
                      <a:pt x="396036" y="2293099"/>
                    </a:lnTo>
                    <a:lnTo>
                      <a:pt x="393273" y="2292315"/>
                    </a:lnTo>
                    <a:lnTo>
                      <a:pt x="391693" y="2291922"/>
                    </a:lnTo>
                    <a:lnTo>
                      <a:pt x="390114" y="2282504"/>
                    </a:lnTo>
                    <a:lnTo>
                      <a:pt x="388929" y="2275048"/>
                    </a:lnTo>
                    <a:lnTo>
                      <a:pt x="388140" y="2269162"/>
                    </a:lnTo>
                    <a:lnTo>
                      <a:pt x="388140" y="2264845"/>
                    </a:lnTo>
                    <a:lnTo>
                      <a:pt x="388534" y="2261314"/>
                    </a:lnTo>
                    <a:lnTo>
                      <a:pt x="388534" y="2258959"/>
                    </a:lnTo>
                    <a:lnTo>
                      <a:pt x="388929" y="2257390"/>
                    </a:lnTo>
                    <a:lnTo>
                      <a:pt x="387350" y="2254250"/>
                    </a:lnTo>
                    <a:close/>
                    <a:moveTo>
                      <a:pt x="1427162" y="1922463"/>
                    </a:moveTo>
                    <a:lnTo>
                      <a:pt x="1564119" y="1922463"/>
                    </a:lnTo>
                    <a:lnTo>
                      <a:pt x="1564119" y="1952298"/>
                    </a:lnTo>
                    <a:lnTo>
                      <a:pt x="1564515" y="1953094"/>
                    </a:lnTo>
                    <a:lnTo>
                      <a:pt x="1565306" y="1953889"/>
                    </a:lnTo>
                    <a:lnTo>
                      <a:pt x="1567285" y="1955083"/>
                    </a:lnTo>
                    <a:lnTo>
                      <a:pt x="1569265" y="1955878"/>
                    </a:lnTo>
                    <a:lnTo>
                      <a:pt x="1571640" y="1956674"/>
                    </a:lnTo>
                    <a:lnTo>
                      <a:pt x="1575994" y="1957071"/>
                    </a:lnTo>
                    <a:lnTo>
                      <a:pt x="1580744" y="1957469"/>
                    </a:lnTo>
                    <a:lnTo>
                      <a:pt x="1585494" y="1957071"/>
                    </a:lnTo>
                    <a:lnTo>
                      <a:pt x="1589452" y="1956674"/>
                    </a:lnTo>
                    <a:lnTo>
                      <a:pt x="1592618" y="1955878"/>
                    </a:lnTo>
                    <a:lnTo>
                      <a:pt x="1594993" y="1955083"/>
                    </a:lnTo>
                    <a:lnTo>
                      <a:pt x="1596577" y="1953889"/>
                    </a:lnTo>
                    <a:lnTo>
                      <a:pt x="1597368" y="1953094"/>
                    </a:lnTo>
                    <a:lnTo>
                      <a:pt x="1598160" y="1952298"/>
                    </a:lnTo>
                    <a:lnTo>
                      <a:pt x="1598160" y="1922463"/>
                    </a:lnTo>
                    <a:lnTo>
                      <a:pt x="1727200" y="1922463"/>
                    </a:lnTo>
                    <a:lnTo>
                      <a:pt x="1727200" y="2064079"/>
                    </a:lnTo>
                    <a:lnTo>
                      <a:pt x="1727200" y="2066863"/>
                    </a:lnTo>
                    <a:lnTo>
                      <a:pt x="1726804" y="2070045"/>
                    </a:lnTo>
                    <a:lnTo>
                      <a:pt x="1726013" y="2072830"/>
                    </a:lnTo>
                    <a:lnTo>
                      <a:pt x="1725221" y="2075615"/>
                    </a:lnTo>
                    <a:lnTo>
                      <a:pt x="1724034" y="2078001"/>
                    </a:lnTo>
                    <a:lnTo>
                      <a:pt x="1722450" y="2080388"/>
                    </a:lnTo>
                    <a:lnTo>
                      <a:pt x="1720471" y="2083173"/>
                    </a:lnTo>
                    <a:lnTo>
                      <a:pt x="1718888" y="2085162"/>
                    </a:lnTo>
                    <a:lnTo>
                      <a:pt x="1716909" y="2086753"/>
                    </a:lnTo>
                    <a:lnTo>
                      <a:pt x="1714138" y="2088742"/>
                    </a:lnTo>
                    <a:lnTo>
                      <a:pt x="1711763" y="2090333"/>
                    </a:lnTo>
                    <a:lnTo>
                      <a:pt x="1709388" y="2091526"/>
                    </a:lnTo>
                    <a:lnTo>
                      <a:pt x="1706617" y="2092322"/>
                    </a:lnTo>
                    <a:lnTo>
                      <a:pt x="1703846" y="2093118"/>
                    </a:lnTo>
                    <a:lnTo>
                      <a:pt x="1700680" y="2093515"/>
                    </a:lnTo>
                    <a:lnTo>
                      <a:pt x="1697513" y="2093913"/>
                    </a:lnTo>
                    <a:lnTo>
                      <a:pt x="1456849" y="2093913"/>
                    </a:lnTo>
                    <a:lnTo>
                      <a:pt x="1454078" y="2093515"/>
                    </a:lnTo>
                    <a:lnTo>
                      <a:pt x="1451308" y="2093118"/>
                    </a:lnTo>
                    <a:lnTo>
                      <a:pt x="1448141" y="2092322"/>
                    </a:lnTo>
                    <a:lnTo>
                      <a:pt x="1445766" y="2091526"/>
                    </a:lnTo>
                    <a:lnTo>
                      <a:pt x="1442995" y="2090333"/>
                    </a:lnTo>
                    <a:lnTo>
                      <a:pt x="1440620" y="2088742"/>
                    </a:lnTo>
                    <a:lnTo>
                      <a:pt x="1438245" y="2086753"/>
                    </a:lnTo>
                    <a:lnTo>
                      <a:pt x="1435870" y="2085162"/>
                    </a:lnTo>
                    <a:lnTo>
                      <a:pt x="1434287" y="2083173"/>
                    </a:lnTo>
                    <a:lnTo>
                      <a:pt x="1432308" y="2080388"/>
                    </a:lnTo>
                    <a:lnTo>
                      <a:pt x="1431120" y="2078001"/>
                    </a:lnTo>
                    <a:lnTo>
                      <a:pt x="1429537" y="2075615"/>
                    </a:lnTo>
                    <a:lnTo>
                      <a:pt x="1428745" y="2072830"/>
                    </a:lnTo>
                    <a:lnTo>
                      <a:pt x="1427954" y="2070045"/>
                    </a:lnTo>
                    <a:lnTo>
                      <a:pt x="1427558" y="2066863"/>
                    </a:lnTo>
                    <a:lnTo>
                      <a:pt x="1427162" y="2064079"/>
                    </a:lnTo>
                    <a:lnTo>
                      <a:pt x="1427162" y="1922463"/>
                    </a:lnTo>
                    <a:close/>
                    <a:moveTo>
                      <a:pt x="1456849" y="1844675"/>
                    </a:moveTo>
                    <a:lnTo>
                      <a:pt x="1697513" y="1844675"/>
                    </a:lnTo>
                    <a:lnTo>
                      <a:pt x="1700680" y="1845074"/>
                    </a:lnTo>
                    <a:lnTo>
                      <a:pt x="1703846" y="1845474"/>
                    </a:lnTo>
                    <a:lnTo>
                      <a:pt x="1706617" y="1845873"/>
                    </a:lnTo>
                    <a:lnTo>
                      <a:pt x="1709388" y="1847071"/>
                    </a:lnTo>
                    <a:lnTo>
                      <a:pt x="1711763" y="1848269"/>
                    </a:lnTo>
                    <a:lnTo>
                      <a:pt x="1714138" y="1849467"/>
                    </a:lnTo>
                    <a:lnTo>
                      <a:pt x="1716909" y="1851463"/>
                    </a:lnTo>
                    <a:lnTo>
                      <a:pt x="1718888" y="1853460"/>
                    </a:lnTo>
                    <a:lnTo>
                      <a:pt x="1720471" y="1855457"/>
                    </a:lnTo>
                    <a:lnTo>
                      <a:pt x="1722450" y="1858252"/>
                    </a:lnTo>
                    <a:lnTo>
                      <a:pt x="1724034" y="1860248"/>
                    </a:lnTo>
                    <a:lnTo>
                      <a:pt x="1725221" y="1863044"/>
                    </a:lnTo>
                    <a:lnTo>
                      <a:pt x="1726013" y="1865839"/>
                    </a:lnTo>
                    <a:lnTo>
                      <a:pt x="1726804" y="1868634"/>
                    </a:lnTo>
                    <a:lnTo>
                      <a:pt x="1727200" y="1871828"/>
                    </a:lnTo>
                    <a:lnTo>
                      <a:pt x="1727200" y="1874624"/>
                    </a:lnTo>
                    <a:lnTo>
                      <a:pt x="1727200" y="1909763"/>
                    </a:lnTo>
                    <a:lnTo>
                      <a:pt x="1427162" y="1909763"/>
                    </a:lnTo>
                    <a:lnTo>
                      <a:pt x="1427162" y="1874624"/>
                    </a:lnTo>
                    <a:lnTo>
                      <a:pt x="1427558" y="1871828"/>
                    </a:lnTo>
                    <a:lnTo>
                      <a:pt x="1427954" y="1868634"/>
                    </a:lnTo>
                    <a:lnTo>
                      <a:pt x="1428745" y="1865839"/>
                    </a:lnTo>
                    <a:lnTo>
                      <a:pt x="1429537" y="1863044"/>
                    </a:lnTo>
                    <a:lnTo>
                      <a:pt x="1431120" y="1860248"/>
                    </a:lnTo>
                    <a:lnTo>
                      <a:pt x="1432308" y="1858252"/>
                    </a:lnTo>
                    <a:lnTo>
                      <a:pt x="1434287" y="1855457"/>
                    </a:lnTo>
                    <a:lnTo>
                      <a:pt x="1435870" y="1853460"/>
                    </a:lnTo>
                    <a:lnTo>
                      <a:pt x="1438245" y="1851463"/>
                    </a:lnTo>
                    <a:lnTo>
                      <a:pt x="1440620" y="1849467"/>
                    </a:lnTo>
                    <a:lnTo>
                      <a:pt x="1442995" y="1848269"/>
                    </a:lnTo>
                    <a:lnTo>
                      <a:pt x="1445766" y="1847071"/>
                    </a:lnTo>
                    <a:lnTo>
                      <a:pt x="1448141" y="1845873"/>
                    </a:lnTo>
                    <a:lnTo>
                      <a:pt x="1451308" y="1845474"/>
                    </a:lnTo>
                    <a:lnTo>
                      <a:pt x="1454078" y="1845074"/>
                    </a:lnTo>
                    <a:lnTo>
                      <a:pt x="1456849" y="1844675"/>
                    </a:lnTo>
                    <a:close/>
                    <a:moveTo>
                      <a:pt x="1220993" y="1843629"/>
                    </a:moveTo>
                    <a:lnTo>
                      <a:pt x="1221192" y="1843629"/>
                    </a:lnTo>
                    <a:lnTo>
                      <a:pt x="1221390" y="1843670"/>
                    </a:lnTo>
                    <a:lnTo>
                      <a:pt x="1221398" y="1844027"/>
                    </a:lnTo>
                    <a:lnTo>
                      <a:pt x="1221390" y="1844026"/>
                    </a:lnTo>
                    <a:lnTo>
                      <a:pt x="1220993" y="1843629"/>
                    </a:lnTo>
                    <a:close/>
                    <a:moveTo>
                      <a:pt x="1620838" y="1724025"/>
                    </a:moveTo>
                    <a:lnTo>
                      <a:pt x="1620444" y="1728788"/>
                    </a:lnTo>
                    <a:lnTo>
                      <a:pt x="1618474" y="1739503"/>
                    </a:lnTo>
                    <a:lnTo>
                      <a:pt x="1615321" y="1755775"/>
                    </a:lnTo>
                    <a:lnTo>
                      <a:pt x="1612956" y="1764903"/>
                    </a:lnTo>
                    <a:lnTo>
                      <a:pt x="1610197" y="1774031"/>
                    </a:lnTo>
                    <a:lnTo>
                      <a:pt x="1607439" y="1783556"/>
                    </a:lnTo>
                    <a:lnTo>
                      <a:pt x="1603498" y="1792685"/>
                    </a:lnTo>
                    <a:lnTo>
                      <a:pt x="1599557" y="1801019"/>
                    </a:lnTo>
                    <a:lnTo>
                      <a:pt x="1595222" y="1808560"/>
                    </a:lnTo>
                    <a:lnTo>
                      <a:pt x="1592857" y="1812528"/>
                    </a:lnTo>
                    <a:lnTo>
                      <a:pt x="1589704" y="1815306"/>
                    </a:lnTo>
                    <a:lnTo>
                      <a:pt x="1587340" y="1818481"/>
                    </a:lnTo>
                    <a:lnTo>
                      <a:pt x="1584187" y="1820466"/>
                    </a:lnTo>
                    <a:lnTo>
                      <a:pt x="1581428" y="1822450"/>
                    </a:lnTo>
                    <a:lnTo>
                      <a:pt x="1577881" y="1824435"/>
                    </a:lnTo>
                    <a:lnTo>
                      <a:pt x="1574728" y="1825228"/>
                    </a:lnTo>
                    <a:lnTo>
                      <a:pt x="1571181" y="1825625"/>
                    </a:lnTo>
                    <a:lnTo>
                      <a:pt x="1567240" y="1825625"/>
                    </a:lnTo>
                    <a:lnTo>
                      <a:pt x="1563299" y="1825625"/>
                    </a:lnTo>
                    <a:lnTo>
                      <a:pt x="1560147" y="1824831"/>
                    </a:lnTo>
                    <a:lnTo>
                      <a:pt x="1556994" y="1824038"/>
                    </a:lnTo>
                    <a:lnTo>
                      <a:pt x="1554235" y="1822450"/>
                    </a:lnTo>
                    <a:lnTo>
                      <a:pt x="1551476" y="1821260"/>
                    </a:lnTo>
                    <a:lnTo>
                      <a:pt x="1549506" y="1819672"/>
                    </a:lnTo>
                    <a:lnTo>
                      <a:pt x="1547929" y="1817688"/>
                    </a:lnTo>
                    <a:lnTo>
                      <a:pt x="1546353" y="1815306"/>
                    </a:lnTo>
                    <a:lnTo>
                      <a:pt x="1544777" y="1812925"/>
                    </a:lnTo>
                    <a:lnTo>
                      <a:pt x="1543988" y="1810544"/>
                    </a:lnTo>
                    <a:lnTo>
                      <a:pt x="1543200" y="1807369"/>
                    </a:lnTo>
                    <a:lnTo>
                      <a:pt x="1542412" y="1800622"/>
                    </a:lnTo>
                    <a:lnTo>
                      <a:pt x="1542018" y="1793478"/>
                    </a:lnTo>
                    <a:lnTo>
                      <a:pt x="1542018" y="1789906"/>
                    </a:lnTo>
                    <a:lnTo>
                      <a:pt x="1542018" y="1786731"/>
                    </a:lnTo>
                    <a:lnTo>
                      <a:pt x="1541624" y="1784350"/>
                    </a:lnTo>
                    <a:lnTo>
                      <a:pt x="1540836" y="1781969"/>
                    </a:lnTo>
                    <a:lnTo>
                      <a:pt x="1540047" y="1780381"/>
                    </a:lnTo>
                    <a:lnTo>
                      <a:pt x="1539259" y="1779191"/>
                    </a:lnTo>
                    <a:lnTo>
                      <a:pt x="1538077" y="1778397"/>
                    </a:lnTo>
                    <a:lnTo>
                      <a:pt x="1536895" y="1778000"/>
                    </a:lnTo>
                    <a:lnTo>
                      <a:pt x="1535712" y="1778000"/>
                    </a:lnTo>
                    <a:lnTo>
                      <a:pt x="1534924" y="1778397"/>
                    </a:lnTo>
                    <a:lnTo>
                      <a:pt x="1534136" y="1778794"/>
                    </a:lnTo>
                    <a:lnTo>
                      <a:pt x="1532954" y="1779985"/>
                    </a:lnTo>
                    <a:lnTo>
                      <a:pt x="1532165" y="1781572"/>
                    </a:lnTo>
                    <a:lnTo>
                      <a:pt x="1531377" y="1783556"/>
                    </a:lnTo>
                    <a:lnTo>
                      <a:pt x="1530983" y="1785541"/>
                    </a:lnTo>
                    <a:lnTo>
                      <a:pt x="1530589" y="1787922"/>
                    </a:lnTo>
                    <a:lnTo>
                      <a:pt x="1530195" y="1790700"/>
                    </a:lnTo>
                    <a:lnTo>
                      <a:pt x="1529407" y="1793875"/>
                    </a:lnTo>
                    <a:lnTo>
                      <a:pt x="1528224" y="1797447"/>
                    </a:lnTo>
                    <a:lnTo>
                      <a:pt x="1526648" y="1801019"/>
                    </a:lnTo>
                    <a:lnTo>
                      <a:pt x="1522313" y="1808163"/>
                    </a:lnTo>
                    <a:lnTo>
                      <a:pt x="1517584" y="1814513"/>
                    </a:lnTo>
                    <a:lnTo>
                      <a:pt x="1515613" y="1817291"/>
                    </a:lnTo>
                    <a:lnTo>
                      <a:pt x="1513643" y="1818878"/>
                    </a:lnTo>
                    <a:lnTo>
                      <a:pt x="1512066" y="1820069"/>
                    </a:lnTo>
                    <a:lnTo>
                      <a:pt x="1510096" y="1820069"/>
                    </a:lnTo>
                    <a:lnTo>
                      <a:pt x="1509307" y="1820069"/>
                    </a:lnTo>
                    <a:lnTo>
                      <a:pt x="1508913" y="1819275"/>
                    </a:lnTo>
                    <a:lnTo>
                      <a:pt x="1508125" y="1817688"/>
                    </a:lnTo>
                    <a:lnTo>
                      <a:pt x="1508125" y="1814116"/>
                    </a:lnTo>
                    <a:lnTo>
                      <a:pt x="1508125" y="1809353"/>
                    </a:lnTo>
                    <a:lnTo>
                      <a:pt x="1509307" y="1797844"/>
                    </a:lnTo>
                    <a:lnTo>
                      <a:pt x="1510096" y="1785144"/>
                    </a:lnTo>
                    <a:lnTo>
                      <a:pt x="1510490" y="1772047"/>
                    </a:lnTo>
                    <a:lnTo>
                      <a:pt x="1511278" y="1759744"/>
                    </a:lnTo>
                    <a:lnTo>
                      <a:pt x="1512854" y="1749028"/>
                    </a:lnTo>
                    <a:lnTo>
                      <a:pt x="1513643" y="1743869"/>
                    </a:lnTo>
                    <a:lnTo>
                      <a:pt x="1514825" y="1739503"/>
                    </a:lnTo>
                    <a:lnTo>
                      <a:pt x="1516401" y="1736328"/>
                    </a:lnTo>
                    <a:lnTo>
                      <a:pt x="1517978" y="1733550"/>
                    </a:lnTo>
                    <a:lnTo>
                      <a:pt x="1519554" y="1732360"/>
                    </a:lnTo>
                    <a:lnTo>
                      <a:pt x="1520736" y="1731963"/>
                    </a:lnTo>
                    <a:lnTo>
                      <a:pt x="1521919" y="1731169"/>
                    </a:lnTo>
                    <a:lnTo>
                      <a:pt x="1523101" y="1731169"/>
                    </a:lnTo>
                    <a:lnTo>
                      <a:pt x="1620838" y="1724025"/>
                    </a:lnTo>
                    <a:close/>
                    <a:moveTo>
                      <a:pt x="741170" y="1477566"/>
                    </a:moveTo>
                    <a:lnTo>
                      <a:pt x="739191" y="1478360"/>
                    </a:lnTo>
                    <a:lnTo>
                      <a:pt x="735628" y="1479154"/>
                    </a:lnTo>
                    <a:lnTo>
                      <a:pt x="731273" y="1478757"/>
                    </a:lnTo>
                    <a:lnTo>
                      <a:pt x="729690" y="1480345"/>
                    </a:lnTo>
                    <a:lnTo>
                      <a:pt x="728898" y="1481535"/>
                    </a:lnTo>
                    <a:lnTo>
                      <a:pt x="728502" y="1483123"/>
                    </a:lnTo>
                    <a:lnTo>
                      <a:pt x="728898" y="1485107"/>
                    </a:lnTo>
                    <a:lnTo>
                      <a:pt x="730086" y="1486695"/>
                    </a:lnTo>
                    <a:lnTo>
                      <a:pt x="731669" y="1487885"/>
                    </a:lnTo>
                    <a:lnTo>
                      <a:pt x="734440" y="1489076"/>
                    </a:lnTo>
                    <a:lnTo>
                      <a:pt x="737607" y="1489870"/>
                    </a:lnTo>
                    <a:lnTo>
                      <a:pt x="740774" y="1489076"/>
                    </a:lnTo>
                    <a:lnTo>
                      <a:pt x="743546" y="1487885"/>
                    </a:lnTo>
                    <a:lnTo>
                      <a:pt x="745525" y="1487091"/>
                    </a:lnTo>
                    <a:lnTo>
                      <a:pt x="747504" y="1485901"/>
                    </a:lnTo>
                    <a:lnTo>
                      <a:pt x="748692" y="1484313"/>
                    </a:lnTo>
                    <a:lnTo>
                      <a:pt x="749088" y="1483123"/>
                    </a:lnTo>
                    <a:lnTo>
                      <a:pt x="749484" y="1481932"/>
                    </a:lnTo>
                    <a:lnTo>
                      <a:pt x="749880" y="1481138"/>
                    </a:lnTo>
                    <a:lnTo>
                      <a:pt x="749484" y="1480345"/>
                    </a:lnTo>
                    <a:lnTo>
                      <a:pt x="748692" y="1479551"/>
                    </a:lnTo>
                    <a:lnTo>
                      <a:pt x="747900" y="1478757"/>
                    </a:lnTo>
                    <a:lnTo>
                      <a:pt x="746713" y="1478360"/>
                    </a:lnTo>
                    <a:lnTo>
                      <a:pt x="744733" y="1477566"/>
                    </a:lnTo>
                    <a:lnTo>
                      <a:pt x="743150" y="1477566"/>
                    </a:lnTo>
                    <a:lnTo>
                      <a:pt x="741170" y="1477566"/>
                    </a:lnTo>
                    <a:close/>
                    <a:moveTo>
                      <a:pt x="770069" y="1446213"/>
                    </a:moveTo>
                    <a:lnTo>
                      <a:pt x="773236" y="1446213"/>
                    </a:lnTo>
                    <a:lnTo>
                      <a:pt x="775612" y="1446213"/>
                    </a:lnTo>
                    <a:lnTo>
                      <a:pt x="777195" y="1446610"/>
                    </a:lnTo>
                    <a:lnTo>
                      <a:pt x="778383" y="1447404"/>
                    </a:lnTo>
                    <a:lnTo>
                      <a:pt x="779175" y="1448198"/>
                    </a:lnTo>
                    <a:lnTo>
                      <a:pt x="779175" y="1448991"/>
                    </a:lnTo>
                    <a:lnTo>
                      <a:pt x="779175" y="1450182"/>
                    </a:lnTo>
                    <a:lnTo>
                      <a:pt x="782342" y="1451373"/>
                    </a:lnTo>
                    <a:lnTo>
                      <a:pt x="784717" y="1452166"/>
                    </a:lnTo>
                    <a:lnTo>
                      <a:pt x="787092" y="1453357"/>
                    </a:lnTo>
                    <a:lnTo>
                      <a:pt x="788280" y="1455341"/>
                    </a:lnTo>
                    <a:lnTo>
                      <a:pt x="822325" y="1543051"/>
                    </a:lnTo>
                    <a:lnTo>
                      <a:pt x="818366" y="1543448"/>
                    </a:lnTo>
                    <a:lnTo>
                      <a:pt x="809261" y="1544639"/>
                    </a:lnTo>
                    <a:lnTo>
                      <a:pt x="795406" y="1546623"/>
                    </a:lnTo>
                    <a:lnTo>
                      <a:pt x="787488" y="1547020"/>
                    </a:lnTo>
                    <a:lnTo>
                      <a:pt x="778779" y="1547417"/>
                    </a:lnTo>
                    <a:lnTo>
                      <a:pt x="776403" y="1549798"/>
                    </a:lnTo>
                    <a:lnTo>
                      <a:pt x="773632" y="1552973"/>
                    </a:lnTo>
                    <a:lnTo>
                      <a:pt x="770069" y="1554957"/>
                    </a:lnTo>
                    <a:lnTo>
                      <a:pt x="766902" y="1557339"/>
                    </a:lnTo>
                    <a:lnTo>
                      <a:pt x="758589" y="1561704"/>
                    </a:lnTo>
                    <a:lnTo>
                      <a:pt x="749880" y="1564879"/>
                    </a:lnTo>
                    <a:lnTo>
                      <a:pt x="741170" y="1568054"/>
                    </a:lnTo>
                    <a:lnTo>
                      <a:pt x="731273" y="1570435"/>
                    </a:lnTo>
                    <a:lnTo>
                      <a:pt x="721772" y="1572420"/>
                    </a:lnTo>
                    <a:lnTo>
                      <a:pt x="712271" y="1574404"/>
                    </a:lnTo>
                    <a:lnTo>
                      <a:pt x="702770" y="1575595"/>
                    </a:lnTo>
                    <a:lnTo>
                      <a:pt x="694061" y="1576389"/>
                    </a:lnTo>
                    <a:lnTo>
                      <a:pt x="679414" y="1577579"/>
                    </a:lnTo>
                    <a:lnTo>
                      <a:pt x="668725" y="1577976"/>
                    </a:lnTo>
                    <a:lnTo>
                      <a:pt x="665162" y="1577976"/>
                    </a:lnTo>
                    <a:lnTo>
                      <a:pt x="672288" y="1466454"/>
                    </a:lnTo>
                    <a:lnTo>
                      <a:pt x="672684" y="1464073"/>
                    </a:lnTo>
                    <a:lnTo>
                      <a:pt x="673079" y="1462485"/>
                    </a:lnTo>
                    <a:lnTo>
                      <a:pt x="673871" y="1460898"/>
                    </a:lnTo>
                    <a:lnTo>
                      <a:pt x="675059" y="1459707"/>
                    </a:lnTo>
                    <a:lnTo>
                      <a:pt x="676642" y="1458516"/>
                    </a:lnTo>
                    <a:lnTo>
                      <a:pt x="678622" y="1456929"/>
                    </a:lnTo>
                    <a:lnTo>
                      <a:pt x="682581" y="1454944"/>
                    </a:lnTo>
                    <a:lnTo>
                      <a:pt x="687727" y="1453357"/>
                    </a:lnTo>
                    <a:lnTo>
                      <a:pt x="693269" y="1452166"/>
                    </a:lnTo>
                    <a:lnTo>
                      <a:pt x="699999" y="1451373"/>
                    </a:lnTo>
                    <a:lnTo>
                      <a:pt x="706729" y="1450182"/>
                    </a:lnTo>
                    <a:lnTo>
                      <a:pt x="721772" y="1449388"/>
                    </a:lnTo>
                    <a:lnTo>
                      <a:pt x="737212" y="1448594"/>
                    </a:lnTo>
                    <a:lnTo>
                      <a:pt x="752255" y="1447801"/>
                    </a:lnTo>
                    <a:lnTo>
                      <a:pt x="759777" y="1447404"/>
                    </a:lnTo>
                    <a:lnTo>
                      <a:pt x="766506" y="1446610"/>
                    </a:lnTo>
                    <a:lnTo>
                      <a:pt x="770069" y="1446213"/>
                    </a:lnTo>
                    <a:close/>
                    <a:moveTo>
                      <a:pt x="59062" y="1431772"/>
                    </a:moveTo>
                    <a:lnTo>
                      <a:pt x="61440" y="1459148"/>
                    </a:lnTo>
                    <a:lnTo>
                      <a:pt x="192645" y="1469067"/>
                    </a:lnTo>
                    <a:lnTo>
                      <a:pt x="59062" y="1431772"/>
                    </a:lnTo>
                    <a:close/>
                    <a:moveTo>
                      <a:pt x="1076062" y="950913"/>
                    </a:moveTo>
                    <a:lnTo>
                      <a:pt x="1080032" y="951310"/>
                    </a:lnTo>
                    <a:lnTo>
                      <a:pt x="1083606" y="951707"/>
                    </a:lnTo>
                    <a:lnTo>
                      <a:pt x="1083606" y="952104"/>
                    </a:lnTo>
                    <a:lnTo>
                      <a:pt x="1084400" y="952502"/>
                    </a:lnTo>
                    <a:lnTo>
                      <a:pt x="1087974" y="954487"/>
                    </a:lnTo>
                    <a:lnTo>
                      <a:pt x="1093136" y="957267"/>
                    </a:lnTo>
                    <a:lnTo>
                      <a:pt x="1100283" y="960444"/>
                    </a:lnTo>
                    <a:lnTo>
                      <a:pt x="1093930" y="1312288"/>
                    </a:lnTo>
                    <a:lnTo>
                      <a:pt x="1134431" y="1020408"/>
                    </a:lnTo>
                    <a:lnTo>
                      <a:pt x="1128078" y="998170"/>
                    </a:lnTo>
                    <a:lnTo>
                      <a:pt x="1141975" y="972357"/>
                    </a:lnTo>
                    <a:lnTo>
                      <a:pt x="1175726" y="972754"/>
                    </a:lnTo>
                    <a:lnTo>
                      <a:pt x="1190418" y="998170"/>
                    </a:lnTo>
                    <a:lnTo>
                      <a:pt x="1182874" y="1017231"/>
                    </a:lnTo>
                    <a:lnTo>
                      <a:pt x="1177315" y="1217775"/>
                    </a:lnTo>
                    <a:lnTo>
                      <a:pt x="1165800" y="1329364"/>
                    </a:lnTo>
                    <a:lnTo>
                      <a:pt x="1283333" y="956076"/>
                    </a:lnTo>
                    <a:lnTo>
                      <a:pt x="1317084" y="953296"/>
                    </a:lnTo>
                    <a:lnTo>
                      <a:pt x="1339717" y="952104"/>
                    </a:lnTo>
                    <a:lnTo>
                      <a:pt x="1347261" y="951707"/>
                    </a:lnTo>
                    <a:lnTo>
                      <a:pt x="1351232" y="951707"/>
                    </a:lnTo>
                    <a:lnTo>
                      <a:pt x="1365129" y="954090"/>
                    </a:lnTo>
                    <a:lnTo>
                      <a:pt x="1378630" y="957664"/>
                    </a:lnTo>
                    <a:lnTo>
                      <a:pt x="1392130" y="960444"/>
                    </a:lnTo>
                    <a:lnTo>
                      <a:pt x="1405234" y="964415"/>
                    </a:lnTo>
                    <a:lnTo>
                      <a:pt x="1418337" y="967592"/>
                    </a:lnTo>
                    <a:lnTo>
                      <a:pt x="1430249" y="971960"/>
                    </a:lnTo>
                    <a:lnTo>
                      <a:pt x="1442558" y="975534"/>
                    </a:lnTo>
                    <a:lnTo>
                      <a:pt x="1454073" y="979903"/>
                    </a:lnTo>
                    <a:lnTo>
                      <a:pt x="1465191" y="984271"/>
                    </a:lnTo>
                    <a:lnTo>
                      <a:pt x="1475118" y="988242"/>
                    </a:lnTo>
                    <a:lnTo>
                      <a:pt x="1484648" y="993007"/>
                    </a:lnTo>
                    <a:lnTo>
                      <a:pt x="1493780" y="997376"/>
                    </a:lnTo>
                    <a:lnTo>
                      <a:pt x="1501722" y="1001347"/>
                    </a:lnTo>
                    <a:lnTo>
                      <a:pt x="1508869" y="1006112"/>
                    </a:lnTo>
                    <a:lnTo>
                      <a:pt x="1514825" y="1010480"/>
                    </a:lnTo>
                    <a:lnTo>
                      <a:pt x="1520384" y="1014452"/>
                    </a:lnTo>
                    <a:lnTo>
                      <a:pt x="1523164" y="1018026"/>
                    </a:lnTo>
                    <a:lnTo>
                      <a:pt x="1526737" y="1021997"/>
                    </a:lnTo>
                    <a:lnTo>
                      <a:pt x="1529517" y="1026365"/>
                    </a:lnTo>
                    <a:lnTo>
                      <a:pt x="1532693" y="1031528"/>
                    </a:lnTo>
                    <a:lnTo>
                      <a:pt x="1535473" y="1037484"/>
                    </a:lnTo>
                    <a:lnTo>
                      <a:pt x="1538252" y="1043441"/>
                    </a:lnTo>
                    <a:lnTo>
                      <a:pt x="1541429" y="1050192"/>
                    </a:lnTo>
                    <a:lnTo>
                      <a:pt x="1544208" y="1057737"/>
                    </a:lnTo>
                    <a:lnTo>
                      <a:pt x="1549370" y="1073622"/>
                    </a:lnTo>
                    <a:lnTo>
                      <a:pt x="1554532" y="1091095"/>
                    </a:lnTo>
                    <a:lnTo>
                      <a:pt x="1558900" y="1110156"/>
                    </a:lnTo>
                    <a:lnTo>
                      <a:pt x="1563665" y="1131204"/>
                    </a:lnTo>
                    <a:lnTo>
                      <a:pt x="1568033" y="1153442"/>
                    </a:lnTo>
                    <a:lnTo>
                      <a:pt x="1572003" y="1176475"/>
                    </a:lnTo>
                    <a:lnTo>
                      <a:pt x="1575577" y="1201096"/>
                    </a:lnTo>
                    <a:lnTo>
                      <a:pt x="1579151" y="1225717"/>
                    </a:lnTo>
                    <a:lnTo>
                      <a:pt x="1582327" y="1251927"/>
                    </a:lnTo>
                    <a:lnTo>
                      <a:pt x="1585107" y="1278136"/>
                    </a:lnTo>
                    <a:lnTo>
                      <a:pt x="1588283" y="1305140"/>
                    </a:lnTo>
                    <a:lnTo>
                      <a:pt x="1590666" y="1332144"/>
                    </a:lnTo>
                    <a:lnTo>
                      <a:pt x="1595034" y="1386152"/>
                    </a:lnTo>
                    <a:lnTo>
                      <a:pt x="1598210" y="1439365"/>
                    </a:lnTo>
                    <a:lnTo>
                      <a:pt x="1601387" y="1490196"/>
                    </a:lnTo>
                    <a:lnTo>
                      <a:pt x="1602975" y="1538644"/>
                    </a:lnTo>
                    <a:lnTo>
                      <a:pt x="1603769" y="1581532"/>
                    </a:lnTo>
                    <a:lnTo>
                      <a:pt x="1603769" y="1618861"/>
                    </a:lnTo>
                    <a:lnTo>
                      <a:pt x="1603372" y="1649836"/>
                    </a:lnTo>
                    <a:lnTo>
                      <a:pt x="1602975" y="1662147"/>
                    </a:lnTo>
                    <a:lnTo>
                      <a:pt x="1602181" y="1671678"/>
                    </a:lnTo>
                    <a:lnTo>
                      <a:pt x="1601784" y="1678031"/>
                    </a:lnTo>
                    <a:lnTo>
                      <a:pt x="1601784" y="1683591"/>
                    </a:lnTo>
                    <a:lnTo>
                      <a:pt x="1602578" y="1688356"/>
                    </a:lnTo>
                    <a:lnTo>
                      <a:pt x="1602975" y="1692328"/>
                    </a:lnTo>
                    <a:lnTo>
                      <a:pt x="1604166" y="1696696"/>
                    </a:lnTo>
                    <a:lnTo>
                      <a:pt x="1605357" y="1699873"/>
                    </a:lnTo>
                    <a:lnTo>
                      <a:pt x="1607740" y="1705432"/>
                    </a:lnTo>
                    <a:lnTo>
                      <a:pt x="1609328" y="1709404"/>
                    </a:lnTo>
                    <a:lnTo>
                      <a:pt x="1609725" y="1710992"/>
                    </a:lnTo>
                    <a:lnTo>
                      <a:pt x="1609725" y="1711786"/>
                    </a:lnTo>
                    <a:lnTo>
                      <a:pt x="1609328" y="1712978"/>
                    </a:lnTo>
                    <a:lnTo>
                      <a:pt x="1608534" y="1713375"/>
                    </a:lnTo>
                    <a:lnTo>
                      <a:pt x="1606549" y="1713772"/>
                    </a:lnTo>
                    <a:lnTo>
                      <a:pt x="1604166" y="1714169"/>
                    </a:lnTo>
                    <a:lnTo>
                      <a:pt x="1599798" y="1714169"/>
                    </a:lnTo>
                    <a:lnTo>
                      <a:pt x="1595431" y="1714169"/>
                    </a:lnTo>
                    <a:lnTo>
                      <a:pt x="1583916" y="1713375"/>
                    </a:lnTo>
                    <a:lnTo>
                      <a:pt x="1571209" y="1711786"/>
                    </a:lnTo>
                    <a:lnTo>
                      <a:pt x="1558106" y="1710198"/>
                    </a:lnTo>
                    <a:lnTo>
                      <a:pt x="1534679" y="1706227"/>
                    </a:lnTo>
                    <a:lnTo>
                      <a:pt x="1521178" y="1704241"/>
                    </a:lnTo>
                    <a:lnTo>
                      <a:pt x="1520384" y="1693519"/>
                    </a:lnTo>
                    <a:lnTo>
                      <a:pt x="1518002" y="1674855"/>
                    </a:lnTo>
                    <a:lnTo>
                      <a:pt x="1511649" y="1617273"/>
                    </a:lnTo>
                    <a:lnTo>
                      <a:pt x="1493383" y="1456044"/>
                    </a:lnTo>
                    <a:lnTo>
                      <a:pt x="1474324" y="1299183"/>
                    </a:lnTo>
                    <a:lnTo>
                      <a:pt x="1467177" y="1245970"/>
                    </a:lnTo>
                    <a:lnTo>
                      <a:pt x="1465191" y="1230482"/>
                    </a:lnTo>
                    <a:lnTo>
                      <a:pt x="1463603" y="1223334"/>
                    </a:lnTo>
                    <a:lnTo>
                      <a:pt x="1462412" y="1218569"/>
                    </a:lnTo>
                    <a:lnTo>
                      <a:pt x="1461221" y="1215789"/>
                    </a:lnTo>
                    <a:lnTo>
                      <a:pt x="1460029" y="1214598"/>
                    </a:lnTo>
                    <a:lnTo>
                      <a:pt x="1459632" y="1214201"/>
                    </a:lnTo>
                    <a:lnTo>
                      <a:pt x="1459235" y="1214201"/>
                    </a:lnTo>
                    <a:lnTo>
                      <a:pt x="1458441" y="1215392"/>
                    </a:lnTo>
                    <a:lnTo>
                      <a:pt x="1457250" y="1216980"/>
                    </a:lnTo>
                    <a:lnTo>
                      <a:pt x="1456456" y="1222937"/>
                    </a:lnTo>
                    <a:lnTo>
                      <a:pt x="1456059" y="1229688"/>
                    </a:lnTo>
                    <a:lnTo>
                      <a:pt x="1455662" y="1236836"/>
                    </a:lnTo>
                    <a:lnTo>
                      <a:pt x="1455662" y="1243984"/>
                    </a:lnTo>
                    <a:lnTo>
                      <a:pt x="1451691" y="1302757"/>
                    </a:lnTo>
                    <a:lnTo>
                      <a:pt x="1447323" y="1369870"/>
                    </a:lnTo>
                    <a:lnTo>
                      <a:pt x="1442955" y="1440556"/>
                    </a:lnTo>
                    <a:lnTo>
                      <a:pt x="1439779" y="1509655"/>
                    </a:lnTo>
                    <a:lnTo>
                      <a:pt x="1434220" y="1624024"/>
                    </a:lnTo>
                    <a:lnTo>
                      <a:pt x="1431837" y="1671678"/>
                    </a:lnTo>
                    <a:lnTo>
                      <a:pt x="1431837" y="1676046"/>
                    </a:lnTo>
                    <a:lnTo>
                      <a:pt x="1431440" y="1687165"/>
                    </a:lnTo>
                    <a:lnTo>
                      <a:pt x="1429852" y="1703050"/>
                    </a:lnTo>
                    <a:lnTo>
                      <a:pt x="1428661" y="1711786"/>
                    </a:lnTo>
                    <a:lnTo>
                      <a:pt x="1427470" y="1720920"/>
                    </a:lnTo>
                    <a:lnTo>
                      <a:pt x="1425484" y="1730451"/>
                    </a:lnTo>
                    <a:lnTo>
                      <a:pt x="1422705" y="1739187"/>
                    </a:lnTo>
                    <a:lnTo>
                      <a:pt x="1419925" y="1747527"/>
                    </a:lnTo>
                    <a:lnTo>
                      <a:pt x="1416352" y="1755469"/>
                    </a:lnTo>
                    <a:lnTo>
                      <a:pt x="1414366" y="1759043"/>
                    </a:lnTo>
                    <a:lnTo>
                      <a:pt x="1412381" y="1762220"/>
                    </a:lnTo>
                    <a:lnTo>
                      <a:pt x="1409998" y="1765000"/>
                    </a:lnTo>
                    <a:lnTo>
                      <a:pt x="1407616" y="1766985"/>
                    </a:lnTo>
                    <a:lnTo>
                      <a:pt x="1404836" y="1769368"/>
                    </a:lnTo>
                    <a:lnTo>
                      <a:pt x="1402057" y="1770956"/>
                    </a:lnTo>
                    <a:lnTo>
                      <a:pt x="1398880" y="1771751"/>
                    </a:lnTo>
                    <a:lnTo>
                      <a:pt x="1395307" y="1772148"/>
                    </a:lnTo>
                    <a:lnTo>
                      <a:pt x="1350041" y="2259805"/>
                    </a:lnTo>
                    <a:lnTo>
                      <a:pt x="1229728" y="2262188"/>
                    </a:lnTo>
                    <a:lnTo>
                      <a:pt x="1221398" y="1844027"/>
                    </a:lnTo>
                    <a:lnTo>
                      <a:pt x="1224169" y="1844423"/>
                    </a:lnTo>
                    <a:lnTo>
                      <a:pt x="1226949" y="1844820"/>
                    </a:lnTo>
                    <a:lnTo>
                      <a:pt x="1221390" y="1843670"/>
                    </a:lnTo>
                    <a:lnTo>
                      <a:pt x="1221390" y="1843629"/>
                    </a:lnTo>
                    <a:lnTo>
                      <a:pt x="1221192" y="1843629"/>
                    </a:lnTo>
                    <a:lnTo>
                      <a:pt x="1215434" y="1842437"/>
                    </a:lnTo>
                    <a:lnTo>
                      <a:pt x="1204316" y="1840849"/>
                    </a:lnTo>
                    <a:lnTo>
                      <a:pt x="1190021" y="1839260"/>
                    </a:lnTo>
                    <a:lnTo>
                      <a:pt x="1160638" y="2260600"/>
                    </a:lnTo>
                    <a:lnTo>
                      <a:pt x="1054620" y="2260600"/>
                    </a:lnTo>
                    <a:lnTo>
                      <a:pt x="1015310" y="1736010"/>
                    </a:lnTo>
                    <a:lnTo>
                      <a:pt x="1010942" y="1729259"/>
                    </a:lnTo>
                    <a:lnTo>
                      <a:pt x="1006574" y="1722508"/>
                    </a:lnTo>
                    <a:lnTo>
                      <a:pt x="1002604" y="1715757"/>
                    </a:lnTo>
                    <a:lnTo>
                      <a:pt x="999030" y="1708609"/>
                    </a:lnTo>
                    <a:lnTo>
                      <a:pt x="995456" y="1701461"/>
                    </a:lnTo>
                    <a:lnTo>
                      <a:pt x="992677" y="1693916"/>
                    </a:lnTo>
                    <a:lnTo>
                      <a:pt x="989500" y="1687165"/>
                    </a:lnTo>
                    <a:lnTo>
                      <a:pt x="987515" y="1679620"/>
                    </a:lnTo>
                    <a:lnTo>
                      <a:pt x="986721" y="1675649"/>
                    </a:lnTo>
                    <a:lnTo>
                      <a:pt x="982353" y="1629583"/>
                    </a:lnTo>
                    <a:lnTo>
                      <a:pt x="977985" y="1578355"/>
                    </a:lnTo>
                    <a:lnTo>
                      <a:pt x="972029" y="1512831"/>
                    </a:lnTo>
                    <a:lnTo>
                      <a:pt x="960514" y="1330555"/>
                    </a:lnTo>
                    <a:lnTo>
                      <a:pt x="955352" y="1372650"/>
                    </a:lnTo>
                    <a:lnTo>
                      <a:pt x="948602" y="1421892"/>
                    </a:lnTo>
                    <a:lnTo>
                      <a:pt x="942249" y="1462795"/>
                    </a:lnTo>
                    <a:lnTo>
                      <a:pt x="939866" y="1479871"/>
                    </a:lnTo>
                    <a:lnTo>
                      <a:pt x="938278" y="1480268"/>
                    </a:lnTo>
                    <a:lnTo>
                      <a:pt x="938675" y="1485430"/>
                    </a:lnTo>
                    <a:lnTo>
                      <a:pt x="849731" y="1541027"/>
                    </a:lnTo>
                    <a:lnTo>
                      <a:pt x="804862" y="1434997"/>
                    </a:lnTo>
                    <a:lnTo>
                      <a:pt x="915248" y="1388137"/>
                    </a:lnTo>
                    <a:lnTo>
                      <a:pt x="915248" y="1370664"/>
                    </a:lnTo>
                    <a:lnTo>
                      <a:pt x="916439" y="1352397"/>
                    </a:lnTo>
                    <a:lnTo>
                      <a:pt x="917630" y="1332541"/>
                    </a:lnTo>
                    <a:lnTo>
                      <a:pt x="919616" y="1312288"/>
                    </a:lnTo>
                    <a:lnTo>
                      <a:pt x="923586" y="1282107"/>
                    </a:lnTo>
                    <a:lnTo>
                      <a:pt x="928351" y="1250735"/>
                    </a:lnTo>
                    <a:lnTo>
                      <a:pt x="934307" y="1218569"/>
                    </a:lnTo>
                    <a:lnTo>
                      <a:pt x="941455" y="1187197"/>
                    </a:lnTo>
                    <a:lnTo>
                      <a:pt x="948999" y="1155428"/>
                    </a:lnTo>
                    <a:lnTo>
                      <a:pt x="953367" y="1139940"/>
                    </a:lnTo>
                    <a:lnTo>
                      <a:pt x="958132" y="1124453"/>
                    </a:lnTo>
                    <a:lnTo>
                      <a:pt x="962499" y="1109759"/>
                    </a:lnTo>
                    <a:lnTo>
                      <a:pt x="967661" y="1095066"/>
                    </a:lnTo>
                    <a:lnTo>
                      <a:pt x="972823" y="1080770"/>
                    </a:lnTo>
                    <a:lnTo>
                      <a:pt x="977985" y="1067268"/>
                    </a:lnTo>
                    <a:lnTo>
                      <a:pt x="983147" y="1053766"/>
                    </a:lnTo>
                    <a:lnTo>
                      <a:pt x="988706" y="1041058"/>
                    </a:lnTo>
                    <a:lnTo>
                      <a:pt x="994662" y="1028748"/>
                    </a:lnTo>
                    <a:lnTo>
                      <a:pt x="1000618" y="1017629"/>
                    </a:lnTo>
                    <a:lnTo>
                      <a:pt x="1006971" y="1006906"/>
                    </a:lnTo>
                    <a:lnTo>
                      <a:pt x="1013324" y="996979"/>
                    </a:lnTo>
                    <a:lnTo>
                      <a:pt x="1019678" y="987845"/>
                    </a:lnTo>
                    <a:lnTo>
                      <a:pt x="1026428" y="979505"/>
                    </a:lnTo>
                    <a:lnTo>
                      <a:pt x="1033178" y="972357"/>
                    </a:lnTo>
                    <a:lnTo>
                      <a:pt x="1039928" y="966004"/>
                    </a:lnTo>
                    <a:lnTo>
                      <a:pt x="1047075" y="960444"/>
                    </a:lnTo>
                    <a:lnTo>
                      <a:pt x="1050252" y="958458"/>
                    </a:lnTo>
                    <a:lnTo>
                      <a:pt x="1054223" y="956870"/>
                    </a:lnTo>
                    <a:lnTo>
                      <a:pt x="1057399" y="954884"/>
                    </a:lnTo>
                    <a:lnTo>
                      <a:pt x="1061370" y="953296"/>
                    </a:lnTo>
                    <a:lnTo>
                      <a:pt x="1064547" y="952502"/>
                    </a:lnTo>
                    <a:lnTo>
                      <a:pt x="1068517" y="951707"/>
                    </a:lnTo>
                    <a:lnTo>
                      <a:pt x="1072488" y="951310"/>
                    </a:lnTo>
                    <a:lnTo>
                      <a:pt x="1076062" y="950913"/>
                    </a:lnTo>
                    <a:close/>
                    <a:moveTo>
                      <a:pt x="460208" y="927100"/>
                    </a:moveTo>
                    <a:lnTo>
                      <a:pt x="466154" y="927100"/>
                    </a:lnTo>
                    <a:lnTo>
                      <a:pt x="472099" y="927497"/>
                    </a:lnTo>
                    <a:lnTo>
                      <a:pt x="477649" y="929084"/>
                    </a:lnTo>
                    <a:lnTo>
                      <a:pt x="483198" y="931068"/>
                    </a:lnTo>
                    <a:lnTo>
                      <a:pt x="488351" y="933845"/>
                    </a:lnTo>
                    <a:lnTo>
                      <a:pt x="493505" y="937416"/>
                    </a:lnTo>
                    <a:lnTo>
                      <a:pt x="498658" y="940987"/>
                    </a:lnTo>
                    <a:lnTo>
                      <a:pt x="503414" y="945351"/>
                    </a:lnTo>
                    <a:lnTo>
                      <a:pt x="508171" y="950509"/>
                    </a:lnTo>
                    <a:lnTo>
                      <a:pt x="512531" y="955666"/>
                    </a:lnTo>
                    <a:lnTo>
                      <a:pt x="516891" y="962015"/>
                    </a:lnTo>
                    <a:lnTo>
                      <a:pt x="520855" y="968363"/>
                    </a:lnTo>
                    <a:lnTo>
                      <a:pt x="525216" y="975504"/>
                    </a:lnTo>
                    <a:lnTo>
                      <a:pt x="528783" y="982646"/>
                    </a:lnTo>
                    <a:lnTo>
                      <a:pt x="532747" y="990581"/>
                    </a:lnTo>
                    <a:lnTo>
                      <a:pt x="535918" y="998913"/>
                    </a:lnTo>
                    <a:lnTo>
                      <a:pt x="539486" y="1007245"/>
                    </a:lnTo>
                    <a:lnTo>
                      <a:pt x="546224" y="1025495"/>
                    </a:lnTo>
                    <a:lnTo>
                      <a:pt x="552170" y="1044539"/>
                    </a:lnTo>
                    <a:lnTo>
                      <a:pt x="557720" y="1064774"/>
                    </a:lnTo>
                    <a:lnTo>
                      <a:pt x="562080" y="1086199"/>
                    </a:lnTo>
                    <a:lnTo>
                      <a:pt x="566837" y="1108020"/>
                    </a:lnTo>
                    <a:lnTo>
                      <a:pt x="570800" y="1129842"/>
                    </a:lnTo>
                    <a:lnTo>
                      <a:pt x="573972" y="1152060"/>
                    </a:lnTo>
                    <a:lnTo>
                      <a:pt x="577539" y="1175072"/>
                    </a:lnTo>
                    <a:lnTo>
                      <a:pt x="579917" y="1197290"/>
                    </a:lnTo>
                    <a:lnTo>
                      <a:pt x="582296" y="1219508"/>
                    </a:lnTo>
                    <a:lnTo>
                      <a:pt x="584674" y="1240933"/>
                    </a:lnTo>
                    <a:lnTo>
                      <a:pt x="587449" y="1282592"/>
                    </a:lnTo>
                    <a:lnTo>
                      <a:pt x="589431" y="1319887"/>
                    </a:lnTo>
                    <a:lnTo>
                      <a:pt x="591016" y="1351628"/>
                    </a:lnTo>
                    <a:lnTo>
                      <a:pt x="591016" y="1376226"/>
                    </a:lnTo>
                    <a:lnTo>
                      <a:pt x="591016" y="1392890"/>
                    </a:lnTo>
                    <a:lnTo>
                      <a:pt x="590620" y="1397651"/>
                    </a:lnTo>
                    <a:lnTo>
                      <a:pt x="589827" y="1399635"/>
                    </a:lnTo>
                    <a:lnTo>
                      <a:pt x="588242" y="1390510"/>
                    </a:lnTo>
                    <a:lnTo>
                      <a:pt x="585070" y="1366308"/>
                    </a:lnTo>
                    <a:lnTo>
                      <a:pt x="580710" y="1336551"/>
                    </a:lnTo>
                    <a:lnTo>
                      <a:pt x="577143" y="1307191"/>
                    </a:lnTo>
                    <a:lnTo>
                      <a:pt x="571197" y="1397254"/>
                    </a:lnTo>
                    <a:lnTo>
                      <a:pt x="204933" y="1299256"/>
                    </a:lnTo>
                    <a:lnTo>
                      <a:pt x="140718" y="1285370"/>
                    </a:lnTo>
                    <a:lnTo>
                      <a:pt x="569611" y="1420266"/>
                    </a:lnTo>
                    <a:lnTo>
                      <a:pt x="569215" y="1425424"/>
                    </a:lnTo>
                    <a:lnTo>
                      <a:pt x="647700" y="1454784"/>
                    </a:lnTo>
                    <a:lnTo>
                      <a:pt x="646511" y="1467083"/>
                    </a:lnTo>
                    <a:lnTo>
                      <a:pt x="644925" y="1480970"/>
                    </a:lnTo>
                    <a:lnTo>
                      <a:pt x="642150" y="1513503"/>
                    </a:lnTo>
                    <a:lnTo>
                      <a:pt x="638979" y="1548418"/>
                    </a:lnTo>
                    <a:lnTo>
                      <a:pt x="636997" y="1565478"/>
                    </a:lnTo>
                    <a:lnTo>
                      <a:pt x="634619" y="1582539"/>
                    </a:lnTo>
                    <a:lnTo>
                      <a:pt x="619160" y="1576587"/>
                    </a:lnTo>
                    <a:lnTo>
                      <a:pt x="601322" y="1570636"/>
                    </a:lnTo>
                    <a:lnTo>
                      <a:pt x="581107" y="1564288"/>
                    </a:lnTo>
                    <a:lnTo>
                      <a:pt x="559305" y="1557940"/>
                    </a:lnTo>
                    <a:lnTo>
                      <a:pt x="553359" y="1625388"/>
                    </a:lnTo>
                    <a:lnTo>
                      <a:pt x="550981" y="1651177"/>
                    </a:lnTo>
                    <a:lnTo>
                      <a:pt x="550188" y="1655542"/>
                    </a:lnTo>
                    <a:lnTo>
                      <a:pt x="547810" y="1662683"/>
                    </a:lnTo>
                    <a:lnTo>
                      <a:pt x="545035" y="1669825"/>
                    </a:lnTo>
                    <a:lnTo>
                      <a:pt x="541864" y="1676966"/>
                    </a:lnTo>
                    <a:lnTo>
                      <a:pt x="538693" y="1684108"/>
                    </a:lnTo>
                    <a:lnTo>
                      <a:pt x="534729" y="1690853"/>
                    </a:lnTo>
                    <a:lnTo>
                      <a:pt x="531161" y="1697994"/>
                    </a:lnTo>
                    <a:lnTo>
                      <a:pt x="526801" y="1704739"/>
                    </a:lnTo>
                    <a:lnTo>
                      <a:pt x="522045" y="1711484"/>
                    </a:lnTo>
                    <a:lnTo>
                      <a:pt x="483198" y="2235200"/>
                    </a:lnTo>
                    <a:lnTo>
                      <a:pt x="377362" y="2235200"/>
                    </a:lnTo>
                    <a:lnTo>
                      <a:pt x="324246" y="1818608"/>
                    </a:lnTo>
                    <a:lnTo>
                      <a:pt x="317508" y="1819401"/>
                    </a:lnTo>
                    <a:lnTo>
                      <a:pt x="310769" y="1819798"/>
                    </a:lnTo>
                    <a:lnTo>
                      <a:pt x="306409" y="1819401"/>
                    </a:lnTo>
                    <a:lnTo>
                      <a:pt x="302049" y="1819005"/>
                    </a:lnTo>
                    <a:lnTo>
                      <a:pt x="316319" y="2229646"/>
                    </a:lnTo>
                    <a:lnTo>
                      <a:pt x="188285" y="2234803"/>
                    </a:lnTo>
                    <a:lnTo>
                      <a:pt x="132790" y="1794803"/>
                    </a:lnTo>
                    <a:lnTo>
                      <a:pt x="128430" y="1793612"/>
                    </a:lnTo>
                    <a:lnTo>
                      <a:pt x="124863" y="1792025"/>
                    </a:lnTo>
                    <a:lnTo>
                      <a:pt x="120899" y="1789248"/>
                    </a:lnTo>
                    <a:lnTo>
                      <a:pt x="117728" y="1786471"/>
                    </a:lnTo>
                    <a:lnTo>
                      <a:pt x="114160" y="1783297"/>
                    </a:lnTo>
                    <a:lnTo>
                      <a:pt x="111385" y="1779329"/>
                    </a:lnTo>
                    <a:lnTo>
                      <a:pt x="108611" y="1775362"/>
                    </a:lnTo>
                    <a:lnTo>
                      <a:pt x="105836" y="1770997"/>
                    </a:lnTo>
                    <a:lnTo>
                      <a:pt x="103458" y="1766236"/>
                    </a:lnTo>
                    <a:lnTo>
                      <a:pt x="101079" y="1761078"/>
                    </a:lnTo>
                    <a:lnTo>
                      <a:pt x="97115" y="1750763"/>
                    </a:lnTo>
                    <a:lnTo>
                      <a:pt x="93151" y="1739257"/>
                    </a:lnTo>
                    <a:lnTo>
                      <a:pt x="90377" y="1727354"/>
                    </a:lnTo>
                    <a:lnTo>
                      <a:pt x="87602" y="1715848"/>
                    </a:lnTo>
                    <a:lnTo>
                      <a:pt x="85224" y="1704342"/>
                    </a:lnTo>
                    <a:lnTo>
                      <a:pt x="81656" y="1683314"/>
                    </a:lnTo>
                    <a:lnTo>
                      <a:pt x="78881" y="1666254"/>
                    </a:lnTo>
                    <a:lnTo>
                      <a:pt x="78089" y="1659906"/>
                    </a:lnTo>
                    <a:lnTo>
                      <a:pt x="76899" y="1655938"/>
                    </a:lnTo>
                    <a:lnTo>
                      <a:pt x="76503" y="1651177"/>
                    </a:lnTo>
                    <a:lnTo>
                      <a:pt x="70557" y="1587300"/>
                    </a:lnTo>
                    <a:lnTo>
                      <a:pt x="63819" y="1517074"/>
                    </a:lnTo>
                    <a:lnTo>
                      <a:pt x="56684" y="1428598"/>
                    </a:lnTo>
                    <a:lnTo>
                      <a:pt x="47567" y="1425424"/>
                    </a:lnTo>
                    <a:lnTo>
                      <a:pt x="39639" y="1421853"/>
                    </a:lnTo>
                    <a:lnTo>
                      <a:pt x="32900" y="1418679"/>
                    </a:lnTo>
                    <a:lnTo>
                      <a:pt x="27351" y="1415505"/>
                    </a:lnTo>
                    <a:lnTo>
                      <a:pt x="23387" y="1412331"/>
                    </a:lnTo>
                    <a:lnTo>
                      <a:pt x="20216" y="1409157"/>
                    </a:lnTo>
                    <a:lnTo>
                      <a:pt x="19423" y="1407967"/>
                    </a:lnTo>
                    <a:lnTo>
                      <a:pt x="18630" y="1406776"/>
                    </a:lnTo>
                    <a:lnTo>
                      <a:pt x="18234" y="1405189"/>
                    </a:lnTo>
                    <a:lnTo>
                      <a:pt x="18630" y="1403999"/>
                    </a:lnTo>
                    <a:lnTo>
                      <a:pt x="16252" y="1398445"/>
                    </a:lnTo>
                    <a:lnTo>
                      <a:pt x="13874" y="1390906"/>
                    </a:lnTo>
                    <a:lnTo>
                      <a:pt x="11892" y="1381781"/>
                    </a:lnTo>
                    <a:lnTo>
                      <a:pt x="9910" y="1371465"/>
                    </a:lnTo>
                    <a:lnTo>
                      <a:pt x="7531" y="1359166"/>
                    </a:lnTo>
                    <a:lnTo>
                      <a:pt x="5549" y="1346073"/>
                    </a:lnTo>
                    <a:lnTo>
                      <a:pt x="3964" y="1331393"/>
                    </a:lnTo>
                    <a:lnTo>
                      <a:pt x="2775" y="1315920"/>
                    </a:lnTo>
                    <a:lnTo>
                      <a:pt x="1189" y="1299256"/>
                    </a:lnTo>
                    <a:lnTo>
                      <a:pt x="396" y="1282196"/>
                    </a:lnTo>
                    <a:lnTo>
                      <a:pt x="0" y="1263945"/>
                    </a:lnTo>
                    <a:lnTo>
                      <a:pt x="396" y="1245297"/>
                    </a:lnTo>
                    <a:lnTo>
                      <a:pt x="793" y="1226253"/>
                    </a:lnTo>
                    <a:lnTo>
                      <a:pt x="2378" y="1206812"/>
                    </a:lnTo>
                    <a:lnTo>
                      <a:pt x="4360" y="1187371"/>
                    </a:lnTo>
                    <a:lnTo>
                      <a:pt x="6739" y="1167533"/>
                    </a:lnTo>
                    <a:lnTo>
                      <a:pt x="10306" y="1147696"/>
                    </a:lnTo>
                    <a:lnTo>
                      <a:pt x="14270" y="1127858"/>
                    </a:lnTo>
                    <a:lnTo>
                      <a:pt x="19423" y="1108417"/>
                    </a:lnTo>
                    <a:lnTo>
                      <a:pt x="22594" y="1098498"/>
                    </a:lnTo>
                    <a:lnTo>
                      <a:pt x="25369" y="1088976"/>
                    </a:lnTo>
                    <a:lnTo>
                      <a:pt x="28540" y="1079851"/>
                    </a:lnTo>
                    <a:lnTo>
                      <a:pt x="32504" y="1070329"/>
                    </a:lnTo>
                    <a:lnTo>
                      <a:pt x="36468" y="1061203"/>
                    </a:lnTo>
                    <a:lnTo>
                      <a:pt x="40035" y="1052475"/>
                    </a:lnTo>
                    <a:lnTo>
                      <a:pt x="44792" y="1043349"/>
                    </a:lnTo>
                    <a:lnTo>
                      <a:pt x="49549" y="1034621"/>
                    </a:lnTo>
                    <a:lnTo>
                      <a:pt x="53909" y="1026289"/>
                    </a:lnTo>
                    <a:lnTo>
                      <a:pt x="59458" y="1018354"/>
                    </a:lnTo>
                    <a:lnTo>
                      <a:pt x="65008" y="1010022"/>
                    </a:lnTo>
                    <a:lnTo>
                      <a:pt x="70557" y="1002087"/>
                    </a:lnTo>
                    <a:lnTo>
                      <a:pt x="76899" y="994548"/>
                    </a:lnTo>
                    <a:lnTo>
                      <a:pt x="83242" y="987407"/>
                    </a:lnTo>
                    <a:lnTo>
                      <a:pt x="89980" y="980662"/>
                    </a:lnTo>
                    <a:lnTo>
                      <a:pt x="97115" y="973917"/>
                    </a:lnTo>
                    <a:lnTo>
                      <a:pt x="104250" y="967569"/>
                    </a:lnTo>
                    <a:lnTo>
                      <a:pt x="112178" y="961618"/>
                    </a:lnTo>
                    <a:lnTo>
                      <a:pt x="120106" y="956063"/>
                    </a:lnTo>
                    <a:lnTo>
                      <a:pt x="128430" y="950905"/>
                    </a:lnTo>
                    <a:lnTo>
                      <a:pt x="137547" y="946144"/>
                    </a:lnTo>
                    <a:lnTo>
                      <a:pt x="146664" y="941383"/>
                    </a:lnTo>
                    <a:lnTo>
                      <a:pt x="155781" y="937416"/>
                    </a:lnTo>
                    <a:lnTo>
                      <a:pt x="166087" y="933845"/>
                    </a:lnTo>
                    <a:lnTo>
                      <a:pt x="175997" y="930671"/>
                    </a:lnTo>
                    <a:lnTo>
                      <a:pt x="187096" y="927894"/>
                    </a:lnTo>
                    <a:lnTo>
                      <a:pt x="190663" y="927497"/>
                    </a:lnTo>
                    <a:lnTo>
                      <a:pt x="198591" y="927894"/>
                    </a:lnTo>
                    <a:lnTo>
                      <a:pt x="221185" y="929084"/>
                    </a:lnTo>
                    <a:lnTo>
                      <a:pt x="254878" y="931861"/>
                    </a:lnTo>
                    <a:lnTo>
                      <a:pt x="371813" y="1304811"/>
                    </a:lnTo>
                    <a:lnTo>
                      <a:pt x="360714" y="1193322"/>
                    </a:lnTo>
                    <a:lnTo>
                      <a:pt x="355165" y="993358"/>
                    </a:lnTo>
                    <a:lnTo>
                      <a:pt x="347633" y="973917"/>
                    </a:lnTo>
                    <a:lnTo>
                      <a:pt x="362300" y="948525"/>
                    </a:lnTo>
                    <a:lnTo>
                      <a:pt x="395993" y="948525"/>
                    </a:lnTo>
                    <a:lnTo>
                      <a:pt x="409866" y="973917"/>
                    </a:lnTo>
                    <a:lnTo>
                      <a:pt x="403524" y="996532"/>
                    </a:lnTo>
                    <a:lnTo>
                      <a:pt x="443956" y="1288147"/>
                    </a:lnTo>
                    <a:lnTo>
                      <a:pt x="437614" y="937019"/>
                    </a:lnTo>
                    <a:lnTo>
                      <a:pt x="444749" y="933448"/>
                    </a:lnTo>
                    <a:lnTo>
                      <a:pt x="449902" y="930671"/>
                    </a:lnTo>
                    <a:lnTo>
                      <a:pt x="453073" y="928687"/>
                    </a:lnTo>
                    <a:lnTo>
                      <a:pt x="453866" y="927894"/>
                    </a:lnTo>
                    <a:lnTo>
                      <a:pt x="460208" y="927100"/>
                    </a:lnTo>
                    <a:close/>
                    <a:moveTo>
                      <a:pt x="1383083" y="640160"/>
                    </a:moveTo>
                    <a:lnTo>
                      <a:pt x="1382686" y="644922"/>
                    </a:lnTo>
                    <a:lnTo>
                      <a:pt x="1384275" y="651669"/>
                    </a:lnTo>
                    <a:lnTo>
                      <a:pt x="1385070" y="658813"/>
                    </a:lnTo>
                    <a:lnTo>
                      <a:pt x="1385467" y="666750"/>
                    </a:lnTo>
                    <a:lnTo>
                      <a:pt x="1385864" y="674688"/>
                    </a:lnTo>
                    <a:lnTo>
                      <a:pt x="1386262" y="674688"/>
                    </a:lnTo>
                    <a:lnTo>
                      <a:pt x="1385467" y="660797"/>
                    </a:lnTo>
                    <a:lnTo>
                      <a:pt x="1383083" y="640160"/>
                    </a:lnTo>
                    <a:close/>
                    <a:moveTo>
                      <a:pt x="153566" y="634207"/>
                    </a:moveTo>
                    <a:lnTo>
                      <a:pt x="152376" y="649288"/>
                    </a:lnTo>
                    <a:lnTo>
                      <a:pt x="152773" y="649685"/>
                    </a:lnTo>
                    <a:lnTo>
                      <a:pt x="153566" y="634207"/>
                    </a:lnTo>
                    <a:close/>
                    <a:moveTo>
                      <a:pt x="155152" y="615157"/>
                    </a:moveTo>
                    <a:lnTo>
                      <a:pt x="153566" y="633810"/>
                    </a:lnTo>
                    <a:lnTo>
                      <a:pt x="154359" y="626666"/>
                    </a:lnTo>
                    <a:lnTo>
                      <a:pt x="155548" y="619919"/>
                    </a:lnTo>
                    <a:lnTo>
                      <a:pt x="155152" y="615157"/>
                    </a:lnTo>
                    <a:close/>
                    <a:moveTo>
                      <a:pt x="1356862" y="559594"/>
                    </a:moveTo>
                    <a:lnTo>
                      <a:pt x="1359643" y="561578"/>
                    </a:lnTo>
                    <a:lnTo>
                      <a:pt x="1362424" y="563960"/>
                    </a:lnTo>
                    <a:lnTo>
                      <a:pt x="1367589" y="569516"/>
                    </a:lnTo>
                    <a:lnTo>
                      <a:pt x="1365205" y="565547"/>
                    </a:lnTo>
                    <a:lnTo>
                      <a:pt x="1362424" y="562372"/>
                    </a:lnTo>
                    <a:lnTo>
                      <a:pt x="1361232" y="561181"/>
                    </a:lnTo>
                    <a:lnTo>
                      <a:pt x="1359643" y="560388"/>
                    </a:lnTo>
                    <a:lnTo>
                      <a:pt x="1358451" y="559991"/>
                    </a:lnTo>
                    <a:lnTo>
                      <a:pt x="1356862" y="559594"/>
                    </a:lnTo>
                    <a:close/>
                    <a:moveTo>
                      <a:pt x="180128" y="534591"/>
                    </a:moveTo>
                    <a:lnTo>
                      <a:pt x="178939" y="535385"/>
                    </a:lnTo>
                    <a:lnTo>
                      <a:pt x="176956" y="536178"/>
                    </a:lnTo>
                    <a:lnTo>
                      <a:pt x="175767" y="536972"/>
                    </a:lnTo>
                    <a:lnTo>
                      <a:pt x="173388" y="540544"/>
                    </a:lnTo>
                    <a:lnTo>
                      <a:pt x="170613" y="544513"/>
                    </a:lnTo>
                    <a:lnTo>
                      <a:pt x="175767" y="539353"/>
                    </a:lnTo>
                    <a:lnTo>
                      <a:pt x="178939" y="536575"/>
                    </a:lnTo>
                    <a:lnTo>
                      <a:pt x="181714" y="534591"/>
                    </a:lnTo>
                    <a:lnTo>
                      <a:pt x="180128" y="534591"/>
                    </a:lnTo>
                    <a:close/>
                    <a:moveTo>
                      <a:pt x="1221780" y="479425"/>
                    </a:moveTo>
                    <a:lnTo>
                      <a:pt x="1236480" y="479425"/>
                    </a:lnTo>
                    <a:lnTo>
                      <a:pt x="1251578" y="480219"/>
                    </a:lnTo>
                    <a:lnTo>
                      <a:pt x="1267072" y="481806"/>
                    </a:lnTo>
                    <a:lnTo>
                      <a:pt x="1282964" y="484585"/>
                    </a:lnTo>
                    <a:lnTo>
                      <a:pt x="1299253" y="488156"/>
                    </a:lnTo>
                    <a:lnTo>
                      <a:pt x="1315940" y="492919"/>
                    </a:lnTo>
                    <a:lnTo>
                      <a:pt x="1323886" y="495300"/>
                    </a:lnTo>
                    <a:lnTo>
                      <a:pt x="1332229" y="498872"/>
                    </a:lnTo>
                    <a:lnTo>
                      <a:pt x="1340970" y="502047"/>
                    </a:lnTo>
                    <a:lnTo>
                      <a:pt x="1349710" y="505619"/>
                    </a:lnTo>
                    <a:lnTo>
                      <a:pt x="1358054" y="509588"/>
                    </a:lnTo>
                    <a:lnTo>
                      <a:pt x="1366794" y="513953"/>
                    </a:lnTo>
                    <a:lnTo>
                      <a:pt x="1368383" y="515144"/>
                    </a:lnTo>
                    <a:lnTo>
                      <a:pt x="1370370" y="516731"/>
                    </a:lnTo>
                    <a:lnTo>
                      <a:pt x="1374343" y="521494"/>
                    </a:lnTo>
                    <a:lnTo>
                      <a:pt x="1378713" y="527844"/>
                    </a:lnTo>
                    <a:lnTo>
                      <a:pt x="1383878" y="536178"/>
                    </a:lnTo>
                    <a:lnTo>
                      <a:pt x="1388646" y="545703"/>
                    </a:lnTo>
                    <a:lnTo>
                      <a:pt x="1393413" y="556022"/>
                    </a:lnTo>
                    <a:lnTo>
                      <a:pt x="1397783" y="567928"/>
                    </a:lnTo>
                    <a:lnTo>
                      <a:pt x="1401756" y="580231"/>
                    </a:lnTo>
                    <a:lnTo>
                      <a:pt x="1404935" y="592931"/>
                    </a:lnTo>
                    <a:lnTo>
                      <a:pt x="1406127" y="599282"/>
                    </a:lnTo>
                    <a:lnTo>
                      <a:pt x="1407319" y="605632"/>
                    </a:lnTo>
                    <a:lnTo>
                      <a:pt x="1407716" y="612378"/>
                    </a:lnTo>
                    <a:lnTo>
                      <a:pt x="1408113" y="618728"/>
                    </a:lnTo>
                    <a:lnTo>
                      <a:pt x="1408113" y="624682"/>
                    </a:lnTo>
                    <a:lnTo>
                      <a:pt x="1408113" y="631032"/>
                    </a:lnTo>
                    <a:lnTo>
                      <a:pt x="1407319" y="637382"/>
                    </a:lnTo>
                    <a:lnTo>
                      <a:pt x="1406524" y="643335"/>
                    </a:lnTo>
                    <a:lnTo>
                      <a:pt x="1404935" y="649288"/>
                    </a:lnTo>
                    <a:lnTo>
                      <a:pt x="1402551" y="654844"/>
                    </a:lnTo>
                    <a:lnTo>
                      <a:pt x="1400167" y="660400"/>
                    </a:lnTo>
                    <a:lnTo>
                      <a:pt x="1397386" y="665163"/>
                    </a:lnTo>
                    <a:lnTo>
                      <a:pt x="1393810" y="670322"/>
                    </a:lnTo>
                    <a:lnTo>
                      <a:pt x="1389440" y="675085"/>
                    </a:lnTo>
                    <a:lnTo>
                      <a:pt x="1391427" y="675878"/>
                    </a:lnTo>
                    <a:lnTo>
                      <a:pt x="1392619" y="677466"/>
                    </a:lnTo>
                    <a:lnTo>
                      <a:pt x="1393413" y="679053"/>
                    </a:lnTo>
                    <a:lnTo>
                      <a:pt x="1394605" y="681832"/>
                    </a:lnTo>
                    <a:lnTo>
                      <a:pt x="1396591" y="687785"/>
                    </a:lnTo>
                    <a:lnTo>
                      <a:pt x="1398975" y="694928"/>
                    </a:lnTo>
                    <a:lnTo>
                      <a:pt x="1400167" y="703263"/>
                    </a:lnTo>
                    <a:lnTo>
                      <a:pt x="1401359" y="712788"/>
                    </a:lnTo>
                    <a:lnTo>
                      <a:pt x="1402154" y="723107"/>
                    </a:lnTo>
                    <a:lnTo>
                      <a:pt x="1402154" y="734616"/>
                    </a:lnTo>
                    <a:lnTo>
                      <a:pt x="1402154" y="746125"/>
                    </a:lnTo>
                    <a:lnTo>
                      <a:pt x="1401359" y="757635"/>
                    </a:lnTo>
                    <a:lnTo>
                      <a:pt x="1399770" y="768350"/>
                    </a:lnTo>
                    <a:lnTo>
                      <a:pt x="1398181" y="777082"/>
                    </a:lnTo>
                    <a:lnTo>
                      <a:pt x="1395797" y="784225"/>
                    </a:lnTo>
                    <a:lnTo>
                      <a:pt x="1394605" y="787004"/>
                    </a:lnTo>
                    <a:lnTo>
                      <a:pt x="1393413" y="789782"/>
                    </a:lnTo>
                    <a:lnTo>
                      <a:pt x="1392221" y="791766"/>
                    </a:lnTo>
                    <a:lnTo>
                      <a:pt x="1390632" y="793354"/>
                    </a:lnTo>
                    <a:lnTo>
                      <a:pt x="1389043" y="794147"/>
                    </a:lnTo>
                    <a:lnTo>
                      <a:pt x="1387454" y="794941"/>
                    </a:lnTo>
                    <a:lnTo>
                      <a:pt x="1386262" y="794147"/>
                    </a:lnTo>
                    <a:lnTo>
                      <a:pt x="1385070" y="793354"/>
                    </a:lnTo>
                    <a:lnTo>
                      <a:pt x="1383878" y="792163"/>
                    </a:lnTo>
                    <a:lnTo>
                      <a:pt x="1382289" y="790575"/>
                    </a:lnTo>
                    <a:lnTo>
                      <a:pt x="1379905" y="785813"/>
                    </a:lnTo>
                    <a:lnTo>
                      <a:pt x="1377918" y="779463"/>
                    </a:lnTo>
                    <a:lnTo>
                      <a:pt x="1375137" y="788988"/>
                    </a:lnTo>
                    <a:lnTo>
                      <a:pt x="1372356" y="798116"/>
                    </a:lnTo>
                    <a:lnTo>
                      <a:pt x="1368781" y="807244"/>
                    </a:lnTo>
                    <a:lnTo>
                      <a:pt x="1365602" y="816372"/>
                    </a:lnTo>
                    <a:lnTo>
                      <a:pt x="1361232" y="825104"/>
                    </a:lnTo>
                    <a:lnTo>
                      <a:pt x="1357259" y="833438"/>
                    </a:lnTo>
                    <a:lnTo>
                      <a:pt x="1352889" y="842169"/>
                    </a:lnTo>
                    <a:lnTo>
                      <a:pt x="1348121" y="850504"/>
                    </a:lnTo>
                    <a:lnTo>
                      <a:pt x="1343354" y="858044"/>
                    </a:lnTo>
                    <a:lnTo>
                      <a:pt x="1338189" y="865585"/>
                    </a:lnTo>
                    <a:lnTo>
                      <a:pt x="1333024" y="873126"/>
                    </a:lnTo>
                    <a:lnTo>
                      <a:pt x="1327462" y="880269"/>
                    </a:lnTo>
                    <a:lnTo>
                      <a:pt x="1321899" y="887413"/>
                    </a:lnTo>
                    <a:lnTo>
                      <a:pt x="1316337" y="893763"/>
                    </a:lnTo>
                    <a:lnTo>
                      <a:pt x="1310378" y="900113"/>
                    </a:lnTo>
                    <a:lnTo>
                      <a:pt x="1304418" y="906463"/>
                    </a:lnTo>
                    <a:lnTo>
                      <a:pt x="1298459" y="912416"/>
                    </a:lnTo>
                    <a:lnTo>
                      <a:pt x="1292499" y="917972"/>
                    </a:lnTo>
                    <a:lnTo>
                      <a:pt x="1286540" y="922735"/>
                    </a:lnTo>
                    <a:lnTo>
                      <a:pt x="1280183" y="927497"/>
                    </a:lnTo>
                    <a:lnTo>
                      <a:pt x="1274224" y="932260"/>
                    </a:lnTo>
                    <a:lnTo>
                      <a:pt x="1268661" y="936229"/>
                    </a:lnTo>
                    <a:lnTo>
                      <a:pt x="1262702" y="940197"/>
                    </a:lnTo>
                    <a:lnTo>
                      <a:pt x="1256743" y="943769"/>
                    </a:lnTo>
                    <a:lnTo>
                      <a:pt x="1250783" y="946548"/>
                    </a:lnTo>
                    <a:lnTo>
                      <a:pt x="1245221" y="949326"/>
                    </a:lnTo>
                    <a:lnTo>
                      <a:pt x="1239261" y="951707"/>
                    </a:lnTo>
                    <a:lnTo>
                      <a:pt x="1233699" y="953691"/>
                    </a:lnTo>
                    <a:lnTo>
                      <a:pt x="1228932" y="954882"/>
                    </a:lnTo>
                    <a:lnTo>
                      <a:pt x="1223767" y="956073"/>
                    </a:lnTo>
                    <a:lnTo>
                      <a:pt x="1218602" y="956469"/>
                    </a:lnTo>
                    <a:lnTo>
                      <a:pt x="1214232" y="957263"/>
                    </a:lnTo>
                    <a:lnTo>
                      <a:pt x="1208272" y="956469"/>
                    </a:lnTo>
                    <a:lnTo>
                      <a:pt x="1202313" y="956073"/>
                    </a:lnTo>
                    <a:lnTo>
                      <a:pt x="1195956" y="954882"/>
                    </a:lnTo>
                    <a:lnTo>
                      <a:pt x="1189996" y="953691"/>
                    </a:lnTo>
                    <a:lnTo>
                      <a:pt x="1183640" y="952104"/>
                    </a:lnTo>
                    <a:lnTo>
                      <a:pt x="1177283" y="949326"/>
                    </a:lnTo>
                    <a:lnTo>
                      <a:pt x="1171323" y="946944"/>
                    </a:lnTo>
                    <a:lnTo>
                      <a:pt x="1164967" y="944166"/>
                    </a:lnTo>
                    <a:lnTo>
                      <a:pt x="1158610" y="940594"/>
                    </a:lnTo>
                    <a:lnTo>
                      <a:pt x="1152253" y="937419"/>
                    </a:lnTo>
                    <a:lnTo>
                      <a:pt x="1146294" y="933054"/>
                    </a:lnTo>
                    <a:lnTo>
                      <a:pt x="1140334" y="928291"/>
                    </a:lnTo>
                    <a:lnTo>
                      <a:pt x="1133977" y="923926"/>
                    </a:lnTo>
                    <a:lnTo>
                      <a:pt x="1128018" y="918766"/>
                    </a:lnTo>
                    <a:lnTo>
                      <a:pt x="1122058" y="913210"/>
                    </a:lnTo>
                    <a:lnTo>
                      <a:pt x="1116099" y="907257"/>
                    </a:lnTo>
                    <a:lnTo>
                      <a:pt x="1110537" y="901304"/>
                    </a:lnTo>
                    <a:lnTo>
                      <a:pt x="1104975" y="894557"/>
                    </a:lnTo>
                    <a:lnTo>
                      <a:pt x="1099810" y="887810"/>
                    </a:lnTo>
                    <a:lnTo>
                      <a:pt x="1094645" y="880666"/>
                    </a:lnTo>
                    <a:lnTo>
                      <a:pt x="1089877" y="873522"/>
                    </a:lnTo>
                    <a:lnTo>
                      <a:pt x="1085507" y="865585"/>
                    </a:lnTo>
                    <a:lnTo>
                      <a:pt x="1080739" y="857647"/>
                    </a:lnTo>
                    <a:lnTo>
                      <a:pt x="1076766" y="849313"/>
                    </a:lnTo>
                    <a:lnTo>
                      <a:pt x="1072793" y="840582"/>
                    </a:lnTo>
                    <a:lnTo>
                      <a:pt x="1069218" y="831851"/>
                    </a:lnTo>
                    <a:lnTo>
                      <a:pt x="1066039" y="822722"/>
                    </a:lnTo>
                    <a:lnTo>
                      <a:pt x="1063258" y="813197"/>
                    </a:lnTo>
                    <a:lnTo>
                      <a:pt x="1060875" y="803672"/>
                    </a:lnTo>
                    <a:lnTo>
                      <a:pt x="1058491" y="793354"/>
                    </a:lnTo>
                    <a:lnTo>
                      <a:pt x="1056504" y="783432"/>
                    </a:lnTo>
                    <a:lnTo>
                      <a:pt x="1055312" y="772716"/>
                    </a:lnTo>
                    <a:lnTo>
                      <a:pt x="1054915" y="773113"/>
                    </a:lnTo>
                    <a:lnTo>
                      <a:pt x="1054518" y="773113"/>
                    </a:lnTo>
                    <a:lnTo>
                      <a:pt x="1053723" y="771525"/>
                    </a:lnTo>
                    <a:lnTo>
                      <a:pt x="1052929" y="767954"/>
                    </a:lnTo>
                    <a:lnTo>
                      <a:pt x="1051737" y="762000"/>
                    </a:lnTo>
                    <a:lnTo>
                      <a:pt x="1048558" y="745729"/>
                    </a:lnTo>
                    <a:lnTo>
                      <a:pt x="1046174" y="726282"/>
                    </a:lnTo>
                    <a:lnTo>
                      <a:pt x="1043393" y="706041"/>
                    </a:lnTo>
                    <a:lnTo>
                      <a:pt x="1042201" y="688578"/>
                    </a:lnTo>
                    <a:lnTo>
                      <a:pt x="1042201" y="681435"/>
                    </a:lnTo>
                    <a:lnTo>
                      <a:pt x="1042599" y="675878"/>
                    </a:lnTo>
                    <a:lnTo>
                      <a:pt x="1043393" y="672307"/>
                    </a:lnTo>
                    <a:lnTo>
                      <a:pt x="1043791" y="671116"/>
                    </a:lnTo>
                    <a:lnTo>
                      <a:pt x="1044585" y="671116"/>
                    </a:lnTo>
                    <a:lnTo>
                      <a:pt x="1045777" y="671116"/>
                    </a:lnTo>
                    <a:lnTo>
                      <a:pt x="1046969" y="671910"/>
                    </a:lnTo>
                    <a:lnTo>
                      <a:pt x="1048956" y="674291"/>
                    </a:lnTo>
                    <a:lnTo>
                      <a:pt x="1048558" y="662385"/>
                    </a:lnTo>
                    <a:lnTo>
                      <a:pt x="1048161" y="649685"/>
                    </a:lnTo>
                    <a:lnTo>
                      <a:pt x="1048558" y="636588"/>
                    </a:lnTo>
                    <a:lnTo>
                      <a:pt x="1050147" y="622697"/>
                    </a:lnTo>
                    <a:lnTo>
                      <a:pt x="1052929" y="624682"/>
                    </a:lnTo>
                    <a:lnTo>
                      <a:pt x="1055710" y="626666"/>
                    </a:lnTo>
                    <a:lnTo>
                      <a:pt x="1058888" y="627857"/>
                    </a:lnTo>
                    <a:lnTo>
                      <a:pt x="1061669" y="629047"/>
                    </a:lnTo>
                    <a:lnTo>
                      <a:pt x="1065245" y="629841"/>
                    </a:lnTo>
                    <a:lnTo>
                      <a:pt x="1068423" y="630238"/>
                    </a:lnTo>
                    <a:lnTo>
                      <a:pt x="1075575" y="630635"/>
                    </a:lnTo>
                    <a:lnTo>
                      <a:pt x="1082726" y="630238"/>
                    </a:lnTo>
                    <a:lnTo>
                      <a:pt x="1090672" y="629047"/>
                    </a:lnTo>
                    <a:lnTo>
                      <a:pt x="1099412" y="627063"/>
                    </a:lnTo>
                    <a:lnTo>
                      <a:pt x="1108153" y="623888"/>
                    </a:lnTo>
                    <a:lnTo>
                      <a:pt x="1116894" y="621110"/>
                    </a:lnTo>
                    <a:lnTo>
                      <a:pt x="1126429" y="617141"/>
                    </a:lnTo>
                    <a:lnTo>
                      <a:pt x="1146294" y="608410"/>
                    </a:lnTo>
                    <a:lnTo>
                      <a:pt x="1187613" y="588169"/>
                    </a:lnTo>
                    <a:lnTo>
                      <a:pt x="1176886" y="592535"/>
                    </a:lnTo>
                    <a:lnTo>
                      <a:pt x="1167350" y="597297"/>
                    </a:lnTo>
                    <a:lnTo>
                      <a:pt x="1158213" y="601663"/>
                    </a:lnTo>
                    <a:lnTo>
                      <a:pt x="1149869" y="605235"/>
                    </a:lnTo>
                    <a:lnTo>
                      <a:pt x="1141923" y="607616"/>
                    </a:lnTo>
                    <a:lnTo>
                      <a:pt x="1134375" y="609203"/>
                    </a:lnTo>
                    <a:lnTo>
                      <a:pt x="1126826" y="610394"/>
                    </a:lnTo>
                    <a:lnTo>
                      <a:pt x="1120072" y="611188"/>
                    </a:lnTo>
                    <a:lnTo>
                      <a:pt x="1113318" y="611188"/>
                    </a:lnTo>
                    <a:lnTo>
                      <a:pt x="1106564" y="610791"/>
                    </a:lnTo>
                    <a:lnTo>
                      <a:pt x="1100604" y="609600"/>
                    </a:lnTo>
                    <a:lnTo>
                      <a:pt x="1094645" y="608410"/>
                    </a:lnTo>
                    <a:lnTo>
                      <a:pt x="1089083" y="606822"/>
                    </a:lnTo>
                    <a:lnTo>
                      <a:pt x="1083521" y="604044"/>
                    </a:lnTo>
                    <a:lnTo>
                      <a:pt x="1079150" y="601663"/>
                    </a:lnTo>
                    <a:lnTo>
                      <a:pt x="1073985" y="599282"/>
                    </a:lnTo>
                    <a:lnTo>
                      <a:pt x="1069615" y="596107"/>
                    </a:lnTo>
                    <a:lnTo>
                      <a:pt x="1065642" y="592931"/>
                    </a:lnTo>
                    <a:lnTo>
                      <a:pt x="1061669" y="589360"/>
                    </a:lnTo>
                    <a:lnTo>
                      <a:pt x="1058491" y="586185"/>
                    </a:lnTo>
                    <a:lnTo>
                      <a:pt x="1052134" y="579041"/>
                    </a:lnTo>
                    <a:lnTo>
                      <a:pt x="1046572" y="572294"/>
                    </a:lnTo>
                    <a:lnTo>
                      <a:pt x="1042201" y="565944"/>
                    </a:lnTo>
                    <a:lnTo>
                      <a:pt x="1039023" y="560388"/>
                    </a:lnTo>
                    <a:lnTo>
                      <a:pt x="1036639" y="555625"/>
                    </a:lnTo>
                    <a:lnTo>
                      <a:pt x="1035050" y="552053"/>
                    </a:lnTo>
                    <a:lnTo>
                      <a:pt x="1041407" y="546497"/>
                    </a:lnTo>
                    <a:lnTo>
                      <a:pt x="1049353" y="540147"/>
                    </a:lnTo>
                    <a:lnTo>
                      <a:pt x="1060477" y="532606"/>
                    </a:lnTo>
                    <a:lnTo>
                      <a:pt x="1074383" y="523478"/>
                    </a:lnTo>
                    <a:lnTo>
                      <a:pt x="1082329" y="519113"/>
                    </a:lnTo>
                    <a:lnTo>
                      <a:pt x="1090672" y="514350"/>
                    </a:lnTo>
                    <a:lnTo>
                      <a:pt x="1100207" y="509588"/>
                    </a:lnTo>
                    <a:lnTo>
                      <a:pt x="1109742" y="505619"/>
                    </a:lnTo>
                    <a:lnTo>
                      <a:pt x="1120072" y="500856"/>
                    </a:lnTo>
                    <a:lnTo>
                      <a:pt x="1130799" y="496888"/>
                    </a:lnTo>
                    <a:lnTo>
                      <a:pt x="1142321" y="492919"/>
                    </a:lnTo>
                    <a:lnTo>
                      <a:pt x="1154637" y="489347"/>
                    </a:lnTo>
                    <a:lnTo>
                      <a:pt x="1166953" y="486172"/>
                    </a:lnTo>
                    <a:lnTo>
                      <a:pt x="1179667" y="483791"/>
                    </a:lnTo>
                    <a:lnTo>
                      <a:pt x="1193175" y="481410"/>
                    </a:lnTo>
                    <a:lnTo>
                      <a:pt x="1207478" y="480219"/>
                    </a:lnTo>
                    <a:lnTo>
                      <a:pt x="1221780" y="479425"/>
                    </a:lnTo>
                    <a:close/>
                    <a:moveTo>
                      <a:pt x="301839" y="454025"/>
                    </a:moveTo>
                    <a:lnTo>
                      <a:pt x="316508" y="454422"/>
                    </a:lnTo>
                    <a:lnTo>
                      <a:pt x="330781" y="454819"/>
                    </a:lnTo>
                    <a:lnTo>
                      <a:pt x="344656" y="456803"/>
                    </a:lnTo>
                    <a:lnTo>
                      <a:pt x="358136" y="458788"/>
                    </a:lnTo>
                    <a:lnTo>
                      <a:pt x="371219" y="461169"/>
                    </a:lnTo>
                    <a:lnTo>
                      <a:pt x="383509" y="464344"/>
                    </a:lnTo>
                    <a:lnTo>
                      <a:pt x="395799" y="467916"/>
                    </a:lnTo>
                    <a:lnTo>
                      <a:pt x="406900" y="471885"/>
                    </a:lnTo>
                    <a:lnTo>
                      <a:pt x="418000" y="475853"/>
                    </a:lnTo>
                    <a:lnTo>
                      <a:pt x="428308" y="480219"/>
                    </a:lnTo>
                    <a:lnTo>
                      <a:pt x="437823" y="484981"/>
                    </a:lnTo>
                    <a:lnTo>
                      <a:pt x="446941" y="489347"/>
                    </a:lnTo>
                    <a:lnTo>
                      <a:pt x="455663" y="494110"/>
                    </a:lnTo>
                    <a:lnTo>
                      <a:pt x="463593" y="498872"/>
                    </a:lnTo>
                    <a:lnTo>
                      <a:pt x="477468" y="507206"/>
                    </a:lnTo>
                    <a:lnTo>
                      <a:pt x="488173" y="515144"/>
                    </a:lnTo>
                    <a:lnTo>
                      <a:pt x="496498" y="521097"/>
                    </a:lnTo>
                    <a:lnTo>
                      <a:pt x="503238" y="527050"/>
                    </a:lnTo>
                    <a:lnTo>
                      <a:pt x="500859" y="531019"/>
                    </a:lnTo>
                    <a:lnTo>
                      <a:pt x="498877" y="534988"/>
                    </a:lnTo>
                    <a:lnTo>
                      <a:pt x="495309" y="540941"/>
                    </a:lnTo>
                    <a:lnTo>
                      <a:pt x="491344" y="547291"/>
                    </a:lnTo>
                    <a:lnTo>
                      <a:pt x="485794" y="554038"/>
                    </a:lnTo>
                    <a:lnTo>
                      <a:pt x="479451" y="561181"/>
                    </a:lnTo>
                    <a:lnTo>
                      <a:pt x="476279" y="564753"/>
                    </a:lnTo>
                    <a:lnTo>
                      <a:pt x="472315" y="567928"/>
                    </a:lnTo>
                    <a:lnTo>
                      <a:pt x="467954" y="570707"/>
                    </a:lnTo>
                    <a:lnTo>
                      <a:pt x="463989" y="573882"/>
                    </a:lnTo>
                    <a:lnTo>
                      <a:pt x="459232" y="576660"/>
                    </a:lnTo>
                    <a:lnTo>
                      <a:pt x="454078" y="579438"/>
                    </a:lnTo>
                    <a:lnTo>
                      <a:pt x="448924" y="581422"/>
                    </a:lnTo>
                    <a:lnTo>
                      <a:pt x="443373" y="583010"/>
                    </a:lnTo>
                    <a:lnTo>
                      <a:pt x="437427" y="584994"/>
                    </a:lnTo>
                    <a:lnTo>
                      <a:pt x="431480" y="585788"/>
                    </a:lnTo>
                    <a:lnTo>
                      <a:pt x="424740" y="586185"/>
                    </a:lnTo>
                    <a:lnTo>
                      <a:pt x="418000" y="586185"/>
                    </a:lnTo>
                    <a:lnTo>
                      <a:pt x="411261" y="585788"/>
                    </a:lnTo>
                    <a:lnTo>
                      <a:pt x="403728" y="584200"/>
                    </a:lnTo>
                    <a:lnTo>
                      <a:pt x="396195" y="582216"/>
                    </a:lnTo>
                    <a:lnTo>
                      <a:pt x="388266" y="579835"/>
                    </a:lnTo>
                    <a:lnTo>
                      <a:pt x="379544" y="576263"/>
                    </a:lnTo>
                    <a:lnTo>
                      <a:pt x="370822" y="572294"/>
                    </a:lnTo>
                    <a:lnTo>
                      <a:pt x="361307" y="567531"/>
                    </a:lnTo>
                    <a:lnTo>
                      <a:pt x="350603" y="563166"/>
                    </a:lnTo>
                    <a:lnTo>
                      <a:pt x="392231" y="583010"/>
                    </a:lnTo>
                    <a:lnTo>
                      <a:pt x="411657" y="592138"/>
                    </a:lnTo>
                    <a:lnTo>
                      <a:pt x="420776" y="595710"/>
                    </a:lnTo>
                    <a:lnTo>
                      <a:pt x="429894" y="599282"/>
                    </a:lnTo>
                    <a:lnTo>
                      <a:pt x="438616" y="601663"/>
                    </a:lnTo>
                    <a:lnTo>
                      <a:pt x="446941" y="603647"/>
                    </a:lnTo>
                    <a:lnTo>
                      <a:pt x="454871" y="605235"/>
                    </a:lnTo>
                    <a:lnTo>
                      <a:pt x="462403" y="606028"/>
                    </a:lnTo>
                    <a:lnTo>
                      <a:pt x="469539" y="605632"/>
                    </a:lnTo>
                    <a:lnTo>
                      <a:pt x="472711" y="604441"/>
                    </a:lnTo>
                    <a:lnTo>
                      <a:pt x="476279" y="603647"/>
                    </a:lnTo>
                    <a:lnTo>
                      <a:pt x="479054" y="602853"/>
                    </a:lnTo>
                    <a:lnTo>
                      <a:pt x="481829" y="601266"/>
                    </a:lnTo>
                    <a:lnTo>
                      <a:pt x="485001" y="599678"/>
                    </a:lnTo>
                    <a:lnTo>
                      <a:pt x="487380" y="597694"/>
                    </a:lnTo>
                    <a:lnTo>
                      <a:pt x="489362" y="611982"/>
                    </a:lnTo>
                    <a:lnTo>
                      <a:pt x="489758" y="624682"/>
                    </a:lnTo>
                    <a:lnTo>
                      <a:pt x="489758" y="636985"/>
                    </a:lnTo>
                    <a:lnTo>
                      <a:pt x="488569" y="648891"/>
                    </a:lnTo>
                    <a:lnTo>
                      <a:pt x="490948" y="646907"/>
                    </a:lnTo>
                    <a:lnTo>
                      <a:pt x="492137" y="646510"/>
                    </a:lnTo>
                    <a:lnTo>
                      <a:pt x="493327" y="646113"/>
                    </a:lnTo>
                    <a:lnTo>
                      <a:pt x="493723" y="646510"/>
                    </a:lnTo>
                    <a:lnTo>
                      <a:pt x="494119" y="647303"/>
                    </a:lnTo>
                    <a:lnTo>
                      <a:pt x="494912" y="650875"/>
                    </a:lnTo>
                    <a:lnTo>
                      <a:pt x="495309" y="656432"/>
                    </a:lnTo>
                    <a:lnTo>
                      <a:pt x="495309" y="663575"/>
                    </a:lnTo>
                    <a:lnTo>
                      <a:pt x="494119" y="681435"/>
                    </a:lnTo>
                    <a:lnTo>
                      <a:pt x="491741" y="701279"/>
                    </a:lnTo>
                    <a:lnTo>
                      <a:pt x="489362" y="720725"/>
                    </a:lnTo>
                    <a:lnTo>
                      <a:pt x="486190" y="736600"/>
                    </a:lnTo>
                    <a:lnTo>
                      <a:pt x="485001" y="742554"/>
                    </a:lnTo>
                    <a:lnTo>
                      <a:pt x="484208" y="746522"/>
                    </a:lnTo>
                    <a:lnTo>
                      <a:pt x="483415" y="748507"/>
                    </a:lnTo>
                    <a:lnTo>
                      <a:pt x="483019" y="748507"/>
                    </a:lnTo>
                    <a:lnTo>
                      <a:pt x="482622" y="747713"/>
                    </a:lnTo>
                    <a:lnTo>
                      <a:pt x="481037" y="758032"/>
                    </a:lnTo>
                    <a:lnTo>
                      <a:pt x="479451" y="768350"/>
                    </a:lnTo>
                    <a:lnTo>
                      <a:pt x="477072" y="778272"/>
                    </a:lnTo>
                    <a:lnTo>
                      <a:pt x="474297" y="788194"/>
                    </a:lnTo>
                    <a:lnTo>
                      <a:pt x="471918" y="797719"/>
                    </a:lnTo>
                    <a:lnTo>
                      <a:pt x="468350" y="806451"/>
                    </a:lnTo>
                    <a:lnTo>
                      <a:pt x="465178" y="815976"/>
                    </a:lnTo>
                    <a:lnTo>
                      <a:pt x="460817" y="824310"/>
                    </a:lnTo>
                    <a:lnTo>
                      <a:pt x="457249" y="832644"/>
                    </a:lnTo>
                    <a:lnTo>
                      <a:pt x="452492" y="840582"/>
                    </a:lnTo>
                    <a:lnTo>
                      <a:pt x="447734" y="848122"/>
                    </a:lnTo>
                    <a:lnTo>
                      <a:pt x="443373" y="856060"/>
                    </a:lnTo>
                    <a:lnTo>
                      <a:pt x="438220" y="863204"/>
                    </a:lnTo>
                    <a:lnTo>
                      <a:pt x="432669" y="869951"/>
                    </a:lnTo>
                    <a:lnTo>
                      <a:pt x="427119" y="876301"/>
                    </a:lnTo>
                    <a:lnTo>
                      <a:pt x="421965" y="882254"/>
                    </a:lnTo>
                    <a:lnTo>
                      <a:pt x="416018" y="887810"/>
                    </a:lnTo>
                    <a:lnTo>
                      <a:pt x="410071" y="893366"/>
                    </a:lnTo>
                    <a:lnTo>
                      <a:pt x="404124" y="898922"/>
                    </a:lnTo>
                    <a:lnTo>
                      <a:pt x="398178" y="903685"/>
                    </a:lnTo>
                    <a:lnTo>
                      <a:pt x="391834" y="907654"/>
                    </a:lnTo>
                    <a:lnTo>
                      <a:pt x="385491" y="912019"/>
                    </a:lnTo>
                    <a:lnTo>
                      <a:pt x="379148" y="915591"/>
                    </a:lnTo>
                    <a:lnTo>
                      <a:pt x="372805" y="919163"/>
                    </a:lnTo>
                    <a:lnTo>
                      <a:pt x="366858" y="921941"/>
                    </a:lnTo>
                    <a:lnTo>
                      <a:pt x="360911" y="924719"/>
                    </a:lnTo>
                    <a:lnTo>
                      <a:pt x="354568" y="926704"/>
                    </a:lnTo>
                    <a:lnTo>
                      <a:pt x="348225" y="928688"/>
                    </a:lnTo>
                    <a:lnTo>
                      <a:pt x="342278" y="930276"/>
                    </a:lnTo>
                    <a:lnTo>
                      <a:pt x="335934" y="931069"/>
                    </a:lnTo>
                    <a:lnTo>
                      <a:pt x="329988" y="931863"/>
                    </a:lnTo>
                    <a:lnTo>
                      <a:pt x="324041" y="931863"/>
                    </a:lnTo>
                    <a:lnTo>
                      <a:pt x="319283" y="931863"/>
                    </a:lnTo>
                    <a:lnTo>
                      <a:pt x="314922" y="931069"/>
                    </a:lnTo>
                    <a:lnTo>
                      <a:pt x="309372" y="930276"/>
                    </a:lnTo>
                    <a:lnTo>
                      <a:pt x="304218" y="928291"/>
                    </a:lnTo>
                    <a:lnTo>
                      <a:pt x="298668" y="926704"/>
                    </a:lnTo>
                    <a:lnTo>
                      <a:pt x="293514" y="924323"/>
                    </a:lnTo>
                    <a:lnTo>
                      <a:pt x="287567" y="921544"/>
                    </a:lnTo>
                    <a:lnTo>
                      <a:pt x="281620" y="918369"/>
                    </a:lnTo>
                    <a:lnTo>
                      <a:pt x="275673" y="914797"/>
                    </a:lnTo>
                    <a:lnTo>
                      <a:pt x="269727" y="911226"/>
                    </a:lnTo>
                    <a:lnTo>
                      <a:pt x="263780" y="906860"/>
                    </a:lnTo>
                    <a:lnTo>
                      <a:pt x="257833" y="902494"/>
                    </a:lnTo>
                    <a:lnTo>
                      <a:pt x="251490" y="897732"/>
                    </a:lnTo>
                    <a:lnTo>
                      <a:pt x="245939" y="892572"/>
                    </a:lnTo>
                    <a:lnTo>
                      <a:pt x="239993" y="887016"/>
                    </a:lnTo>
                    <a:lnTo>
                      <a:pt x="234046" y="881063"/>
                    </a:lnTo>
                    <a:lnTo>
                      <a:pt x="228099" y="875110"/>
                    </a:lnTo>
                    <a:lnTo>
                      <a:pt x="222152" y="868760"/>
                    </a:lnTo>
                    <a:lnTo>
                      <a:pt x="216602" y="862013"/>
                    </a:lnTo>
                    <a:lnTo>
                      <a:pt x="210655" y="855663"/>
                    </a:lnTo>
                    <a:lnTo>
                      <a:pt x="205501" y="848122"/>
                    </a:lnTo>
                    <a:lnTo>
                      <a:pt x="200347" y="840582"/>
                    </a:lnTo>
                    <a:lnTo>
                      <a:pt x="195193" y="833041"/>
                    </a:lnTo>
                    <a:lnTo>
                      <a:pt x="190039" y="825104"/>
                    </a:lnTo>
                    <a:lnTo>
                      <a:pt x="185678" y="817166"/>
                    </a:lnTo>
                    <a:lnTo>
                      <a:pt x="181317" y="808832"/>
                    </a:lnTo>
                    <a:lnTo>
                      <a:pt x="176956" y="800101"/>
                    </a:lnTo>
                    <a:lnTo>
                      <a:pt x="173388" y="791369"/>
                    </a:lnTo>
                    <a:lnTo>
                      <a:pt x="169424" y="782638"/>
                    </a:lnTo>
                    <a:lnTo>
                      <a:pt x="166252" y="773113"/>
                    </a:lnTo>
                    <a:lnTo>
                      <a:pt x="163081" y="763985"/>
                    </a:lnTo>
                    <a:lnTo>
                      <a:pt x="160702" y="754460"/>
                    </a:lnTo>
                    <a:lnTo>
                      <a:pt x="158720" y="760413"/>
                    </a:lnTo>
                    <a:lnTo>
                      <a:pt x="155944" y="765572"/>
                    </a:lnTo>
                    <a:lnTo>
                      <a:pt x="154755" y="767160"/>
                    </a:lnTo>
                    <a:lnTo>
                      <a:pt x="153566" y="768747"/>
                    </a:lnTo>
                    <a:lnTo>
                      <a:pt x="152376" y="769541"/>
                    </a:lnTo>
                    <a:lnTo>
                      <a:pt x="151187" y="769541"/>
                    </a:lnTo>
                    <a:lnTo>
                      <a:pt x="149205" y="769144"/>
                    </a:lnTo>
                    <a:lnTo>
                      <a:pt x="148015" y="768350"/>
                    </a:lnTo>
                    <a:lnTo>
                      <a:pt x="146430" y="766763"/>
                    </a:lnTo>
                    <a:lnTo>
                      <a:pt x="145240" y="764779"/>
                    </a:lnTo>
                    <a:lnTo>
                      <a:pt x="143654" y="762397"/>
                    </a:lnTo>
                    <a:lnTo>
                      <a:pt x="142465" y="759222"/>
                    </a:lnTo>
                    <a:lnTo>
                      <a:pt x="140483" y="751682"/>
                    </a:lnTo>
                    <a:lnTo>
                      <a:pt x="138897" y="742950"/>
                    </a:lnTo>
                    <a:lnTo>
                      <a:pt x="136915" y="732632"/>
                    </a:lnTo>
                    <a:lnTo>
                      <a:pt x="136122" y="721519"/>
                    </a:lnTo>
                    <a:lnTo>
                      <a:pt x="136122" y="709216"/>
                    </a:lnTo>
                    <a:lnTo>
                      <a:pt x="136122" y="698104"/>
                    </a:lnTo>
                    <a:lnTo>
                      <a:pt x="136915" y="687785"/>
                    </a:lnTo>
                    <a:lnTo>
                      <a:pt x="138500" y="678260"/>
                    </a:lnTo>
                    <a:lnTo>
                      <a:pt x="139690" y="669528"/>
                    </a:lnTo>
                    <a:lnTo>
                      <a:pt x="141672" y="662385"/>
                    </a:lnTo>
                    <a:lnTo>
                      <a:pt x="143654" y="656432"/>
                    </a:lnTo>
                    <a:lnTo>
                      <a:pt x="145240" y="654447"/>
                    </a:lnTo>
                    <a:lnTo>
                      <a:pt x="146033" y="652066"/>
                    </a:lnTo>
                    <a:lnTo>
                      <a:pt x="147222" y="650875"/>
                    </a:lnTo>
                    <a:lnTo>
                      <a:pt x="148808" y="649685"/>
                    </a:lnTo>
                    <a:lnTo>
                      <a:pt x="144844" y="644922"/>
                    </a:lnTo>
                    <a:lnTo>
                      <a:pt x="141276" y="640557"/>
                    </a:lnTo>
                    <a:lnTo>
                      <a:pt x="138500" y="635397"/>
                    </a:lnTo>
                    <a:lnTo>
                      <a:pt x="135725" y="629841"/>
                    </a:lnTo>
                    <a:lnTo>
                      <a:pt x="133743" y="623888"/>
                    </a:lnTo>
                    <a:lnTo>
                      <a:pt x="132554" y="618728"/>
                    </a:lnTo>
                    <a:lnTo>
                      <a:pt x="131364" y="612378"/>
                    </a:lnTo>
                    <a:lnTo>
                      <a:pt x="130175" y="606425"/>
                    </a:lnTo>
                    <a:lnTo>
                      <a:pt x="130175" y="600075"/>
                    </a:lnTo>
                    <a:lnTo>
                      <a:pt x="130175" y="593725"/>
                    </a:lnTo>
                    <a:lnTo>
                      <a:pt x="130968" y="586978"/>
                    </a:lnTo>
                    <a:lnTo>
                      <a:pt x="131364" y="580628"/>
                    </a:lnTo>
                    <a:lnTo>
                      <a:pt x="132554" y="574278"/>
                    </a:lnTo>
                    <a:lnTo>
                      <a:pt x="133743" y="567531"/>
                    </a:lnTo>
                    <a:lnTo>
                      <a:pt x="136518" y="554831"/>
                    </a:lnTo>
                    <a:lnTo>
                      <a:pt x="140879" y="542528"/>
                    </a:lnTo>
                    <a:lnTo>
                      <a:pt x="145240" y="531416"/>
                    </a:lnTo>
                    <a:lnTo>
                      <a:pt x="149998" y="520700"/>
                    </a:lnTo>
                    <a:lnTo>
                      <a:pt x="154755" y="511175"/>
                    </a:lnTo>
                    <a:lnTo>
                      <a:pt x="159909" y="502841"/>
                    </a:lnTo>
                    <a:lnTo>
                      <a:pt x="163874" y="496094"/>
                    </a:lnTo>
                    <a:lnTo>
                      <a:pt x="168234" y="491728"/>
                    </a:lnTo>
                    <a:lnTo>
                      <a:pt x="169820" y="490141"/>
                    </a:lnTo>
                    <a:lnTo>
                      <a:pt x="171803" y="488950"/>
                    </a:lnTo>
                    <a:lnTo>
                      <a:pt x="180525" y="484981"/>
                    </a:lnTo>
                    <a:lnTo>
                      <a:pt x="188850" y="480616"/>
                    </a:lnTo>
                    <a:lnTo>
                      <a:pt x="197176" y="477044"/>
                    </a:lnTo>
                    <a:lnTo>
                      <a:pt x="206294" y="473472"/>
                    </a:lnTo>
                    <a:lnTo>
                      <a:pt x="214620" y="470694"/>
                    </a:lnTo>
                    <a:lnTo>
                      <a:pt x="222549" y="467519"/>
                    </a:lnTo>
                    <a:lnTo>
                      <a:pt x="239596" y="463153"/>
                    </a:lnTo>
                    <a:lnTo>
                      <a:pt x="255454" y="459581"/>
                    </a:lnTo>
                    <a:lnTo>
                      <a:pt x="270916" y="456803"/>
                    </a:lnTo>
                    <a:lnTo>
                      <a:pt x="286774" y="454819"/>
                    </a:lnTo>
                    <a:lnTo>
                      <a:pt x="301839" y="454025"/>
                    </a:lnTo>
                    <a:close/>
                    <a:moveTo>
                      <a:pt x="634999" y="33338"/>
                    </a:moveTo>
                    <a:lnTo>
                      <a:pt x="647699" y="33338"/>
                    </a:lnTo>
                    <a:lnTo>
                      <a:pt x="660003" y="33734"/>
                    </a:lnTo>
                    <a:lnTo>
                      <a:pt x="671512" y="34923"/>
                    </a:lnTo>
                    <a:lnTo>
                      <a:pt x="683418" y="36903"/>
                    </a:lnTo>
                    <a:lnTo>
                      <a:pt x="695325" y="39280"/>
                    </a:lnTo>
                    <a:lnTo>
                      <a:pt x="706437" y="42052"/>
                    </a:lnTo>
                    <a:lnTo>
                      <a:pt x="697309" y="50766"/>
                    </a:lnTo>
                    <a:lnTo>
                      <a:pt x="688975" y="59877"/>
                    </a:lnTo>
                    <a:lnTo>
                      <a:pt x="681434" y="69383"/>
                    </a:lnTo>
                    <a:lnTo>
                      <a:pt x="673893" y="79285"/>
                    </a:lnTo>
                    <a:lnTo>
                      <a:pt x="667146" y="89188"/>
                    </a:lnTo>
                    <a:lnTo>
                      <a:pt x="660796" y="99486"/>
                    </a:lnTo>
                    <a:lnTo>
                      <a:pt x="654843" y="109785"/>
                    </a:lnTo>
                    <a:lnTo>
                      <a:pt x="649287" y="120875"/>
                    </a:lnTo>
                    <a:lnTo>
                      <a:pt x="644524" y="131966"/>
                    </a:lnTo>
                    <a:lnTo>
                      <a:pt x="640556" y="143057"/>
                    </a:lnTo>
                    <a:lnTo>
                      <a:pt x="636587" y="154543"/>
                    </a:lnTo>
                    <a:lnTo>
                      <a:pt x="633809" y="166426"/>
                    </a:lnTo>
                    <a:lnTo>
                      <a:pt x="631824" y="177913"/>
                    </a:lnTo>
                    <a:lnTo>
                      <a:pt x="629840" y="189796"/>
                    </a:lnTo>
                    <a:lnTo>
                      <a:pt x="628649" y="202075"/>
                    </a:lnTo>
                    <a:lnTo>
                      <a:pt x="628649" y="214750"/>
                    </a:lnTo>
                    <a:lnTo>
                      <a:pt x="628649" y="224256"/>
                    </a:lnTo>
                    <a:lnTo>
                      <a:pt x="629443" y="233762"/>
                    </a:lnTo>
                    <a:lnTo>
                      <a:pt x="630237" y="243269"/>
                    </a:lnTo>
                    <a:lnTo>
                      <a:pt x="632221" y="252379"/>
                    </a:lnTo>
                    <a:lnTo>
                      <a:pt x="633809" y="261885"/>
                    </a:lnTo>
                    <a:lnTo>
                      <a:pt x="635793" y="270995"/>
                    </a:lnTo>
                    <a:lnTo>
                      <a:pt x="638968" y="280502"/>
                    </a:lnTo>
                    <a:lnTo>
                      <a:pt x="641746" y="289216"/>
                    </a:lnTo>
                    <a:lnTo>
                      <a:pt x="644921" y="297930"/>
                    </a:lnTo>
                    <a:lnTo>
                      <a:pt x="648890" y="306644"/>
                    </a:lnTo>
                    <a:lnTo>
                      <a:pt x="652859" y="315358"/>
                    </a:lnTo>
                    <a:lnTo>
                      <a:pt x="657224" y="323676"/>
                    </a:lnTo>
                    <a:lnTo>
                      <a:pt x="661987" y="331994"/>
                    </a:lnTo>
                    <a:lnTo>
                      <a:pt x="667543" y="340312"/>
                    </a:lnTo>
                    <a:lnTo>
                      <a:pt x="673099" y="348630"/>
                    </a:lnTo>
                    <a:lnTo>
                      <a:pt x="678656" y="356552"/>
                    </a:lnTo>
                    <a:lnTo>
                      <a:pt x="667146" y="358928"/>
                    </a:lnTo>
                    <a:lnTo>
                      <a:pt x="655240" y="360513"/>
                    </a:lnTo>
                    <a:lnTo>
                      <a:pt x="643731" y="362097"/>
                    </a:lnTo>
                    <a:lnTo>
                      <a:pt x="573087" y="436563"/>
                    </a:lnTo>
                    <a:lnTo>
                      <a:pt x="552846" y="352195"/>
                    </a:lnTo>
                    <a:lnTo>
                      <a:pt x="541337" y="348630"/>
                    </a:lnTo>
                    <a:lnTo>
                      <a:pt x="530224" y="343877"/>
                    </a:lnTo>
                    <a:lnTo>
                      <a:pt x="519509" y="338332"/>
                    </a:lnTo>
                    <a:lnTo>
                      <a:pt x="508793" y="332390"/>
                    </a:lnTo>
                    <a:lnTo>
                      <a:pt x="499268" y="326053"/>
                    </a:lnTo>
                    <a:lnTo>
                      <a:pt x="490140" y="319319"/>
                    </a:lnTo>
                    <a:lnTo>
                      <a:pt x="481409" y="311793"/>
                    </a:lnTo>
                    <a:lnTo>
                      <a:pt x="473471" y="303871"/>
                    </a:lnTo>
                    <a:lnTo>
                      <a:pt x="465931" y="295553"/>
                    </a:lnTo>
                    <a:lnTo>
                      <a:pt x="459184" y="286443"/>
                    </a:lnTo>
                    <a:lnTo>
                      <a:pt x="453231" y="277333"/>
                    </a:lnTo>
                    <a:lnTo>
                      <a:pt x="447674" y="267827"/>
                    </a:lnTo>
                    <a:lnTo>
                      <a:pt x="443309" y="257924"/>
                    </a:lnTo>
                    <a:lnTo>
                      <a:pt x="439737" y="247626"/>
                    </a:lnTo>
                    <a:lnTo>
                      <a:pt x="436959" y="236535"/>
                    </a:lnTo>
                    <a:lnTo>
                      <a:pt x="434578" y="225444"/>
                    </a:lnTo>
                    <a:lnTo>
                      <a:pt x="433784" y="217126"/>
                    </a:lnTo>
                    <a:lnTo>
                      <a:pt x="433387" y="208808"/>
                    </a:lnTo>
                    <a:lnTo>
                      <a:pt x="433387" y="200490"/>
                    </a:lnTo>
                    <a:lnTo>
                      <a:pt x="434181" y="192568"/>
                    </a:lnTo>
                    <a:lnTo>
                      <a:pt x="434974" y="183854"/>
                    </a:lnTo>
                    <a:lnTo>
                      <a:pt x="436959" y="175932"/>
                    </a:lnTo>
                    <a:lnTo>
                      <a:pt x="438943" y="168011"/>
                    </a:lnTo>
                    <a:lnTo>
                      <a:pt x="441324" y="160089"/>
                    </a:lnTo>
                    <a:lnTo>
                      <a:pt x="444499" y="152563"/>
                    </a:lnTo>
                    <a:lnTo>
                      <a:pt x="447674" y="145037"/>
                    </a:lnTo>
                    <a:lnTo>
                      <a:pt x="451643" y="137115"/>
                    </a:lnTo>
                    <a:lnTo>
                      <a:pt x="456009" y="129985"/>
                    </a:lnTo>
                    <a:lnTo>
                      <a:pt x="460374" y="122856"/>
                    </a:lnTo>
                    <a:lnTo>
                      <a:pt x="465534" y="115726"/>
                    </a:lnTo>
                    <a:lnTo>
                      <a:pt x="471090" y="108992"/>
                    </a:lnTo>
                    <a:lnTo>
                      <a:pt x="476646" y="102259"/>
                    </a:lnTo>
                    <a:lnTo>
                      <a:pt x="482996" y="95921"/>
                    </a:lnTo>
                    <a:lnTo>
                      <a:pt x="488949" y="89980"/>
                    </a:lnTo>
                    <a:lnTo>
                      <a:pt x="495696" y="84434"/>
                    </a:lnTo>
                    <a:lnTo>
                      <a:pt x="503237" y="78889"/>
                    </a:lnTo>
                    <a:lnTo>
                      <a:pt x="510778" y="73344"/>
                    </a:lnTo>
                    <a:lnTo>
                      <a:pt x="518318" y="68195"/>
                    </a:lnTo>
                    <a:lnTo>
                      <a:pt x="526256" y="63441"/>
                    </a:lnTo>
                    <a:lnTo>
                      <a:pt x="534590" y="59084"/>
                    </a:lnTo>
                    <a:lnTo>
                      <a:pt x="543321" y="54727"/>
                    </a:lnTo>
                    <a:lnTo>
                      <a:pt x="552449" y="51162"/>
                    </a:lnTo>
                    <a:lnTo>
                      <a:pt x="561181" y="47598"/>
                    </a:lnTo>
                    <a:lnTo>
                      <a:pt x="570309" y="44429"/>
                    </a:lnTo>
                    <a:lnTo>
                      <a:pt x="580231" y="41656"/>
                    </a:lnTo>
                    <a:lnTo>
                      <a:pt x="589756" y="39280"/>
                    </a:lnTo>
                    <a:lnTo>
                      <a:pt x="600074" y="37299"/>
                    </a:lnTo>
                    <a:lnTo>
                      <a:pt x="609996" y="35319"/>
                    </a:lnTo>
                    <a:lnTo>
                      <a:pt x="622696" y="34130"/>
                    </a:lnTo>
                    <a:lnTo>
                      <a:pt x="634999" y="33338"/>
                    </a:lnTo>
                    <a:close/>
                    <a:moveTo>
                      <a:pt x="942975" y="0"/>
                    </a:moveTo>
                    <a:lnTo>
                      <a:pt x="956886" y="396"/>
                    </a:lnTo>
                    <a:lnTo>
                      <a:pt x="970400" y="793"/>
                    </a:lnTo>
                    <a:lnTo>
                      <a:pt x="983119" y="2378"/>
                    </a:lnTo>
                    <a:lnTo>
                      <a:pt x="996236" y="4359"/>
                    </a:lnTo>
                    <a:lnTo>
                      <a:pt x="1009352" y="6737"/>
                    </a:lnTo>
                    <a:lnTo>
                      <a:pt x="1022071" y="9907"/>
                    </a:lnTo>
                    <a:lnTo>
                      <a:pt x="1034392" y="13078"/>
                    </a:lnTo>
                    <a:lnTo>
                      <a:pt x="1046714" y="17040"/>
                    </a:lnTo>
                    <a:lnTo>
                      <a:pt x="1058638" y="21003"/>
                    </a:lnTo>
                    <a:lnTo>
                      <a:pt x="1069767" y="25759"/>
                    </a:lnTo>
                    <a:lnTo>
                      <a:pt x="1080896" y="31307"/>
                    </a:lnTo>
                    <a:lnTo>
                      <a:pt x="1091628" y="36855"/>
                    </a:lnTo>
                    <a:lnTo>
                      <a:pt x="1102359" y="42403"/>
                    </a:lnTo>
                    <a:lnTo>
                      <a:pt x="1112693" y="48743"/>
                    </a:lnTo>
                    <a:lnTo>
                      <a:pt x="1121835" y="55480"/>
                    </a:lnTo>
                    <a:lnTo>
                      <a:pt x="1130977" y="62613"/>
                    </a:lnTo>
                    <a:lnTo>
                      <a:pt x="1140119" y="70143"/>
                    </a:lnTo>
                    <a:lnTo>
                      <a:pt x="1148465" y="78465"/>
                    </a:lnTo>
                    <a:lnTo>
                      <a:pt x="1156415" y="86390"/>
                    </a:lnTo>
                    <a:lnTo>
                      <a:pt x="1163966" y="94712"/>
                    </a:lnTo>
                    <a:lnTo>
                      <a:pt x="1170723" y="103431"/>
                    </a:lnTo>
                    <a:lnTo>
                      <a:pt x="1177083" y="112545"/>
                    </a:lnTo>
                    <a:lnTo>
                      <a:pt x="1183045" y="121660"/>
                    </a:lnTo>
                    <a:lnTo>
                      <a:pt x="1188609" y="130774"/>
                    </a:lnTo>
                    <a:lnTo>
                      <a:pt x="1192982" y="141078"/>
                    </a:lnTo>
                    <a:lnTo>
                      <a:pt x="1197354" y="150589"/>
                    </a:lnTo>
                    <a:lnTo>
                      <a:pt x="1201328" y="160892"/>
                    </a:lnTo>
                    <a:lnTo>
                      <a:pt x="1204111" y="171195"/>
                    </a:lnTo>
                    <a:lnTo>
                      <a:pt x="1206098" y="181895"/>
                    </a:lnTo>
                    <a:lnTo>
                      <a:pt x="1208085" y="192991"/>
                    </a:lnTo>
                    <a:lnTo>
                      <a:pt x="1209278" y="203294"/>
                    </a:lnTo>
                    <a:lnTo>
                      <a:pt x="1209675" y="214787"/>
                    </a:lnTo>
                    <a:lnTo>
                      <a:pt x="1209278" y="225486"/>
                    </a:lnTo>
                    <a:lnTo>
                      <a:pt x="1208085" y="236582"/>
                    </a:lnTo>
                    <a:lnTo>
                      <a:pt x="1206098" y="247282"/>
                    </a:lnTo>
                    <a:lnTo>
                      <a:pt x="1204111" y="257586"/>
                    </a:lnTo>
                    <a:lnTo>
                      <a:pt x="1201328" y="268285"/>
                    </a:lnTo>
                    <a:lnTo>
                      <a:pt x="1197354" y="278192"/>
                    </a:lnTo>
                    <a:lnTo>
                      <a:pt x="1192982" y="288496"/>
                    </a:lnTo>
                    <a:lnTo>
                      <a:pt x="1188609" y="298007"/>
                    </a:lnTo>
                    <a:lnTo>
                      <a:pt x="1183045" y="307914"/>
                    </a:lnTo>
                    <a:lnTo>
                      <a:pt x="1177083" y="317028"/>
                    </a:lnTo>
                    <a:lnTo>
                      <a:pt x="1170723" y="325747"/>
                    </a:lnTo>
                    <a:lnTo>
                      <a:pt x="1163966" y="334861"/>
                    </a:lnTo>
                    <a:lnTo>
                      <a:pt x="1156415" y="343183"/>
                    </a:lnTo>
                    <a:lnTo>
                      <a:pt x="1148465" y="351109"/>
                    </a:lnTo>
                    <a:lnTo>
                      <a:pt x="1140119" y="358638"/>
                    </a:lnTo>
                    <a:lnTo>
                      <a:pt x="1130977" y="366168"/>
                    </a:lnTo>
                    <a:lnTo>
                      <a:pt x="1121835" y="373301"/>
                    </a:lnTo>
                    <a:lnTo>
                      <a:pt x="1112693" y="380038"/>
                    </a:lnTo>
                    <a:lnTo>
                      <a:pt x="1102359" y="386378"/>
                    </a:lnTo>
                    <a:lnTo>
                      <a:pt x="1091628" y="392323"/>
                    </a:lnTo>
                    <a:lnTo>
                      <a:pt x="1080896" y="398267"/>
                    </a:lnTo>
                    <a:lnTo>
                      <a:pt x="1069767" y="403419"/>
                    </a:lnTo>
                    <a:lnTo>
                      <a:pt x="1058638" y="407778"/>
                    </a:lnTo>
                    <a:lnTo>
                      <a:pt x="1046714" y="412137"/>
                    </a:lnTo>
                    <a:lnTo>
                      <a:pt x="1034392" y="416496"/>
                    </a:lnTo>
                    <a:lnTo>
                      <a:pt x="1022071" y="419666"/>
                    </a:lnTo>
                    <a:lnTo>
                      <a:pt x="1009352" y="422440"/>
                    </a:lnTo>
                    <a:lnTo>
                      <a:pt x="996236" y="424818"/>
                    </a:lnTo>
                    <a:lnTo>
                      <a:pt x="983119" y="426799"/>
                    </a:lnTo>
                    <a:lnTo>
                      <a:pt x="970400" y="427988"/>
                    </a:lnTo>
                    <a:lnTo>
                      <a:pt x="956886" y="429177"/>
                    </a:lnTo>
                    <a:lnTo>
                      <a:pt x="942975" y="429573"/>
                    </a:lnTo>
                    <a:lnTo>
                      <a:pt x="931051" y="429573"/>
                    </a:lnTo>
                    <a:lnTo>
                      <a:pt x="923897" y="438292"/>
                    </a:lnTo>
                    <a:lnTo>
                      <a:pt x="921512" y="440669"/>
                    </a:lnTo>
                    <a:lnTo>
                      <a:pt x="920320" y="442651"/>
                    </a:lnTo>
                    <a:lnTo>
                      <a:pt x="919525" y="444632"/>
                    </a:lnTo>
                    <a:lnTo>
                      <a:pt x="918730" y="447010"/>
                    </a:lnTo>
                    <a:lnTo>
                      <a:pt x="918332" y="449784"/>
                    </a:lnTo>
                    <a:lnTo>
                      <a:pt x="917935" y="453351"/>
                    </a:lnTo>
                    <a:lnTo>
                      <a:pt x="917537" y="457710"/>
                    </a:lnTo>
                    <a:lnTo>
                      <a:pt x="917935" y="468806"/>
                    </a:lnTo>
                    <a:lnTo>
                      <a:pt x="919127" y="484657"/>
                    </a:lnTo>
                    <a:lnTo>
                      <a:pt x="921512" y="506056"/>
                    </a:lnTo>
                    <a:lnTo>
                      <a:pt x="925487" y="533400"/>
                    </a:lnTo>
                    <a:lnTo>
                      <a:pt x="803862" y="397474"/>
                    </a:lnTo>
                    <a:lnTo>
                      <a:pt x="799490" y="395493"/>
                    </a:lnTo>
                    <a:lnTo>
                      <a:pt x="785578" y="387171"/>
                    </a:lnTo>
                    <a:lnTo>
                      <a:pt x="772064" y="378849"/>
                    </a:lnTo>
                    <a:lnTo>
                      <a:pt x="759346" y="370131"/>
                    </a:lnTo>
                    <a:lnTo>
                      <a:pt x="747819" y="360223"/>
                    </a:lnTo>
                    <a:lnTo>
                      <a:pt x="736690" y="350713"/>
                    </a:lnTo>
                    <a:lnTo>
                      <a:pt x="726753" y="339617"/>
                    </a:lnTo>
                    <a:lnTo>
                      <a:pt x="717214" y="328917"/>
                    </a:lnTo>
                    <a:lnTo>
                      <a:pt x="708867" y="317425"/>
                    </a:lnTo>
                    <a:lnTo>
                      <a:pt x="701713" y="305536"/>
                    </a:lnTo>
                    <a:lnTo>
                      <a:pt x="694956" y="293251"/>
                    </a:lnTo>
                    <a:lnTo>
                      <a:pt x="689391" y="280966"/>
                    </a:lnTo>
                    <a:lnTo>
                      <a:pt x="687007" y="274626"/>
                    </a:lnTo>
                    <a:lnTo>
                      <a:pt x="684622" y="268285"/>
                    </a:lnTo>
                    <a:lnTo>
                      <a:pt x="682635" y="261548"/>
                    </a:lnTo>
                    <a:lnTo>
                      <a:pt x="681045" y="255208"/>
                    </a:lnTo>
                    <a:lnTo>
                      <a:pt x="679852" y="248471"/>
                    </a:lnTo>
                    <a:lnTo>
                      <a:pt x="678660" y="241734"/>
                    </a:lnTo>
                    <a:lnTo>
                      <a:pt x="677467" y="234997"/>
                    </a:lnTo>
                    <a:lnTo>
                      <a:pt x="676673" y="228260"/>
                    </a:lnTo>
                    <a:lnTo>
                      <a:pt x="676275" y="221524"/>
                    </a:lnTo>
                    <a:lnTo>
                      <a:pt x="676275" y="214787"/>
                    </a:lnTo>
                    <a:lnTo>
                      <a:pt x="676673" y="203294"/>
                    </a:lnTo>
                    <a:lnTo>
                      <a:pt x="677467" y="192991"/>
                    </a:lnTo>
                    <a:lnTo>
                      <a:pt x="679455" y="181895"/>
                    </a:lnTo>
                    <a:lnTo>
                      <a:pt x="681840" y="171195"/>
                    </a:lnTo>
                    <a:lnTo>
                      <a:pt x="684622" y="160892"/>
                    </a:lnTo>
                    <a:lnTo>
                      <a:pt x="688199" y="150589"/>
                    </a:lnTo>
                    <a:lnTo>
                      <a:pt x="692571" y="141078"/>
                    </a:lnTo>
                    <a:lnTo>
                      <a:pt x="696943" y="130774"/>
                    </a:lnTo>
                    <a:lnTo>
                      <a:pt x="702508" y="121660"/>
                    </a:lnTo>
                    <a:lnTo>
                      <a:pt x="708470" y="112545"/>
                    </a:lnTo>
                    <a:lnTo>
                      <a:pt x="714829" y="103431"/>
                    </a:lnTo>
                    <a:lnTo>
                      <a:pt x="721984" y="94712"/>
                    </a:lnTo>
                    <a:lnTo>
                      <a:pt x="729138" y="86390"/>
                    </a:lnTo>
                    <a:lnTo>
                      <a:pt x="737087" y="78465"/>
                    </a:lnTo>
                    <a:lnTo>
                      <a:pt x="745434" y="70143"/>
                    </a:lnTo>
                    <a:lnTo>
                      <a:pt x="754576" y="62613"/>
                    </a:lnTo>
                    <a:lnTo>
                      <a:pt x="763718" y="55480"/>
                    </a:lnTo>
                    <a:lnTo>
                      <a:pt x="773654" y="48743"/>
                    </a:lnTo>
                    <a:lnTo>
                      <a:pt x="783591" y="42403"/>
                    </a:lnTo>
                    <a:lnTo>
                      <a:pt x="793925" y="36855"/>
                    </a:lnTo>
                    <a:lnTo>
                      <a:pt x="804657" y="31307"/>
                    </a:lnTo>
                    <a:lnTo>
                      <a:pt x="815786" y="25759"/>
                    </a:lnTo>
                    <a:lnTo>
                      <a:pt x="827710" y="21003"/>
                    </a:lnTo>
                    <a:lnTo>
                      <a:pt x="839236" y="17040"/>
                    </a:lnTo>
                    <a:lnTo>
                      <a:pt x="851160" y="13078"/>
                    </a:lnTo>
                    <a:lnTo>
                      <a:pt x="863879" y="9907"/>
                    </a:lnTo>
                    <a:lnTo>
                      <a:pt x="876598" y="6737"/>
                    </a:lnTo>
                    <a:lnTo>
                      <a:pt x="889317" y="4359"/>
                    </a:lnTo>
                    <a:lnTo>
                      <a:pt x="902434" y="2378"/>
                    </a:lnTo>
                    <a:lnTo>
                      <a:pt x="915947" y="793"/>
                    </a:lnTo>
                    <a:lnTo>
                      <a:pt x="929461" y="396"/>
                    </a:lnTo>
                    <a:lnTo>
                      <a:pt x="942975" y="0"/>
                    </a:lnTo>
                    <a:close/>
                  </a:path>
                </a:pathLst>
              </a:custGeom>
              <a:solidFill>
                <a:schemeClr val="bg1"/>
              </a:solidFill>
              <a:ln>
                <a:noFill/>
              </a:ln>
            </p:spPr>
            <p:txBody>
              <a:bodyPr anchor="ctr">
                <a:scene3d>
                  <a:camera prst="orthographicFront"/>
                  <a:lightRig rig="threePt" dir="t"/>
                </a:scene3d>
              </a:bodyPr>
              <a:lstStyle/>
              <a:p>
                <a:pPr algn="ctr">
                  <a:defRPr/>
                </a:pPr>
                <a:endParaRPr lang="zh-CN" altLang="en-US">
                  <a:solidFill>
                    <a:srgbClr val="FFFFFF"/>
                  </a:solidFill>
                  <a:ea typeface="字魂创中黑"/>
                  <a:cs typeface="字魂创中黑" panose="00000500000000000000" charset="-122"/>
                </a:endParaRPr>
              </a:p>
            </p:txBody>
          </p:sp>
        </p:grpSp>
        <p:grpSp>
          <p:nvGrpSpPr>
            <p:cNvPr id="58" name="图形"/>
            <p:cNvGrpSpPr/>
            <p:nvPr/>
          </p:nvGrpSpPr>
          <p:grpSpPr>
            <a:xfrm>
              <a:off x="13798" y="4399"/>
              <a:ext cx="1254" cy="477"/>
              <a:chOff x="8857205" y="2623503"/>
              <a:chExt cx="796226" cy="303118"/>
            </a:xfrm>
          </p:grpSpPr>
          <p:sp>
            <p:nvSpPr>
              <p:cNvPr id="59" name="图形"/>
              <p:cNvSpPr/>
              <p:nvPr>
                <p:custDataLst>
                  <p:tags r:id="rId12"/>
                </p:custDataLst>
              </p:nvPr>
            </p:nvSpPr>
            <p:spPr>
              <a:xfrm>
                <a:off x="9134141" y="2743541"/>
                <a:ext cx="236622" cy="56133"/>
              </a:xfrm>
              <a:prstGeom prst="ellipse">
                <a:avLst/>
              </a:prstGeom>
              <a:noFill/>
              <a:ln>
                <a:solidFill>
                  <a:schemeClr val="accent2">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25000" lnSpcReduction="20000"/>
              </a:bodyPr>
              <a:lstStyle/>
              <a:p>
                <a:pPr algn="ctr" eaLnBrk="1" fontAlgn="auto" hangingPunct="1">
                  <a:spcBef>
                    <a:spcPct val="0"/>
                  </a:spcBef>
                  <a:spcAft>
                    <a:spcPct val="0"/>
                  </a:spcAft>
                  <a:defRPr/>
                </a:pPr>
                <a:endParaRPr lang="zh-CN" altLang="en-US" sz="1400">
                  <a:solidFill>
                    <a:schemeClr val="tx1"/>
                  </a:solidFill>
                  <a:cs typeface="字魂创中黑" panose="00000500000000000000" charset="-122"/>
                </a:endParaRPr>
              </a:p>
            </p:txBody>
          </p:sp>
          <p:sp>
            <p:nvSpPr>
              <p:cNvPr id="56" name="图形"/>
              <p:cNvSpPr/>
              <p:nvPr>
                <p:custDataLst>
                  <p:tags r:id="rId13"/>
                </p:custDataLst>
              </p:nvPr>
            </p:nvSpPr>
            <p:spPr>
              <a:xfrm>
                <a:off x="8857205" y="2623503"/>
                <a:ext cx="796226" cy="303118"/>
              </a:xfrm>
              <a:prstGeom prst="ellipse">
                <a:avLst/>
              </a:prstGeom>
              <a:noFill/>
              <a:ln w="50800">
                <a:solidFill>
                  <a:schemeClr val="accent2">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70000" lnSpcReduction="20000"/>
              </a:bodyPr>
              <a:lstStyle/>
              <a:p>
                <a:pPr algn="ctr" eaLnBrk="1" fontAlgn="auto" hangingPunct="1">
                  <a:spcBef>
                    <a:spcPct val="0"/>
                  </a:spcBef>
                  <a:spcAft>
                    <a:spcPct val="0"/>
                  </a:spcAft>
                  <a:defRPr/>
                </a:pPr>
                <a:endParaRPr lang="zh-CN" altLang="en-US" sz="1400">
                  <a:solidFill>
                    <a:schemeClr val="tx1"/>
                  </a:solidFill>
                  <a:cs typeface="字魂创中黑" panose="00000500000000000000" charset="-122"/>
                </a:endParaRPr>
              </a:p>
            </p:txBody>
          </p:sp>
          <p:sp>
            <p:nvSpPr>
              <p:cNvPr id="57" name="图形"/>
              <p:cNvSpPr/>
              <p:nvPr>
                <p:custDataLst>
                  <p:tags r:id="rId14"/>
                </p:custDataLst>
              </p:nvPr>
            </p:nvSpPr>
            <p:spPr>
              <a:xfrm>
                <a:off x="9157733" y="2748723"/>
                <a:ext cx="195170" cy="4577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25000" lnSpcReduction="20000"/>
              </a:bodyPr>
              <a:lstStyle/>
              <a:p>
                <a:pPr algn="ctr" eaLnBrk="1" fontAlgn="auto" hangingPunct="1">
                  <a:spcBef>
                    <a:spcPct val="0"/>
                  </a:spcBef>
                  <a:spcAft>
                    <a:spcPct val="0"/>
                  </a:spcAft>
                  <a:defRPr/>
                </a:pPr>
                <a:endParaRPr lang="zh-CN" altLang="en-US" sz="1400">
                  <a:solidFill>
                    <a:schemeClr val="tx1"/>
                  </a:solidFill>
                  <a:cs typeface="字魂创中黑" panose="00000500000000000000" charset="-122"/>
                </a:endParaRPr>
              </a:p>
            </p:txBody>
          </p:sp>
        </p:grpSp>
        <p:grpSp>
          <p:nvGrpSpPr>
            <p:cNvPr id="61" name="图形"/>
            <p:cNvGrpSpPr/>
            <p:nvPr/>
          </p:nvGrpSpPr>
          <p:grpSpPr>
            <a:xfrm>
              <a:off x="13949" y="3200"/>
              <a:ext cx="952" cy="1198"/>
              <a:chOff x="8953063" y="1862685"/>
              <a:chExt cx="604510" cy="760818"/>
            </a:xfrm>
          </p:grpSpPr>
          <p:sp>
            <p:nvSpPr>
              <p:cNvPr id="63" name="图形"/>
              <p:cNvSpPr/>
              <p:nvPr>
                <p:custDataLst>
                  <p:tags r:id="rId15"/>
                </p:custDataLst>
              </p:nvPr>
            </p:nvSpPr>
            <p:spPr>
              <a:xfrm rot="8100000">
                <a:off x="8953063" y="1862685"/>
                <a:ext cx="604510" cy="604509"/>
              </a:xfrm>
              <a:prstGeom prst="teardrop">
                <a:avLst>
                  <a:gd name="adj" fmla="val 12440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fontAlgn="auto" hangingPunct="1">
                  <a:spcBef>
                    <a:spcPct val="0"/>
                  </a:spcBef>
                  <a:spcAft>
                    <a:spcPct val="0"/>
                  </a:spcAft>
                  <a:defRPr/>
                </a:pPr>
                <a:endParaRPr lang="zh-CN" altLang="en-US" sz="1400">
                  <a:solidFill>
                    <a:schemeClr val="tx1"/>
                  </a:solidFill>
                  <a:cs typeface="字魂创中黑" panose="00000500000000000000" charset="-122"/>
                </a:endParaRPr>
              </a:p>
            </p:txBody>
          </p:sp>
          <p:sp>
            <p:nvSpPr>
              <p:cNvPr id="64" name="图形"/>
              <p:cNvSpPr/>
              <p:nvPr>
                <p:custDataLst>
                  <p:tags r:id="rId16"/>
                </p:custDataLst>
              </p:nvPr>
            </p:nvSpPr>
            <p:spPr>
              <a:xfrm rot="10800000">
                <a:off x="9191412" y="2512964"/>
                <a:ext cx="127811" cy="110539"/>
              </a:xfrm>
              <a:prstGeom prst="triangl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25000" lnSpcReduction="20000"/>
              </a:bodyPr>
              <a:lstStyle/>
              <a:p>
                <a:pPr algn="ctr" eaLnBrk="1" fontAlgn="auto" hangingPunct="1">
                  <a:spcBef>
                    <a:spcPct val="0"/>
                  </a:spcBef>
                  <a:spcAft>
                    <a:spcPct val="0"/>
                  </a:spcAft>
                  <a:defRPr/>
                </a:pPr>
                <a:endParaRPr lang="zh-CN" altLang="en-US" sz="1400">
                  <a:solidFill>
                    <a:schemeClr val="tx1"/>
                  </a:solidFill>
                  <a:cs typeface="字魂创中黑" panose="00000500000000000000" charset="-122"/>
                </a:endParaRPr>
              </a:p>
            </p:txBody>
          </p:sp>
          <p:sp>
            <p:nvSpPr>
              <p:cNvPr id="65" name="图形"/>
              <p:cNvSpPr/>
              <p:nvPr/>
            </p:nvSpPr>
            <p:spPr bwMode="auto">
              <a:xfrm>
                <a:off x="9131274" y="1997404"/>
                <a:ext cx="242356" cy="330485"/>
              </a:xfrm>
              <a:custGeom>
                <a:gdLst>
                  <a:gd name="T0" fmla="*/ 1043490 w 1727200"/>
                  <a:gd name="T1" fmla="*/ 1889661 h 2355851"/>
                  <a:gd name="T2" fmla="*/ 971954 w 1727200"/>
                  <a:gd name="T3" fmla="*/ 1879217 h 2355851"/>
                  <a:gd name="T4" fmla="*/ 908642 w 1727200"/>
                  <a:gd name="T5" fmla="*/ 1873228 h 2355851"/>
                  <a:gd name="T6" fmla="*/ 805395 w 1727200"/>
                  <a:gd name="T7" fmla="*/ 1891200 h 2355851"/>
                  <a:gd name="T8" fmla="*/ 294377 w 1727200"/>
                  <a:gd name="T9" fmla="*/ 1864112 h 2355851"/>
                  <a:gd name="T10" fmla="*/ 204319 w 1727200"/>
                  <a:gd name="T11" fmla="*/ 1859188 h 2355851"/>
                  <a:gd name="T12" fmla="*/ 403037 w 1727200"/>
                  <a:gd name="T13" fmla="*/ 1831093 h 2355851"/>
                  <a:gd name="T14" fmla="*/ 385153 w 1727200"/>
                  <a:gd name="T15" fmla="*/ 1875835 h 2355851"/>
                  <a:gd name="T16" fmla="*/ 314255 w 1727200"/>
                  <a:gd name="T17" fmla="*/ 1828555 h 2355851"/>
                  <a:gd name="T18" fmla="*/ 1396680 w 1727200"/>
                  <a:gd name="T19" fmla="*/ 1673890 h 2355851"/>
                  <a:gd name="T20" fmla="*/ 1158484 w 1727200"/>
                  <a:gd name="T21" fmla="*/ 1682254 h 2355851"/>
                  <a:gd name="T22" fmla="*/ 1397000 w 1727200"/>
                  <a:gd name="T23" fmla="*/ 1515868 h 2355851"/>
                  <a:gd name="T24" fmla="*/ 987568 w 1727200"/>
                  <a:gd name="T25" fmla="*/ 1490804 h 2355851"/>
                  <a:gd name="T26" fmla="*/ 1253277 w 1727200"/>
                  <a:gd name="T27" fmla="*/ 1471432 h 2355851"/>
                  <a:gd name="T28" fmla="*/ 1237020 w 1727200"/>
                  <a:gd name="T29" fmla="*/ 1450572 h 2355851"/>
                  <a:gd name="T30" fmla="*/ 1230964 w 1727200"/>
                  <a:gd name="T31" fmla="*/ 1399867 h 2355851"/>
                  <a:gd name="T32" fmla="*/ 604919 w 1727200"/>
                  <a:gd name="T33" fmla="*/ 1195760 h 2355851"/>
                  <a:gd name="T34" fmla="*/ 622850 w 1727200"/>
                  <a:gd name="T35" fmla="*/ 1257377 h 2355851"/>
                  <a:gd name="T36" fmla="*/ 583786 w 1727200"/>
                  <a:gd name="T37" fmla="*/ 1172011 h 2355851"/>
                  <a:gd name="T38" fmla="*/ 952240 w 1727200"/>
                  <a:gd name="T39" fmla="*/ 984723 h 2355851"/>
                  <a:gd name="T40" fmla="*/ 1237109 w 1727200"/>
                  <a:gd name="T41" fmla="*/ 829944 h 2355851"/>
                  <a:gd name="T42" fmla="*/ 1296524 w 1727200"/>
                  <a:gd name="T43" fmla="*/ 1344054 h 2355851"/>
                  <a:gd name="T44" fmla="*/ 1222657 w 1727200"/>
                  <a:gd name="T45" fmla="*/ 1307767 h 2355851"/>
                  <a:gd name="T46" fmla="*/ 1156498 w 1727200"/>
                  <a:gd name="T47" fmla="*/ 1377129 h 2355851"/>
                  <a:gd name="T48" fmla="*/ 962517 w 1727200"/>
                  <a:gd name="T49" fmla="*/ 1487272 h 2355851"/>
                  <a:gd name="T50" fmla="*/ 740274 w 1727200"/>
                  <a:gd name="T51" fmla="*/ 1122482 h 2355851"/>
                  <a:gd name="T52" fmla="*/ 841118 w 1727200"/>
                  <a:gd name="T53" fmla="*/ 781135 h 2355851"/>
                  <a:gd name="T54" fmla="*/ 430898 w 1727200"/>
                  <a:gd name="T55" fmla="*/ 801009 h 2355851"/>
                  <a:gd name="T56" fmla="*/ 461998 w 1727200"/>
                  <a:gd name="T57" fmla="*/ 1129855 h 2355851"/>
                  <a:gd name="T58" fmla="*/ 426089 w 1727200"/>
                  <a:gd name="T59" fmla="*/ 1378495 h 2355851"/>
                  <a:gd name="T60" fmla="*/ 70855 w 1727200"/>
                  <a:gd name="T61" fmla="*/ 1387478 h 2355851"/>
                  <a:gd name="T62" fmla="*/ 4488 w 1727200"/>
                  <a:gd name="T63" fmla="*/ 1088468 h 2355851"/>
                  <a:gd name="T64" fmla="*/ 57068 w 1727200"/>
                  <a:gd name="T65" fmla="*/ 810313 h 2355851"/>
                  <a:gd name="T66" fmla="*/ 331509 w 1727200"/>
                  <a:gd name="T67" fmla="*/ 787534 h 2355851"/>
                  <a:gd name="T68" fmla="*/ 125811 w 1727200"/>
                  <a:gd name="T69" fmla="*/ 501282 h 2355851"/>
                  <a:gd name="T70" fmla="*/ 1024838 w 1727200"/>
                  <a:gd name="T71" fmla="*/ 389600 h 2355851"/>
                  <a:gd name="T72" fmla="*/ 1138915 w 1727200"/>
                  <a:gd name="T73" fmla="*/ 510268 h 2355851"/>
                  <a:gd name="T74" fmla="*/ 1127025 w 1727200"/>
                  <a:gd name="T75" fmla="*/ 638637 h 2355851"/>
                  <a:gd name="T76" fmla="*/ 1059865 w 1727200"/>
                  <a:gd name="T77" fmla="*/ 727854 h 2355851"/>
                  <a:gd name="T78" fmla="*/ 942253 w 1727200"/>
                  <a:gd name="T79" fmla="*/ 763476 h 2355851"/>
                  <a:gd name="T80" fmla="*/ 853240 w 1727200"/>
                  <a:gd name="T81" fmla="*/ 625158 h 2355851"/>
                  <a:gd name="T82" fmla="*/ 861595 w 1727200"/>
                  <a:gd name="T83" fmla="*/ 509305 h 2355851"/>
                  <a:gd name="T84" fmla="*/ 872842 w 1727200"/>
                  <a:gd name="T85" fmla="*/ 486520 h 2355851"/>
                  <a:gd name="T86" fmla="*/ 954142 w 1727200"/>
                  <a:gd name="T87" fmla="*/ 391205 h 2355851"/>
                  <a:gd name="T88" fmla="*/ 400618 w 1727200"/>
                  <a:gd name="T89" fmla="*/ 437418 h 2355851"/>
                  <a:gd name="T90" fmla="*/ 332958 w 1727200"/>
                  <a:gd name="T91" fmla="*/ 478818 h 2355851"/>
                  <a:gd name="T92" fmla="*/ 400618 w 1727200"/>
                  <a:gd name="T93" fmla="*/ 536583 h 2355851"/>
                  <a:gd name="T94" fmla="*/ 341295 w 1727200"/>
                  <a:gd name="T95" fmla="*/ 713413 h 2355851"/>
                  <a:gd name="T96" fmla="*/ 222971 w 1727200"/>
                  <a:gd name="T97" fmla="*/ 739728 h 2355851"/>
                  <a:gd name="T98" fmla="*/ 126131 w 1727200"/>
                  <a:gd name="T99" fmla="*/ 619061 h 2355851"/>
                  <a:gd name="T100" fmla="*/ 120359 w 1727200"/>
                  <a:gd name="T101" fmla="*/ 525352 h 2355851"/>
                  <a:gd name="T102" fmla="*/ 146013 w 1727200"/>
                  <a:gd name="T103" fmla="*/ 392168 h 2355851"/>
                  <a:gd name="T104" fmla="*/ 525159 w 1727200"/>
                  <a:gd name="T105" fmla="*/ 97743 h 2355851"/>
                  <a:gd name="T106" fmla="*/ 539603 w 1727200"/>
                  <a:gd name="T107" fmla="*/ 290238 h 2355851"/>
                  <a:gd name="T108" fmla="*/ 351817 w 1727200"/>
                  <a:gd name="T109" fmla="*/ 148669 h 2355851"/>
                  <a:gd name="T110" fmla="*/ 477009 w 1727200"/>
                  <a:gd name="T111" fmla="*/ 31763 h 2355851"/>
                  <a:gd name="T112" fmla="*/ 941443 w 1727200"/>
                  <a:gd name="T113" fmla="*/ 76586 h 2355851"/>
                  <a:gd name="T114" fmla="*/ 935336 w 1727200"/>
                  <a:gd name="T115" fmla="*/ 277506 h 2355851"/>
                  <a:gd name="T116" fmla="*/ 743090 w 1727200"/>
                  <a:gd name="T117" fmla="*/ 361463 h 2355851"/>
                  <a:gd name="T118" fmla="*/ 549880 w 1727200"/>
                  <a:gd name="T119" fmla="*/ 200920 h 2355851"/>
                  <a:gd name="T120" fmla="*/ 642145 w 1727200"/>
                  <a:gd name="T121" fmla="*/ 29802 h 235585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727200" h="2355851">
                    <a:moveTo>
                      <a:pt x="1251043" y="2284413"/>
                    </a:moveTo>
                    <a:lnTo>
                      <a:pt x="1346200" y="2284413"/>
                    </a:lnTo>
                    <a:lnTo>
                      <a:pt x="1345016" y="2287238"/>
                    </a:lnTo>
                    <a:lnTo>
                      <a:pt x="1345410" y="2288853"/>
                    </a:lnTo>
                    <a:lnTo>
                      <a:pt x="1345410" y="2291275"/>
                    </a:lnTo>
                    <a:lnTo>
                      <a:pt x="1345805" y="2294503"/>
                    </a:lnTo>
                    <a:lnTo>
                      <a:pt x="1345410" y="2299347"/>
                    </a:lnTo>
                    <a:lnTo>
                      <a:pt x="1345016" y="2305804"/>
                    </a:lnTo>
                    <a:lnTo>
                      <a:pt x="1343831" y="2313473"/>
                    </a:lnTo>
                    <a:lnTo>
                      <a:pt x="1341857" y="2322756"/>
                    </a:lnTo>
                    <a:lnTo>
                      <a:pt x="1340278" y="2323159"/>
                    </a:lnTo>
                    <a:lnTo>
                      <a:pt x="1337908" y="2323563"/>
                    </a:lnTo>
                    <a:lnTo>
                      <a:pt x="1331986" y="2324774"/>
                    </a:lnTo>
                    <a:lnTo>
                      <a:pt x="1320930" y="2325177"/>
                    </a:lnTo>
                    <a:lnTo>
                      <a:pt x="1320535" y="2324774"/>
                    </a:lnTo>
                    <a:lnTo>
                      <a:pt x="1319746" y="2324774"/>
                    </a:lnTo>
                    <a:lnTo>
                      <a:pt x="1319351" y="2323159"/>
                    </a:lnTo>
                    <a:lnTo>
                      <a:pt x="1318561" y="2321948"/>
                    </a:lnTo>
                    <a:lnTo>
                      <a:pt x="1318166" y="2321141"/>
                    </a:lnTo>
                    <a:lnTo>
                      <a:pt x="1316982" y="2320334"/>
                    </a:lnTo>
                    <a:lnTo>
                      <a:pt x="1315008" y="2320334"/>
                    </a:lnTo>
                    <a:lnTo>
                      <a:pt x="1312639" y="2321545"/>
                    </a:lnTo>
                    <a:lnTo>
                      <a:pt x="1308295" y="2323966"/>
                    </a:lnTo>
                    <a:lnTo>
                      <a:pt x="1299214" y="2330828"/>
                    </a:lnTo>
                    <a:lnTo>
                      <a:pt x="1290133" y="2336882"/>
                    </a:lnTo>
                    <a:lnTo>
                      <a:pt x="1279867" y="2342936"/>
                    </a:lnTo>
                    <a:lnTo>
                      <a:pt x="1274339" y="2345761"/>
                    </a:lnTo>
                    <a:lnTo>
                      <a:pt x="1269601" y="2347779"/>
                    </a:lnTo>
                    <a:lnTo>
                      <a:pt x="1263678" y="2349797"/>
                    </a:lnTo>
                    <a:lnTo>
                      <a:pt x="1257756" y="2351412"/>
                    </a:lnTo>
                    <a:lnTo>
                      <a:pt x="1251833" y="2353430"/>
                    </a:lnTo>
                    <a:lnTo>
                      <a:pt x="1245516" y="2354237"/>
                    </a:lnTo>
                    <a:lnTo>
                      <a:pt x="1238803" y="2355044"/>
                    </a:lnTo>
                    <a:lnTo>
                      <a:pt x="1231696" y="2355851"/>
                    </a:lnTo>
                    <a:lnTo>
                      <a:pt x="1224589" y="2355851"/>
                    </a:lnTo>
                    <a:lnTo>
                      <a:pt x="1217087" y="2355448"/>
                    </a:lnTo>
                    <a:lnTo>
                      <a:pt x="1210770" y="2354640"/>
                    </a:lnTo>
                    <a:lnTo>
                      <a:pt x="1205637" y="2353833"/>
                    </a:lnTo>
                    <a:lnTo>
                      <a:pt x="1201688" y="2352622"/>
                    </a:lnTo>
                    <a:lnTo>
                      <a:pt x="1198135" y="2350604"/>
                    </a:lnTo>
                    <a:lnTo>
                      <a:pt x="1195766" y="2348990"/>
                    </a:lnTo>
                    <a:lnTo>
                      <a:pt x="1193791" y="2346972"/>
                    </a:lnTo>
                    <a:lnTo>
                      <a:pt x="1192607" y="2344147"/>
                    </a:lnTo>
                    <a:lnTo>
                      <a:pt x="1192212" y="2342129"/>
                    </a:lnTo>
                    <a:lnTo>
                      <a:pt x="1192607" y="2339303"/>
                    </a:lnTo>
                    <a:lnTo>
                      <a:pt x="1193397" y="2336478"/>
                    </a:lnTo>
                    <a:lnTo>
                      <a:pt x="1194976" y="2333653"/>
                    </a:lnTo>
                    <a:lnTo>
                      <a:pt x="1196555" y="2330424"/>
                    </a:lnTo>
                    <a:lnTo>
                      <a:pt x="1198924" y="2327195"/>
                    </a:lnTo>
                    <a:lnTo>
                      <a:pt x="1201688" y="2323966"/>
                    </a:lnTo>
                    <a:lnTo>
                      <a:pt x="1207216" y="2317912"/>
                    </a:lnTo>
                    <a:lnTo>
                      <a:pt x="1213928" y="2311455"/>
                    </a:lnTo>
                    <a:lnTo>
                      <a:pt x="1221825" y="2305401"/>
                    </a:lnTo>
                    <a:lnTo>
                      <a:pt x="1228932" y="2299750"/>
                    </a:lnTo>
                    <a:lnTo>
                      <a:pt x="1235645" y="2294503"/>
                    </a:lnTo>
                    <a:lnTo>
                      <a:pt x="1246305" y="2287238"/>
                    </a:lnTo>
                    <a:lnTo>
                      <a:pt x="1251043" y="2284413"/>
                    </a:lnTo>
                    <a:close/>
                    <a:moveTo>
                      <a:pt x="1054800" y="2279650"/>
                    </a:moveTo>
                    <a:lnTo>
                      <a:pt x="1150937" y="2279650"/>
                    </a:lnTo>
                    <a:lnTo>
                      <a:pt x="1149740" y="2282428"/>
                    </a:lnTo>
                    <a:lnTo>
                      <a:pt x="1150139" y="2284413"/>
                    </a:lnTo>
                    <a:lnTo>
                      <a:pt x="1150139" y="2286397"/>
                    </a:lnTo>
                    <a:lnTo>
                      <a:pt x="1150538" y="2289572"/>
                    </a:lnTo>
                    <a:lnTo>
                      <a:pt x="1150538" y="2294335"/>
                    </a:lnTo>
                    <a:lnTo>
                      <a:pt x="1149740" y="2300288"/>
                    </a:lnTo>
                    <a:lnTo>
                      <a:pt x="1148544" y="2307828"/>
                    </a:lnTo>
                    <a:lnTo>
                      <a:pt x="1146948" y="2316956"/>
                    </a:lnTo>
                    <a:lnTo>
                      <a:pt x="1144953" y="2318147"/>
                    </a:lnTo>
                    <a:lnTo>
                      <a:pt x="1142560" y="2318544"/>
                    </a:lnTo>
                    <a:lnTo>
                      <a:pt x="1136576" y="2318941"/>
                    </a:lnTo>
                    <a:lnTo>
                      <a:pt x="1125407" y="2319338"/>
                    </a:lnTo>
                    <a:lnTo>
                      <a:pt x="1125008" y="2319338"/>
                    </a:lnTo>
                    <a:lnTo>
                      <a:pt x="1124609" y="2319338"/>
                    </a:lnTo>
                    <a:lnTo>
                      <a:pt x="1123811" y="2318147"/>
                    </a:lnTo>
                    <a:lnTo>
                      <a:pt x="1123412" y="2316560"/>
                    </a:lnTo>
                    <a:lnTo>
                      <a:pt x="1122615" y="2315369"/>
                    </a:lnTo>
                    <a:lnTo>
                      <a:pt x="1121418" y="2314972"/>
                    </a:lnTo>
                    <a:lnTo>
                      <a:pt x="1119822" y="2314972"/>
                    </a:lnTo>
                    <a:lnTo>
                      <a:pt x="1117030" y="2315766"/>
                    </a:lnTo>
                    <a:lnTo>
                      <a:pt x="1113041" y="2318941"/>
                    </a:lnTo>
                    <a:lnTo>
                      <a:pt x="1103467" y="2325291"/>
                    </a:lnTo>
                    <a:lnTo>
                      <a:pt x="1094292" y="2331641"/>
                    </a:lnTo>
                    <a:lnTo>
                      <a:pt x="1083920" y="2336800"/>
                    </a:lnTo>
                    <a:lnTo>
                      <a:pt x="1079133" y="2339578"/>
                    </a:lnTo>
                    <a:lnTo>
                      <a:pt x="1073549" y="2341960"/>
                    </a:lnTo>
                    <a:lnTo>
                      <a:pt x="1067565" y="2343944"/>
                    </a:lnTo>
                    <a:lnTo>
                      <a:pt x="1061581" y="2345928"/>
                    </a:lnTo>
                    <a:lnTo>
                      <a:pt x="1055598" y="2347119"/>
                    </a:lnTo>
                    <a:lnTo>
                      <a:pt x="1049215" y="2348310"/>
                    </a:lnTo>
                    <a:lnTo>
                      <a:pt x="1042434" y="2349103"/>
                    </a:lnTo>
                    <a:lnTo>
                      <a:pt x="1035652" y="2349500"/>
                    </a:lnTo>
                    <a:lnTo>
                      <a:pt x="1028073" y="2349500"/>
                    </a:lnTo>
                    <a:lnTo>
                      <a:pt x="1020493" y="2349500"/>
                    </a:lnTo>
                    <a:lnTo>
                      <a:pt x="1014111" y="2348706"/>
                    </a:lnTo>
                    <a:lnTo>
                      <a:pt x="1008925" y="2347913"/>
                    </a:lnTo>
                    <a:lnTo>
                      <a:pt x="1004936" y="2346722"/>
                    </a:lnTo>
                    <a:lnTo>
                      <a:pt x="1001346" y="2345135"/>
                    </a:lnTo>
                    <a:lnTo>
                      <a:pt x="998952" y="2342753"/>
                    </a:lnTo>
                    <a:lnTo>
                      <a:pt x="997357" y="2341166"/>
                    </a:lnTo>
                    <a:lnTo>
                      <a:pt x="995761" y="2338785"/>
                    </a:lnTo>
                    <a:lnTo>
                      <a:pt x="995362" y="2336006"/>
                    </a:lnTo>
                    <a:lnTo>
                      <a:pt x="995761" y="2333625"/>
                    </a:lnTo>
                    <a:lnTo>
                      <a:pt x="996958" y="2330847"/>
                    </a:lnTo>
                    <a:lnTo>
                      <a:pt x="998154" y="2328069"/>
                    </a:lnTo>
                    <a:lnTo>
                      <a:pt x="999750" y="2325291"/>
                    </a:lnTo>
                    <a:lnTo>
                      <a:pt x="1002144" y="2321719"/>
                    </a:lnTo>
                    <a:lnTo>
                      <a:pt x="1004936" y="2318941"/>
                    </a:lnTo>
                    <a:lnTo>
                      <a:pt x="1010920" y="2312591"/>
                    </a:lnTo>
                    <a:lnTo>
                      <a:pt x="1017701" y="2306241"/>
                    </a:lnTo>
                    <a:lnTo>
                      <a:pt x="1025280" y="2300288"/>
                    </a:lnTo>
                    <a:lnTo>
                      <a:pt x="1032461" y="2294731"/>
                    </a:lnTo>
                    <a:lnTo>
                      <a:pt x="1039242" y="2289572"/>
                    </a:lnTo>
                    <a:lnTo>
                      <a:pt x="1050013" y="2282031"/>
                    </a:lnTo>
                    <a:lnTo>
                      <a:pt x="1054800" y="2279650"/>
                    </a:lnTo>
                    <a:close/>
                    <a:moveTo>
                      <a:pt x="214312" y="2259013"/>
                    </a:moveTo>
                    <a:lnTo>
                      <a:pt x="309863" y="2259013"/>
                    </a:lnTo>
                    <a:lnTo>
                      <a:pt x="314207" y="2261449"/>
                    </a:lnTo>
                    <a:lnTo>
                      <a:pt x="324867" y="2269161"/>
                    </a:lnTo>
                    <a:lnTo>
                      <a:pt x="331580" y="2274031"/>
                    </a:lnTo>
                    <a:lnTo>
                      <a:pt x="339082" y="2280120"/>
                    </a:lnTo>
                    <a:lnTo>
                      <a:pt x="346584" y="2286208"/>
                    </a:lnTo>
                    <a:lnTo>
                      <a:pt x="353296" y="2292703"/>
                    </a:lnTo>
                    <a:lnTo>
                      <a:pt x="359219" y="2299197"/>
                    </a:lnTo>
                    <a:lnTo>
                      <a:pt x="361982" y="2302038"/>
                    </a:lnTo>
                    <a:lnTo>
                      <a:pt x="363957" y="2305286"/>
                    </a:lnTo>
                    <a:lnTo>
                      <a:pt x="365536" y="2308127"/>
                    </a:lnTo>
                    <a:lnTo>
                      <a:pt x="367115" y="2311374"/>
                    </a:lnTo>
                    <a:lnTo>
                      <a:pt x="367905" y="2314215"/>
                    </a:lnTo>
                    <a:lnTo>
                      <a:pt x="368300" y="2316651"/>
                    </a:lnTo>
                    <a:lnTo>
                      <a:pt x="367905" y="2319492"/>
                    </a:lnTo>
                    <a:lnTo>
                      <a:pt x="367115" y="2321521"/>
                    </a:lnTo>
                    <a:lnTo>
                      <a:pt x="364746" y="2323551"/>
                    </a:lnTo>
                    <a:lnTo>
                      <a:pt x="362377" y="2325986"/>
                    </a:lnTo>
                    <a:lnTo>
                      <a:pt x="358824" y="2327204"/>
                    </a:lnTo>
                    <a:lnTo>
                      <a:pt x="354875" y="2328422"/>
                    </a:lnTo>
                    <a:lnTo>
                      <a:pt x="349742" y="2329639"/>
                    </a:lnTo>
                    <a:lnTo>
                      <a:pt x="343425" y="2330045"/>
                    </a:lnTo>
                    <a:lnTo>
                      <a:pt x="335923" y="2330451"/>
                    </a:lnTo>
                    <a:lnTo>
                      <a:pt x="328816" y="2330451"/>
                    </a:lnTo>
                    <a:lnTo>
                      <a:pt x="321709" y="2330045"/>
                    </a:lnTo>
                    <a:lnTo>
                      <a:pt x="315391" y="2329234"/>
                    </a:lnTo>
                    <a:lnTo>
                      <a:pt x="308679" y="2328016"/>
                    </a:lnTo>
                    <a:lnTo>
                      <a:pt x="302756" y="2326798"/>
                    </a:lnTo>
                    <a:lnTo>
                      <a:pt x="296834" y="2324363"/>
                    </a:lnTo>
                    <a:lnTo>
                      <a:pt x="291306" y="2322739"/>
                    </a:lnTo>
                    <a:lnTo>
                      <a:pt x="286173" y="2320304"/>
                    </a:lnTo>
                    <a:lnTo>
                      <a:pt x="281040" y="2317463"/>
                    </a:lnTo>
                    <a:lnTo>
                      <a:pt x="270774" y="2312186"/>
                    </a:lnTo>
                    <a:lnTo>
                      <a:pt x="261298" y="2305691"/>
                    </a:lnTo>
                    <a:lnTo>
                      <a:pt x="252612" y="2299197"/>
                    </a:lnTo>
                    <a:lnTo>
                      <a:pt x="248268" y="2295950"/>
                    </a:lnTo>
                    <a:lnTo>
                      <a:pt x="245504" y="2294732"/>
                    </a:lnTo>
                    <a:lnTo>
                      <a:pt x="243530" y="2294732"/>
                    </a:lnTo>
                    <a:lnTo>
                      <a:pt x="242346" y="2295544"/>
                    </a:lnTo>
                    <a:lnTo>
                      <a:pt x="241951" y="2296762"/>
                    </a:lnTo>
                    <a:lnTo>
                      <a:pt x="241556" y="2298385"/>
                    </a:lnTo>
                    <a:lnTo>
                      <a:pt x="240766" y="2299197"/>
                    </a:lnTo>
                    <a:lnTo>
                      <a:pt x="240371" y="2299603"/>
                    </a:lnTo>
                    <a:lnTo>
                      <a:pt x="239582" y="2299603"/>
                    </a:lnTo>
                    <a:lnTo>
                      <a:pt x="228526" y="2299197"/>
                    </a:lnTo>
                    <a:lnTo>
                      <a:pt x="222604" y="2298791"/>
                    </a:lnTo>
                    <a:lnTo>
                      <a:pt x="220629" y="2298385"/>
                    </a:lnTo>
                    <a:lnTo>
                      <a:pt x="219050" y="2297574"/>
                    </a:lnTo>
                    <a:lnTo>
                      <a:pt x="216681" y="2287832"/>
                    </a:lnTo>
                    <a:lnTo>
                      <a:pt x="215496" y="2280120"/>
                    </a:lnTo>
                    <a:lnTo>
                      <a:pt x="215102" y="2274031"/>
                    </a:lnTo>
                    <a:lnTo>
                      <a:pt x="215102" y="2269161"/>
                    </a:lnTo>
                    <a:lnTo>
                      <a:pt x="215102" y="2265914"/>
                    </a:lnTo>
                    <a:lnTo>
                      <a:pt x="215496" y="2263478"/>
                    </a:lnTo>
                    <a:lnTo>
                      <a:pt x="215891" y="2261449"/>
                    </a:lnTo>
                    <a:lnTo>
                      <a:pt x="214312" y="2259013"/>
                    </a:lnTo>
                    <a:close/>
                    <a:moveTo>
                      <a:pt x="387350" y="2254250"/>
                    </a:moveTo>
                    <a:lnTo>
                      <a:pt x="482901" y="2254250"/>
                    </a:lnTo>
                    <a:lnTo>
                      <a:pt x="487245" y="2257390"/>
                    </a:lnTo>
                    <a:lnTo>
                      <a:pt x="498300" y="2264453"/>
                    </a:lnTo>
                    <a:lnTo>
                      <a:pt x="505013" y="2269162"/>
                    </a:lnTo>
                    <a:lnTo>
                      <a:pt x="512120" y="2274656"/>
                    </a:lnTo>
                    <a:lnTo>
                      <a:pt x="519622" y="2280935"/>
                    </a:lnTo>
                    <a:lnTo>
                      <a:pt x="526334" y="2286821"/>
                    </a:lnTo>
                    <a:lnTo>
                      <a:pt x="532257" y="2293099"/>
                    </a:lnTo>
                    <a:lnTo>
                      <a:pt x="534626" y="2296239"/>
                    </a:lnTo>
                    <a:lnTo>
                      <a:pt x="537390" y="2299378"/>
                    </a:lnTo>
                    <a:lnTo>
                      <a:pt x="538969" y="2302125"/>
                    </a:lnTo>
                    <a:lnTo>
                      <a:pt x="540153" y="2305264"/>
                    </a:lnTo>
                    <a:lnTo>
                      <a:pt x="540943" y="2308011"/>
                    </a:lnTo>
                    <a:lnTo>
                      <a:pt x="541338" y="2310758"/>
                    </a:lnTo>
                    <a:lnTo>
                      <a:pt x="540943" y="2313113"/>
                    </a:lnTo>
                    <a:lnTo>
                      <a:pt x="539759" y="2315075"/>
                    </a:lnTo>
                    <a:lnTo>
                      <a:pt x="538179" y="2317429"/>
                    </a:lnTo>
                    <a:lnTo>
                      <a:pt x="535415" y="2318999"/>
                    </a:lnTo>
                    <a:lnTo>
                      <a:pt x="532257" y="2320569"/>
                    </a:lnTo>
                    <a:lnTo>
                      <a:pt x="527913" y="2321746"/>
                    </a:lnTo>
                    <a:lnTo>
                      <a:pt x="523175" y="2322923"/>
                    </a:lnTo>
                    <a:lnTo>
                      <a:pt x="516858" y="2323315"/>
                    </a:lnTo>
                    <a:lnTo>
                      <a:pt x="509356" y="2324100"/>
                    </a:lnTo>
                    <a:lnTo>
                      <a:pt x="501459" y="2324100"/>
                    </a:lnTo>
                    <a:lnTo>
                      <a:pt x="494747" y="2323315"/>
                    </a:lnTo>
                    <a:lnTo>
                      <a:pt x="488034" y="2322531"/>
                    </a:lnTo>
                    <a:lnTo>
                      <a:pt x="481717" y="2321353"/>
                    </a:lnTo>
                    <a:lnTo>
                      <a:pt x="476189" y="2319784"/>
                    </a:lnTo>
                    <a:lnTo>
                      <a:pt x="470267" y="2318214"/>
                    </a:lnTo>
                    <a:lnTo>
                      <a:pt x="464344" y="2315860"/>
                    </a:lnTo>
                    <a:lnTo>
                      <a:pt x="459211" y="2313897"/>
                    </a:lnTo>
                    <a:lnTo>
                      <a:pt x="453683" y="2311543"/>
                    </a:lnTo>
                    <a:lnTo>
                      <a:pt x="443812" y="2306049"/>
                    </a:lnTo>
                    <a:lnTo>
                      <a:pt x="434336" y="2299770"/>
                    </a:lnTo>
                    <a:lnTo>
                      <a:pt x="425255" y="2293099"/>
                    </a:lnTo>
                    <a:lnTo>
                      <a:pt x="420911" y="2290745"/>
                    </a:lnTo>
                    <a:lnTo>
                      <a:pt x="418542" y="2289175"/>
                    </a:lnTo>
                    <a:lnTo>
                      <a:pt x="416963" y="2289175"/>
                    </a:lnTo>
                    <a:lnTo>
                      <a:pt x="415778" y="2289960"/>
                    </a:lnTo>
                    <a:lnTo>
                      <a:pt x="415384" y="2291530"/>
                    </a:lnTo>
                    <a:lnTo>
                      <a:pt x="414199" y="2292707"/>
                    </a:lnTo>
                    <a:lnTo>
                      <a:pt x="413409" y="2293492"/>
                    </a:lnTo>
                    <a:lnTo>
                      <a:pt x="413015" y="2293884"/>
                    </a:lnTo>
                    <a:lnTo>
                      <a:pt x="412620" y="2293884"/>
                    </a:lnTo>
                    <a:lnTo>
                      <a:pt x="401959" y="2293492"/>
                    </a:lnTo>
                    <a:lnTo>
                      <a:pt x="396036" y="2293099"/>
                    </a:lnTo>
                    <a:lnTo>
                      <a:pt x="393273" y="2292315"/>
                    </a:lnTo>
                    <a:lnTo>
                      <a:pt x="391693" y="2291922"/>
                    </a:lnTo>
                    <a:lnTo>
                      <a:pt x="390114" y="2282504"/>
                    </a:lnTo>
                    <a:lnTo>
                      <a:pt x="388929" y="2275048"/>
                    </a:lnTo>
                    <a:lnTo>
                      <a:pt x="388140" y="2269162"/>
                    </a:lnTo>
                    <a:lnTo>
                      <a:pt x="388140" y="2264845"/>
                    </a:lnTo>
                    <a:lnTo>
                      <a:pt x="388534" y="2261314"/>
                    </a:lnTo>
                    <a:lnTo>
                      <a:pt x="388534" y="2258959"/>
                    </a:lnTo>
                    <a:lnTo>
                      <a:pt x="388929" y="2257390"/>
                    </a:lnTo>
                    <a:lnTo>
                      <a:pt x="387350" y="2254250"/>
                    </a:lnTo>
                    <a:close/>
                    <a:moveTo>
                      <a:pt x="1427162" y="1922463"/>
                    </a:moveTo>
                    <a:lnTo>
                      <a:pt x="1564119" y="1922463"/>
                    </a:lnTo>
                    <a:lnTo>
                      <a:pt x="1564119" y="1952298"/>
                    </a:lnTo>
                    <a:lnTo>
                      <a:pt x="1564515" y="1953094"/>
                    </a:lnTo>
                    <a:lnTo>
                      <a:pt x="1565306" y="1953889"/>
                    </a:lnTo>
                    <a:lnTo>
                      <a:pt x="1567285" y="1955083"/>
                    </a:lnTo>
                    <a:lnTo>
                      <a:pt x="1569265" y="1955878"/>
                    </a:lnTo>
                    <a:lnTo>
                      <a:pt x="1571640" y="1956674"/>
                    </a:lnTo>
                    <a:lnTo>
                      <a:pt x="1575994" y="1957071"/>
                    </a:lnTo>
                    <a:lnTo>
                      <a:pt x="1580744" y="1957469"/>
                    </a:lnTo>
                    <a:lnTo>
                      <a:pt x="1585494" y="1957071"/>
                    </a:lnTo>
                    <a:lnTo>
                      <a:pt x="1589452" y="1956674"/>
                    </a:lnTo>
                    <a:lnTo>
                      <a:pt x="1592618" y="1955878"/>
                    </a:lnTo>
                    <a:lnTo>
                      <a:pt x="1594993" y="1955083"/>
                    </a:lnTo>
                    <a:lnTo>
                      <a:pt x="1596577" y="1953889"/>
                    </a:lnTo>
                    <a:lnTo>
                      <a:pt x="1597368" y="1953094"/>
                    </a:lnTo>
                    <a:lnTo>
                      <a:pt x="1598160" y="1952298"/>
                    </a:lnTo>
                    <a:lnTo>
                      <a:pt x="1598160" y="1922463"/>
                    </a:lnTo>
                    <a:lnTo>
                      <a:pt x="1727200" y="1922463"/>
                    </a:lnTo>
                    <a:lnTo>
                      <a:pt x="1727200" y="2064079"/>
                    </a:lnTo>
                    <a:lnTo>
                      <a:pt x="1727200" y="2066863"/>
                    </a:lnTo>
                    <a:lnTo>
                      <a:pt x="1726804" y="2070045"/>
                    </a:lnTo>
                    <a:lnTo>
                      <a:pt x="1726013" y="2072830"/>
                    </a:lnTo>
                    <a:lnTo>
                      <a:pt x="1725221" y="2075615"/>
                    </a:lnTo>
                    <a:lnTo>
                      <a:pt x="1724034" y="2078001"/>
                    </a:lnTo>
                    <a:lnTo>
                      <a:pt x="1722450" y="2080388"/>
                    </a:lnTo>
                    <a:lnTo>
                      <a:pt x="1720471" y="2083173"/>
                    </a:lnTo>
                    <a:lnTo>
                      <a:pt x="1718888" y="2085162"/>
                    </a:lnTo>
                    <a:lnTo>
                      <a:pt x="1716909" y="2086753"/>
                    </a:lnTo>
                    <a:lnTo>
                      <a:pt x="1714138" y="2088742"/>
                    </a:lnTo>
                    <a:lnTo>
                      <a:pt x="1711763" y="2090333"/>
                    </a:lnTo>
                    <a:lnTo>
                      <a:pt x="1709388" y="2091526"/>
                    </a:lnTo>
                    <a:lnTo>
                      <a:pt x="1706617" y="2092322"/>
                    </a:lnTo>
                    <a:lnTo>
                      <a:pt x="1703846" y="2093118"/>
                    </a:lnTo>
                    <a:lnTo>
                      <a:pt x="1700680" y="2093515"/>
                    </a:lnTo>
                    <a:lnTo>
                      <a:pt x="1697513" y="2093913"/>
                    </a:lnTo>
                    <a:lnTo>
                      <a:pt x="1456849" y="2093913"/>
                    </a:lnTo>
                    <a:lnTo>
                      <a:pt x="1454078" y="2093515"/>
                    </a:lnTo>
                    <a:lnTo>
                      <a:pt x="1451308" y="2093118"/>
                    </a:lnTo>
                    <a:lnTo>
                      <a:pt x="1448141" y="2092322"/>
                    </a:lnTo>
                    <a:lnTo>
                      <a:pt x="1445766" y="2091526"/>
                    </a:lnTo>
                    <a:lnTo>
                      <a:pt x="1442995" y="2090333"/>
                    </a:lnTo>
                    <a:lnTo>
                      <a:pt x="1440620" y="2088742"/>
                    </a:lnTo>
                    <a:lnTo>
                      <a:pt x="1438245" y="2086753"/>
                    </a:lnTo>
                    <a:lnTo>
                      <a:pt x="1435870" y="2085162"/>
                    </a:lnTo>
                    <a:lnTo>
                      <a:pt x="1434287" y="2083173"/>
                    </a:lnTo>
                    <a:lnTo>
                      <a:pt x="1432308" y="2080388"/>
                    </a:lnTo>
                    <a:lnTo>
                      <a:pt x="1431120" y="2078001"/>
                    </a:lnTo>
                    <a:lnTo>
                      <a:pt x="1429537" y="2075615"/>
                    </a:lnTo>
                    <a:lnTo>
                      <a:pt x="1428745" y="2072830"/>
                    </a:lnTo>
                    <a:lnTo>
                      <a:pt x="1427954" y="2070045"/>
                    </a:lnTo>
                    <a:lnTo>
                      <a:pt x="1427558" y="2066863"/>
                    </a:lnTo>
                    <a:lnTo>
                      <a:pt x="1427162" y="2064079"/>
                    </a:lnTo>
                    <a:lnTo>
                      <a:pt x="1427162" y="1922463"/>
                    </a:lnTo>
                    <a:close/>
                    <a:moveTo>
                      <a:pt x="1456849" y="1844675"/>
                    </a:moveTo>
                    <a:lnTo>
                      <a:pt x="1697513" y="1844675"/>
                    </a:lnTo>
                    <a:lnTo>
                      <a:pt x="1700680" y="1845074"/>
                    </a:lnTo>
                    <a:lnTo>
                      <a:pt x="1703846" y="1845474"/>
                    </a:lnTo>
                    <a:lnTo>
                      <a:pt x="1706617" y="1845873"/>
                    </a:lnTo>
                    <a:lnTo>
                      <a:pt x="1709388" y="1847071"/>
                    </a:lnTo>
                    <a:lnTo>
                      <a:pt x="1711763" y="1848269"/>
                    </a:lnTo>
                    <a:lnTo>
                      <a:pt x="1714138" y="1849467"/>
                    </a:lnTo>
                    <a:lnTo>
                      <a:pt x="1716909" y="1851463"/>
                    </a:lnTo>
                    <a:lnTo>
                      <a:pt x="1718888" y="1853460"/>
                    </a:lnTo>
                    <a:lnTo>
                      <a:pt x="1720471" y="1855457"/>
                    </a:lnTo>
                    <a:lnTo>
                      <a:pt x="1722450" y="1858252"/>
                    </a:lnTo>
                    <a:lnTo>
                      <a:pt x="1724034" y="1860248"/>
                    </a:lnTo>
                    <a:lnTo>
                      <a:pt x="1725221" y="1863044"/>
                    </a:lnTo>
                    <a:lnTo>
                      <a:pt x="1726013" y="1865839"/>
                    </a:lnTo>
                    <a:lnTo>
                      <a:pt x="1726804" y="1868634"/>
                    </a:lnTo>
                    <a:lnTo>
                      <a:pt x="1727200" y="1871828"/>
                    </a:lnTo>
                    <a:lnTo>
                      <a:pt x="1727200" y="1874624"/>
                    </a:lnTo>
                    <a:lnTo>
                      <a:pt x="1727200" y="1909763"/>
                    </a:lnTo>
                    <a:lnTo>
                      <a:pt x="1427162" y="1909763"/>
                    </a:lnTo>
                    <a:lnTo>
                      <a:pt x="1427162" y="1874624"/>
                    </a:lnTo>
                    <a:lnTo>
                      <a:pt x="1427558" y="1871828"/>
                    </a:lnTo>
                    <a:lnTo>
                      <a:pt x="1427954" y="1868634"/>
                    </a:lnTo>
                    <a:lnTo>
                      <a:pt x="1428745" y="1865839"/>
                    </a:lnTo>
                    <a:lnTo>
                      <a:pt x="1429537" y="1863044"/>
                    </a:lnTo>
                    <a:lnTo>
                      <a:pt x="1431120" y="1860248"/>
                    </a:lnTo>
                    <a:lnTo>
                      <a:pt x="1432308" y="1858252"/>
                    </a:lnTo>
                    <a:lnTo>
                      <a:pt x="1434287" y="1855457"/>
                    </a:lnTo>
                    <a:lnTo>
                      <a:pt x="1435870" y="1853460"/>
                    </a:lnTo>
                    <a:lnTo>
                      <a:pt x="1438245" y="1851463"/>
                    </a:lnTo>
                    <a:lnTo>
                      <a:pt x="1440620" y="1849467"/>
                    </a:lnTo>
                    <a:lnTo>
                      <a:pt x="1442995" y="1848269"/>
                    </a:lnTo>
                    <a:lnTo>
                      <a:pt x="1445766" y="1847071"/>
                    </a:lnTo>
                    <a:lnTo>
                      <a:pt x="1448141" y="1845873"/>
                    </a:lnTo>
                    <a:lnTo>
                      <a:pt x="1451308" y="1845474"/>
                    </a:lnTo>
                    <a:lnTo>
                      <a:pt x="1454078" y="1845074"/>
                    </a:lnTo>
                    <a:lnTo>
                      <a:pt x="1456849" y="1844675"/>
                    </a:lnTo>
                    <a:close/>
                    <a:moveTo>
                      <a:pt x="1220993" y="1843629"/>
                    </a:moveTo>
                    <a:lnTo>
                      <a:pt x="1221192" y="1843629"/>
                    </a:lnTo>
                    <a:lnTo>
                      <a:pt x="1221390" y="1843670"/>
                    </a:lnTo>
                    <a:lnTo>
                      <a:pt x="1221398" y="1844027"/>
                    </a:lnTo>
                    <a:lnTo>
                      <a:pt x="1221390" y="1844026"/>
                    </a:lnTo>
                    <a:lnTo>
                      <a:pt x="1220993" y="1843629"/>
                    </a:lnTo>
                    <a:close/>
                    <a:moveTo>
                      <a:pt x="1620838" y="1724025"/>
                    </a:moveTo>
                    <a:lnTo>
                      <a:pt x="1620444" y="1728788"/>
                    </a:lnTo>
                    <a:lnTo>
                      <a:pt x="1618474" y="1739503"/>
                    </a:lnTo>
                    <a:lnTo>
                      <a:pt x="1615321" y="1755775"/>
                    </a:lnTo>
                    <a:lnTo>
                      <a:pt x="1612956" y="1764903"/>
                    </a:lnTo>
                    <a:lnTo>
                      <a:pt x="1610197" y="1774031"/>
                    </a:lnTo>
                    <a:lnTo>
                      <a:pt x="1607439" y="1783556"/>
                    </a:lnTo>
                    <a:lnTo>
                      <a:pt x="1603498" y="1792685"/>
                    </a:lnTo>
                    <a:lnTo>
                      <a:pt x="1599557" y="1801019"/>
                    </a:lnTo>
                    <a:lnTo>
                      <a:pt x="1595222" y="1808560"/>
                    </a:lnTo>
                    <a:lnTo>
                      <a:pt x="1592857" y="1812528"/>
                    </a:lnTo>
                    <a:lnTo>
                      <a:pt x="1589704" y="1815306"/>
                    </a:lnTo>
                    <a:lnTo>
                      <a:pt x="1587340" y="1818481"/>
                    </a:lnTo>
                    <a:lnTo>
                      <a:pt x="1584187" y="1820466"/>
                    </a:lnTo>
                    <a:lnTo>
                      <a:pt x="1581428" y="1822450"/>
                    </a:lnTo>
                    <a:lnTo>
                      <a:pt x="1577881" y="1824435"/>
                    </a:lnTo>
                    <a:lnTo>
                      <a:pt x="1574728" y="1825228"/>
                    </a:lnTo>
                    <a:lnTo>
                      <a:pt x="1571181" y="1825625"/>
                    </a:lnTo>
                    <a:lnTo>
                      <a:pt x="1567240" y="1825625"/>
                    </a:lnTo>
                    <a:lnTo>
                      <a:pt x="1563299" y="1825625"/>
                    </a:lnTo>
                    <a:lnTo>
                      <a:pt x="1560147" y="1824831"/>
                    </a:lnTo>
                    <a:lnTo>
                      <a:pt x="1556994" y="1824038"/>
                    </a:lnTo>
                    <a:lnTo>
                      <a:pt x="1554235" y="1822450"/>
                    </a:lnTo>
                    <a:lnTo>
                      <a:pt x="1551476" y="1821260"/>
                    </a:lnTo>
                    <a:lnTo>
                      <a:pt x="1549506" y="1819672"/>
                    </a:lnTo>
                    <a:lnTo>
                      <a:pt x="1547929" y="1817688"/>
                    </a:lnTo>
                    <a:lnTo>
                      <a:pt x="1546353" y="1815306"/>
                    </a:lnTo>
                    <a:lnTo>
                      <a:pt x="1544777" y="1812925"/>
                    </a:lnTo>
                    <a:lnTo>
                      <a:pt x="1543988" y="1810544"/>
                    </a:lnTo>
                    <a:lnTo>
                      <a:pt x="1543200" y="1807369"/>
                    </a:lnTo>
                    <a:lnTo>
                      <a:pt x="1542412" y="1800622"/>
                    </a:lnTo>
                    <a:lnTo>
                      <a:pt x="1542018" y="1793478"/>
                    </a:lnTo>
                    <a:lnTo>
                      <a:pt x="1542018" y="1789906"/>
                    </a:lnTo>
                    <a:lnTo>
                      <a:pt x="1542018" y="1786731"/>
                    </a:lnTo>
                    <a:lnTo>
                      <a:pt x="1541624" y="1784350"/>
                    </a:lnTo>
                    <a:lnTo>
                      <a:pt x="1540836" y="1781969"/>
                    </a:lnTo>
                    <a:lnTo>
                      <a:pt x="1540047" y="1780381"/>
                    </a:lnTo>
                    <a:lnTo>
                      <a:pt x="1539259" y="1779191"/>
                    </a:lnTo>
                    <a:lnTo>
                      <a:pt x="1538077" y="1778397"/>
                    </a:lnTo>
                    <a:lnTo>
                      <a:pt x="1536895" y="1778000"/>
                    </a:lnTo>
                    <a:lnTo>
                      <a:pt x="1535712" y="1778000"/>
                    </a:lnTo>
                    <a:lnTo>
                      <a:pt x="1534924" y="1778397"/>
                    </a:lnTo>
                    <a:lnTo>
                      <a:pt x="1534136" y="1778794"/>
                    </a:lnTo>
                    <a:lnTo>
                      <a:pt x="1532954" y="1779985"/>
                    </a:lnTo>
                    <a:lnTo>
                      <a:pt x="1532165" y="1781572"/>
                    </a:lnTo>
                    <a:lnTo>
                      <a:pt x="1531377" y="1783556"/>
                    </a:lnTo>
                    <a:lnTo>
                      <a:pt x="1530983" y="1785541"/>
                    </a:lnTo>
                    <a:lnTo>
                      <a:pt x="1530589" y="1787922"/>
                    </a:lnTo>
                    <a:lnTo>
                      <a:pt x="1530195" y="1790700"/>
                    </a:lnTo>
                    <a:lnTo>
                      <a:pt x="1529407" y="1793875"/>
                    </a:lnTo>
                    <a:lnTo>
                      <a:pt x="1528224" y="1797447"/>
                    </a:lnTo>
                    <a:lnTo>
                      <a:pt x="1526648" y="1801019"/>
                    </a:lnTo>
                    <a:lnTo>
                      <a:pt x="1522313" y="1808163"/>
                    </a:lnTo>
                    <a:lnTo>
                      <a:pt x="1517584" y="1814513"/>
                    </a:lnTo>
                    <a:lnTo>
                      <a:pt x="1515613" y="1817291"/>
                    </a:lnTo>
                    <a:lnTo>
                      <a:pt x="1513643" y="1818878"/>
                    </a:lnTo>
                    <a:lnTo>
                      <a:pt x="1512066" y="1820069"/>
                    </a:lnTo>
                    <a:lnTo>
                      <a:pt x="1510096" y="1820069"/>
                    </a:lnTo>
                    <a:lnTo>
                      <a:pt x="1509307" y="1820069"/>
                    </a:lnTo>
                    <a:lnTo>
                      <a:pt x="1508913" y="1819275"/>
                    </a:lnTo>
                    <a:lnTo>
                      <a:pt x="1508125" y="1817688"/>
                    </a:lnTo>
                    <a:lnTo>
                      <a:pt x="1508125" y="1814116"/>
                    </a:lnTo>
                    <a:lnTo>
                      <a:pt x="1508125" y="1809353"/>
                    </a:lnTo>
                    <a:lnTo>
                      <a:pt x="1509307" y="1797844"/>
                    </a:lnTo>
                    <a:lnTo>
                      <a:pt x="1510096" y="1785144"/>
                    </a:lnTo>
                    <a:lnTo>
                      <a:pt x="1510490" y="1772047"/>
                    </a:lnTo>
                    <a:lnTo>
                      <a:pt x="1511278" y="1759744"/>
                    </a:lnTo>
                    <a:lnTo>
                      <a:pt x="1512854" y="1749028"/>
                    </a:lnTo>
                    <a:lnTo>
                      <a:pt x="1513643" y="1743869"/>
                    </a:lnTo>
                    <a:lnTo>
                      <a:pt x="1514825" y="1739503"/>
                    </a:lnTo>
                    <a:lnTo>
                      <a:pt x="1516401" y="1736328"/>
                    </a:lnTo>
                    <a:lnTo>
                      <a:pt x="1517978" y="1733550"/>
                    </a:lnTo>
                    <a:lnTo>
                      <a:pt x="1519554" y="1732360"/>
                    </a:lnTo>
                    <a:lnTo>
                      <a:pt x="1520736" y="1731963"/>
                    </a:lnTo>
                    <a:lnTo>
                      <a:pt x="1521919" y="1731169"/>
                    </a:lnTo>
                    <a:lnTo>
                      <a:pt x="1523101" y="1731169"/>
                    </a:lnTo>
                    <a:lnTo>
                      <a:pt x="1620838" y="1724025"/>
                    </a:lnTo>
                    <a:close/>
                    <a:moveTo>
                      <a:pt x="741170" y="1477566"/>
                    </a:moveTo>
                    <a:lnTo>
                      <a:pt x="739191" y="1478360"/>
                    </a:lnTo>
                    <a:lnTo>
                      <a:pt x="735628" y="1479154"/>
                    </a:lnTo>
                    <a:lnTo>
                      <a:pt x="731273" y="1478757"/>
                    </a:lnTo>
                    <a:lnTo>
                      <a:pt x="729690" y="1480345"/>
                    </a:lnTo>
                    <a:lnTo>
                      <a:pt x="728898" y="1481535"/>
                    </a:lnTo>
                    <a:lnTo>
                      <a:pt x="728502" y="1483123"/>
                    </a:lnTo>
                    <a:lnTo>
                      <a:pt x="728898" y="1485107"/>
                    </a:lnTo>
                    <a:lnTo>
                      <a:pt x="730086" y="1486695"/>
                    </a:lnTo>
                    <a:lnTo>
                      <a:pt x="731669" y="1487885"/>
                    </a:lnTo>
                    <a:lnTo>
                      <a:pt x="734440" y="1489076"/>
                    </a:lnTo>
                    <a:lnTo>
                      <a:pt x="737607" y="1489870"/>
                    </a:lnTo>
                    <a:lnTo>
                      <a:pt x="740774" y="1489076"/>
                    </a:lnTo>
                    <a:lnTo>
                      <a:pt x="743546" y="1487885"/>
                    </a:lnTo>
                    <a:lnTo>
                      <a:pt x="745525" y="1487091"/>
                    </a:lnTo>
                    <a:lnTo>
                      <a:pt x="747504" y="1485901"/>
                    </a:lnTo>
                    <a:lnTo>
                      <a:pt x="748692" y="1484313"/>
                    </a:lnTo>
                    <a:lnTo>
                      <a:pt x="749088" y="1483123"/>
                    </a:lnTo>
                    <a:lnTo>
                      <a:pt x="749484" y="1481932"/>
                    </a:lnTo>
                    <a:lnTo>
                      <a:pt x="749880" y="1481138"/>
                    </a:lnTo>
                    <a:lnTo>
                      <a:pt x="749484" y="1480345"/>
                    </a:lnTo>
                    <a:lnTo>
                      <a:pt x="748692" y="1479551"/>
                    </a:lnTo>
                    <a:lnTo>
                      <a:pt x="747900" y="1478757"/>
                    </a:lnTo>
                    <a:lnTo>
                      <a:pt x="746713" y="1478360"/>
                    </a:lnTo>
                    <a:lnTo>
                      <a:pt x="744733" y="1477566"/>
                    </a:lnTo>
                    <a:lnTo>
                      <a:pt x="743150" y="1477566"/>
                    </a:lnTo>
                    <a:lnTo>
                      <a:pt x="741170" y="1477566"/>
                    </a:lnTo>
                    <a:close/>
                    <a:moveTo>
                      <a:pt x="770069" y="1446213"/>
                    </a:moveTo>
                    <a:lnTo>
                      <a:pt x="773236" y="1446213"/>
                    </a:lnTo>
                    <a:lnTo>
                      <a:pt x="775612" y="1446213"/>
                    </a:lnTo>
                    <a:lnTo>
                      <a:pt x="777195" y="1446610"/>
                    </a:lnTo>
                    <a:lnTo>
                      <a:pt x="778383" y="1447404"/>
                    </a:lnTo>
                    <a:lnTo>
                      <a:pt x="779175" y="1448198"/>
                    </a:lnTo>
                    <a:lnTo>
                      <a:pt x="779175" y="1448991"/>
                    </a:lnTo>
                    <a:lnTo>
                      <a:pt x="779175" y="1450182"/>
                    </a:lnTo>
                    <a:lnTo>
                      <a:pt x="782342" y="1451373"/>
                    </a:lnTo>
                    <a:lnTo>
                      <a:pt x="784717" y="1452166"/>
                    </a:lnTo>
                    <a:lnTo>
                      <a:pt x="787092" y="1453357"/>
                    </a:lnTo>
                    <a:lnTo>
                      <a:pt x="788280" y="1455341"/>
                    </a:lnTo>
                    <a:lnTo>
                      <a:pt x="822325" y="1543051"/>
                    </a:lnTo>
                    <a:lnTo>
                      <a:pt x="818366" y="1543448"/>
                    </a:lnTo>
                    <a:lnTo>
                      <a:pt x="809261" y="1544639"/>
                    </a:lnTo>
                    <a:lnTo>
                      <a:pt x="795406" y="1546623"/>
                    </a:lnTo>
                    <a:lnTo>
                      <a:pt x="787488" y="1547020"/>
                    </a:lnTo>
                    <a:lnTo>
                      <a:pt x="778779" y="1547417"/>
                    </a:lnTo>
                    <a:lnTo>
                      <a:pt x="776403" y="1549798"/>
                    </a:lnTo>
                    <a:lnTo>
                      <a:pt x="773632" y="1552973"/>
                    </a:lnTo>
                    <a:lnTo>
                      <a:pt x="770069" y="1554957"/>
                    </a:lnTo>
                    <a:lnTo>
                      <a:pt x="766902" y="1557339"/>
                    </a:lnTo>
                    <a:lnTo>
                      <a:pt x="758589" y="1561704"/>
                    </a:lnTo>
                    <a:lnTo>
                      <a:pt x="749880" y="1564879"/>
                    </a:lnTo>
                    <a:lnTo>
                      <a:pt x="741170" y="1568054"/>
                    </a:lnTo>
                    <a:lnTo>
                      <a:pt x="731273" y="1570435"/>
                    </a:lnTo>
                    <a:lnTo>
                      <a:pt x="721772" y="1572420"/>
                    </a:lnTo>
                    <a:lnTo>
                      <a:pt x="712271" y="1574404"/>
                    </a:lnTo>
                    <a:lnTo>
                      <a:pt x="702770" y="1575595"/>
                    </a:lnTo>
                    <a:lnTo>
                      <a:pt x="694061" y="1576389"/>
                    </a:lnTo>
                    <a:lnTo>
                      <a:pt x="679414" y="1577579"/>
                    </a:lnTo>
                    <a:lnTo>
                      <a:pt x="668725" y="1577976"/>
                    </a:lnTo>
                    <a:lnTo>
                      <a:pt x="665162" y="1577976"/>
                    </a:lnTo>
                    <a:lnTo>
                      <a:pt x="672288" y="1466454"/>
                    </a:lnTo>
                    <a:lnTo>
                      <a:pt x="672684" y="1464073"/>
                    </a:lnTo>
                    <a:lnTo>
                      <a:pt x="673079" y="1462485"/>
                    </a:lnTo>
                    <a:lnTo>
                      <a:pt x="673871" y="1460898"/>
                    </a:lnTo>
                    <a:lnTo>
                      <a:pt x="675059" y="1459707"/>
                    </a:lnTo>
                    <a:lnTo>
                      <a:pt x="676642" y="1458516"/>
                    </a:lnTo>
                    <a:lnTo>
                      <a:pt x="678622" y="1456929"/>
                    </a:lnTo>
                    <a:lnTo>
                      <a:pt x="682581" y="1454944"/>
                    </a:lnTo>
                    <a:lnTo>
                      <a:pt x="687727" y="1453357"/>
                    </a:lnTo>
                    <a:lnTo>
                      <a:pt x="693269" y="1452166"/>
                    </a:lnTo>
                    <a:lnTo>
                      <a:pt x="699999" y="1451373"/>
                    </a:lnTo>
                    <a:lnTo>
                      <a:pt x="706729" y="1450182"/>
                    </a:lnTo>
                    <a:lnTo>
                      <a:pt x="721772" y="1449388"/>
                    </a:lnTo>
                    <a:lnTo>
                      <a:pt x="737212" y="1448594"/>
                    </a:lnTo>
                    <a:lnTo>
                      <a:pt x="752255" y="1447801"/>
                    </a:lnTo>
                    <a:lnTo>
                      <a:pt x="759777" y="1447404"/>
                    </a:lnTo>
                    <a:lnTo>
                      <a:pt x="766506" y="1446610"/>
                    </a:lnTo>
                    <a:lnTo>
                      <a:pt x="770069" y="1446213"/>
                    </a:lnTo>
                    <a:close/>
                    <a:moveTo>
                      <a:pt x="59062" y="1431772"/>
                    </a:moveTo>
                    <a:lnTo>
                      <a:pt x="61440" y="1459148"/>
                    </a:lnTo>
                    <a:lnTo>
                      <a:pt x="192645" y="1469067"/>
                    </a:lnTo>
                    <a:lnTo>
                      <a:pt x="59062" y="1431772"/>
                    </a:lnTo>
                    <a:close/>
                    <a:moveTo>
                      <a:pt x="1076062" y="950913"/>
                    </a:moveTo>
                    <a:lnTo>
                      <a:pt x="1080032" y="951310"/>
                    </a:lnTo>
                    <a:lnTo>
                      <a:pt x="1083606" y="951707"/>
                    </a:lnTo>
                    <a:lnTo>
                      <a:pt x="1083606" y="952104"/>
                    </a:lnTo>
                    <a:lnTo>
                      <a:pt x="1084400" y="952502"/>
                    </a:lnTo>
                    <a:lnTo>
                      <a:pt x="1087974" y="954487"/>
                    </a:lnTo>
                    <a:lnTo>
                      <a:pt x="1093136" y="957267"/>
                    </a:lnTo>
                    <a:lnTo>
                      <a:pt x="1100283" y="960444"/>
                    </a:lnTo>
                    <a:lnTo>
                      <a:pt x="1093930" y="1312288"/>
                    </a:lnTo>
                    <a:lnTo>
                      <a:pt x="1134431" y="1020408"/>
                    </a:lnTo>
                    <a:lnTo>
                      <a:pt x="1128078" y="998170"/>
                    </a:lnTo>
                    <a:lnTo>
                      <a:pt x="1141975" y="972357"/>
                    </a:lnTo>
                    <a:lnTo>
                      <a:pt x="1175726" y="972754"/>
                    </a:lnTo>
                    <a:lnTo>
                      <a:pt x="1190418" y="998170"/>
                    </a:lnTo>
                    <a:lnTo>
                      <a:pt x="1182874" y="1017231"/>
                    </a:lnTo>
                    <a:lnTo>
                      <a:pt x="1177315" y="1217775"/>
                    </a:lnTo>
                    <a:lnTo>
                      <a:pt x="1165800" y="1329364"/>
                    </a:lnTo>
                    <a:lnTo>
                      <a:pt x="1283333" y="956076"/>
                    </a:lnTo>
                    <a:lnTo>
                      <a:pt x="1317084" y="953296"/>
                    </a:lnTo>
                    <a:lnTo>
                      <a:pt x="1339717" y="952104"/>
                    </a:lnTo>
                    <a:lnTo>
                      <a:pt x="1347261" y="951707"/>
                    </a:lnTo>
                    <a:lnTo>
                      <a:pt x="1351232" y="951707"/>
                    </a:lnTo>
                    <a:lnTo>
                      <a:pt x="1365129" y="954090"/>
                    </a:lnTo>
                    <a:lnTo>
                      <a:pt x="1378630" y="957664"/>
                    </a:lnTo>
                    <a:lnTo>
                      <a:pt x="1392130" y="960444"/>
                    </a:lnTo>
                    <a:lnTo>
                      <a:pt x="1405234" y="964415"/>
                    </a:lnTo>
                    <a:lnTo>
                      <a:pt x="1418337" y="967592"/>
                    </a:lnTo>
                    <a:lnTo>
                      <a:pt x="1430249" y="971960"/>
                    </a:lnTo>
                    <a:lnTo>
                      <a:pt x="1442558" y="975534"/>
                    </a:lnTo>
                    <a:lnTo>
                      <a:pt x="1454073" y="979903"/>
                    </a:lnTo>
                    <a:lnTo>
                      <a:pt x="1465191" y="984271"/>
                    </a:lnTo>
                    <a:lnTo>
                      <a:pt x="1475118" y="988242"/>
                    </a:lnTo>
                    <a:lnTo>
                      <a:pt x="1484648" y="993007"/>
                    </a:lnTo>
                    <a:lnTo>
                      <a:pt x="1493780" y="997376"/>
                    </a:lnTo>
                    <a:lnTo>
                      <a:pt x="1501722" y="1001347"/>
                    </a:lnTo>
                    <a:lnTo>
                      <a:pt x="1508869" y="1006112"/>
                    </a:lnTo>
                    <a:lnTo>
                      <a:pt x="1514825" y="1010480"/>
                    </a:lnTo>
                    <a:lnTo>
                      <a:pt x="1520384" y="1014452"/>
                    </a:lnTo>
                    <a:lnTo>
                      <a:pt x="1523164" y="1018026"/>
                    </a:lnTo>
                    <a:lnTo>
                      <a:pt x="1526737" y="1021997"/>
                    </a:lnTo>
                    <a:lnTo>
                      <a:pt x="1529517" y="1026365"/>
                    </a:lnTo>
                    <a:lnTo>
                      <a:pt x="1532693" y="1031528"/>
                    </a:lnTo>
                    <a:lnTo>
                      <a:pt x="1535473" y="1037484"/>
                    </a:lnTo>
                    <a:lnTo>
                      <a:pt x="1538252" y="1043441"/>
                    </a:lnTo>
                    <a:lnTo>
                      <a:pt x="1541429" y="1050192"/>
                    </a:lnTo>
                    <a:lnTo>
                      <a:pt x="1544208" y="1057737"/>
                    </a:lnTo>
                    <a:lnTo>
                      <a:pt x="1549370" y="1073622"/>
                    </a:lnTo>
                    <a:lnTo>
                      <a:pt x="1554532" y="1091095"/>
                    </a:lnTo>
                    <a:lnTo>
                      <a:pt x="1558900" y="1110156"/>
                    </a:lnTo>
                    <a:lnTo>
                      <a:pt x="1563665" y="1131204"/>
                    </a:lnTo>
                    <a:lnTo>
                      <a:pt x="1568033" y="1153442"/>
                    </a:lnTo>
                    <a:lnTo>
                      <a:pt x="1572003" y="1176475"/>
                    </a:lnTo>
                    <a:lnTo>
                      <a:pt x="1575577" y="1201096"/>
                    </a:lnTo>
                    <a:lnTo>
                      <a:pt x="1579151" y="1225717"/>
                    </a:lnTo>
                    <a:lnTo>
                      <a:pt x="1582327" y="1251927"/>
                    </a:lnTo>
                    <a:lnTo>
                      <a:pt x="1585107" y="1278136"/>
                    </a:lnTo>
                    <a:lnTo>
                      <a:pt x="1588283" y="1305140"/>
                    </a:lnTo>
                    <a:lnTo>
                      <a:pt x="1590666" y="1332144"/>
                    </a:lnTo>
                    <a:lnTo>
                      <a:pt x="1595034" y="1386152"/>
                    </a:lnTo>
                    <a:lnTo>
                      <a:pt x="1598210" y="1439365"/>
                    </a:lnTo>
                    <a:lnTo>
                      <a:pt x="1601387" y="1490196"/>
                    </a:lnTo>
                    <a:lnTo>
                      <a:pt x="1602975" y="1538644"/>
                    </a:lnTo>
                    <a:lnTo>
                      <a:pt x="1603769" y="1581532"/>
                    </a:lnTo>
                    <a:lnTo>
                      <a:pt x="1603769" y="1618861"/>
                    </a:lnTo>
                    <a:lnTo>
                      <a:pt x="1603372" y="1649836"/>
                    </a:lnTo>
                    <a:lnTo>
                      <a:pt x="1602975" y="1662147"/>
                    </a:lnTo>
                    <a:lnTo>
                      <a:pt x="1602181" y="1671678"/>
                    </a:lnTo>
                    <a:lnTo>
                      <a:pt x="1601784" y="1678031"/>
                    </a:lnTo>
                    <a:lnTo>
                      <a:pt x="1601784" y="1683591"/>
                    </a:lnTo>
                    <a:lnTo>
                      <a:pt x="1602578" y="1688356"/>
                    </a:lnTo>
                    <a:lnTo>
                      <a:pt x="1602975" y="1692328"/>
                    </a:lnTo>
                    <a:lnTo>
                      <a:pt x="1604166" y="1696696"/>
                    </a:lnTo>
                    <a:lnTo>
                      <a:pt x="1605357" y="1699873"/>
                    </a:lnTo>
                    <a:lnTo>
                      <a:pt x="1607740" y="1705432"/>
                    </a:lnTo>
                    <a:lnTo>
                      <a:pt x="1609328" y="1709404"/>
                    </a:lnTo>
                    <a:lnTo>
                      <a:pt x="1609725" y="1710992"/>
                    </a:lnTo>
                    <a:lnTo>
                      <a:pt x="1609725" y="1711786"/>
                    </a:lnTo>
                    <a:lnTo>
                      <a:pt x="1609328" y="1712978"/>
                    </a:lnTo>
                    <a:lnTo>
                      <a:pt x="1608534" y="1713375"/>
                    </a:lnTo>
                    <a:lnTo>
                      <a:pt x="1606549" y="1713772"/>
                    </a:lnTo>
                    <a:lnTo>
                      <a:pt x="1604166" y="1714169"/>
                    </a:lnTo>
                    <a:lnTo>
                      <a:pt x="1599798" y="1714169"/>
                    </a:lnTo>
                    <a:lnTo>
                      <a:pt x="1595431" y="1714169"/>
                    </a:lnTo>
                    <a:lnTo>
                      <a:pt x="1583916" y="1713375"/>
                    </a:lnTo>
                    <a:lnTo>
                      <a:pt x="1571209" y="1711786"/>
                    </a:lnTo>
                    <a:lnTo>
                      <a:pt x="1558106" y="1710198"/>
                    </a:lnTo>
                    <a:lnTo>
                      <a:pt x="1534679" y="1706227"/>
                    </a:lnTo>
                    <a:lnTo>
                      <a:pt x="1521178" y="1704241"/>
                    </a:lnTo>
                    <a:lnTo>
                      <a:pt x="1520384" y="1693519"/>
                    </a:lnTo>
                    <a:lnTo>
                      <a:pt x="1518002" y="1674855"/>
                    </a:lnTo>
                    <a:lnTo>
                      <a:pt x="1511649" y="1617273"/>
                    </a:lnTo>
                    <a:lnTo>
                      <a:pt x="1493383" y="1456044"/>
                    </a:lnTo>
                    <a:lnTo>
                      <a:pt x="1474324" y="1299183"/>
                    </a:lnTo>
                    <a:lnTo>
                      <a:pt x="1467177" y="1245970"/>
                    </a:lnTo>
                    <a:lnTo>
                      <a:pt x="1465191" y="1230482"/>
                    </a:lnTo>
                    <a:lnTo>
                      <a:pt x="1463603" y="1223334"/>
                    </a:lnTo>
                    <a:lnTo>
                      <a:pt x="1462412" y="1218569"/>
                    </a:lnTo>
                    <a:lnTo>
                      <a:pt x="1461221" y="1215789"/>
                    </a:lnTo>
                    <a:lnTo>
                      <a:pt x="1460029" y="1214598"/>
                    </a:lnTo>
                    <a:lnTo>
                      <a:pt x="1459632" y="1214201"/>
                    </a:lnTo>
                    <a:lnTo>
                      <a:pt x="1459235" y="1214201"/>
                    </a:lnTo>
                    <a:lnTo>
                      <a:pt x="1458441" y="1215392"/>
                    </a:lnTo>
                    <a:lnTo>
                      <a:pt x="1457250" y="1216980"/>
                    </a:lnTo>
                    <a:lnTo>
                      <a:pt x="1456456" y="1222937"/>
                    </a:lnTo>
                    <a:lnTo>
                      <a:pt x="1456059" y="1229688"/>
                    </a:lnTo>
                    <a:lnTo>
                      <a:pt x="1455662" y="1236836"/>
                    </a:lnTo>
                    <a:lnTo>
                      <a:pt x="1455662" y="1243984"/>
                    </a:lnTo>
                    <a:lnTo>
                      <a:pt x="1451691" y="1302757"/>
                    </a:lnTo>
                    <a:lnTo>
                      <a:pt x="1447323" y="1369870"/>
                    </a:lnTo>
                    <a:lnTo>
                      <a:pt x="1442955" y="1440556"/>
                    </a:lnTo>
                    <a:lnTo>
                      <a:pt x="1439779" y="1509655"/>
                    </a:lnTo>
                    <a:lnTo>
                      <a:pt x="1434220" y="1624024"/>
                    </a:lnTo>
                    <a:lnTo>
                      <a:pt x="1431837" y="1671678"/>
                    </a:lnTo>
                    <a:lnTo>
                      <a:pt x="1431837" y="1676046"/>
                    </a:lnTo>
                    <a:lnTo>
                      <a:pt x="1431440" y="1687165"/>
                    </a:lnTo>
                    <a:lnTo>
                      <a:pt x="1429852" y="1703050"/>
                    </a:lnTo>
                    <a:lnTo>
                      <a:pt x="1428661" y="1711786"/>
                    </a:lnTo>
                    <a:lnTo>
                      <a:pt x="1427470" y="1720920"/>
                    </a:lnTo>
                    <a:lnTo>
                      <a:pt x="1425484" y="1730451"/>
                    </a:lnTo>
                    <a:lnTo>
                      <a:pt x="1422705" y="1739187"/>
                    </a:lnTo>
                    <a:lnTo>
                      <a:pt x="1419925" y="1747527"/>
                    </a:lnTo>
                    <a:lnTo>
                      <a:pt x="1416352" y="1755469"/>
                    </a:lnTo>
                    <a:lnTo>
                      <a:pt x="1414366" y="1759043"/>
                    </a:lnTo>
                    <a:lnTo>
                      <a:pt x="1412381" y="1762220"/>
                    </a:lnTo>
                    <a:lnTo>
                      <a:pt x="1409998" y="1765000"/>
                    </a:lnTo>
                    <a:lnTo>
                      <a:pt x="1407616" y="1766985"/>
                    </a:lnTo>
                    <a:lnTo>
                      <a:pt x="1404836" y="1769368"/>
                    </a:lnTo>
                    <a:lnTo>
                      <a:pt x="1402057" y="1770956"/>
                    </a:lnTo>
                    <a:lnTo>
                      <a:pt x="1398880" y="1771751"/>
                    </a:lnTo>
                    <a:lnTo>
                      <a:pt x="1395307" y="1772148"/>
                    </a:lnTo>
                    <a:lnTo>
                      <a:pt x="1350041" y="2259805"/>
                    </a:lnTo>
                    <a:lnTo>
                      <a:pt x="1229728" y="2262188"/>
                    </a:lnTo>
                    <a:lnTo>
                      <a:pt x="1221398" y="1844027"/>
                    </a:lnTo>
                    <a:lnTo>
                      <a:pt x="1224169" y="1844423"/>
                    </a:lnTo>
                    <a:lnTo>
                      <a:pt x="1226949" y="1844820"/>
                    </a:lnTo>
                    <a:lnTo>
                      <a:pt x="1221390" y="1843670"/>
                    </a:lnTo>
                    <a:lnTo>
                      <a:pt x="1221390" y="1843629"/>
                    </a:lnTo>
                    <a:lnTo>
                      <a:pt x="1221192" y="1843629"/>
                    </a:lnTo>
                    <a:lnTo>
                      <a:pt x="1215434" y="1842437"/>
                    </a:lnTo>
                    <a:lnTo>
                      <a:pt x="1204316" y="1840849"/>
                    </a:lnTo>
                    <a:lnTo>
                      <a:pt x="1190021" y="1839260"/>
                    </a:lnTo>
                    <a:lnTo>
                      <a:pt x="1160638" y="2260600"/>
                    </a:lnTo>
                    <a:lnTo>
                      <a:pt x="1054620" y="2260600"/>
                    </a:lnTo>
                    <a:lnTo>
                      <a:pt x="1015310" y="1736010"/>
                    </a:lnTo>
                    <a:lnTo>
                      <a:pt x="1010942" y="1729259"/>
                    </a:lnTo>
                    <a:lnTo>
                      <a:pt x="1006574" y="1722508"/>
                    </a:lnTo>
                    <a:lnTo>
                      <a:pt x="1002604" y="1715757"/>
                    </a:lnTo>
                    <a:lnTo>
                      <a:pt x="999030" y="1708609"/>
                    </a:lnTo>
                    <a:lnTo>
                      <a:pt x="995456" y="1701461"/>
                    </a:lnTo>
                    <a:lnTo>
                      <a:pt x="992677" y="1693916"/>
                    </a:lnTo>
                    <a:lnTo>
                      <a:pt x="989500" y="1687165"/>
                    </a:lnTo>
                    <a:lnTo>
                      <a:pt x="987515" y="1679620"/>
                    </a:lnTo>
                    <a:lnTo>
                      <a:pt x="986721" y="1675649"/>
                    </a:lnTo>
                    <a:lnTo>
                      <a:pt x="982353" y="1629583"/>
                    </a:lnTo>
                    <a:lnTo>
                      <a:pt x="977985" y="1578355"/>
                    </a:lnTo>
                    <a:lnTo>
                      <a:pt x="972029" y="1512831"/>
                    </a:lnTo>
                    <a:lnTo>
                      <a:pt x="960514" y="1330555"/>
                    </a:lnTo>
                    <a:lnTo>
                      <a:pt x="955352" y="1372650"/>
                    </a:lnTo>
                    <a:lnTo>
                      <a:pt x="948602" y="1421892"/>
                    </a:lnTo>
                    <a:lnTo>
                      <a:pt x="942249" y="1462795"/>
                    </a:lnTo>
                    <a:lnTo>
                      <a:pt x="939866" y="1479871"/>
                    </a:lnTo>
                    <a:lnTo>
                      <a:pt x="938278" y="1480268"/>
                    </a:lnTo>
                    <a:lnTo>
                      <a:pt x="938675" y="1485430"/>
                    </a:lnTo>
                    <a:lnTo>
                      <a:pt x="849731" y="1541027"/>
                    </a:lnTo>
                    <a:lnTo>
                      <a:pt x="804862" y="1434997"/>
                    </a:lnTo>
                    <a:lnTo>
                      <a:pt x="915248" y="1388137"/>
                    </a:lnTo>
                    <a:lnTo>
                      <a:pt x="915248" y="1370664"/>
                    </a:lnTo>
                    <a:lnTo>
                      <a:pt x="916439" y="1352397"/>
                    </a:lnTo>
                    <a:lnTo>
                      <a:pt x="917630" y="1332541"/>
                    </a:lnTo>
                    <a:lnTo>
                      <a:pt x="919616" y="1312288"/>
                    </a:lnTo>
                    <a:lnTo>
                      <a:pt x="923586" y="1282107"/>
                    </a:lnTo>
                    <a:lnTo>
                      <a:pt x="928351" y="1250735"/>
                    </a:lnTo>
                    <a:lnTo>
                      <a:pt x="934307" y="1218569"/>
                    </a:lnTo>
                    <a:lnTo>
                      <a:pt x="941455" y="1187197"/>
                    </a:lnTo>
                    <a:lnTo>
                      <a:pt x="948999" y="1155428"/>
                    </a:lnTo>
                    <a:lnTo>
                      <a:pt x="953367" y="1139940"/>
                    </a:lnTo>
                    <a:lnTo>
                      <a:pt x="958132" y="1124453"/>
                    </a:lnTo>
                    <a:lnTo>
                      <a:pt x="962499" y="1109759"/>
                    </a:lnTo>
                    <a:lnTo>
                      <a:pt x="967661" y="1095066"/>
                    </a:lnTo>
                    <a:lnTo>
                      <a:pt x="972823" y="1080770"/>
                    </a:lnTo>
                    <a:lnTo>
                      <a:pt x="977985" y="1067268"/>
                    </a:lnTo>
                    <a:lnTo>
                      <a:pt x="983147" y="1053766"/>
                    </a:lnTo>
                    <a:lnTo>
                      <a:pt x="988706" y="1041058"/>
                    </a:lnTo>
                    <a:lnTo>
                      <a:pt x="994662" y="1028748"/>
                    </a:lnTo>
                    <a:lnTo>
                      <a:pt x="1000618" y="1017629"/>
                    </a:lnTo>
                    <a:lnTo>
                      <a:pt x="1006971" y="1006906"/>
                    </a:lnTo>
                    <a:lnTo>
                      <a:pt x="1013324" y="996979"/>
                    </a:lnTo>
                    <a:lnTo>
                      <a:pt x="1019678" y="987845"/>
                    </a:lnTo>
                    <a:lnTo>
                      <a:pt x="1026428" y="979505"/>
                    </a:lnTo>
                    <a:lnTo>
                      <a:pt x="1033178" y="972357"/>
                    </a:lnTo>
                    <a:lnTo>
                      <a:pt x="1039928" y="966004"/>
                    </a:lnTo>
                    <a:lnTo>
                      <a:pt x="1047075" y="960444"/>
                    </a:lnTo>
                    <a:lnTo>
                      <a:pt x="1050252" y="958458"/>
                    </a:lnTo>
                    <a:lnTo>
                      <a:pt x="1054223" y="956870"/>
                    </a:lnTo>
                    <a:lnTo>
                      <a:pt x="1057399" y="954884"/>
                    </a:lnTo>
                    <a:lnTo>
                      <a:pt x="1061370" y="953296"/>
                    </a:lnTo>
                    <a:lnTo>
                      <a:pt x="1064547" y="952502"/>
                    </a:lnTo>
                    <a:lnTo>
                      <a:pt x="1068517" y="951707"/>
                    </a:lnTo>
                    <a:lnTo>
                      <a:pt x="1072488" y="951310"/>
                    </a:lnTo>
                    <a:lnTo>
                      <a:pt x="1076062" y="950913"/>
                    </a:lnTo>
                    <a:close/>
                    <a:moveTo>
                      <a:pt x="460208" y="927100"/>
                    </a:moveTo>
                    <a:lnTo>
                      <a:pt x="466154" y="927100"/>
                    </a:lnTo>
                    <a:lnTo>
                      <a:pt x="472099" y="927497"/>
                    </a:lnTo>
                    <a:lnTo>
                      <a:pt x="477649" y="929084"/>
                    </a:lnTo>
                    <a:lnTo>
                      <a:pt x="483198" y="931068"/>
                    </a:lnTo>
                    <a:lnTo>
                      <a:pt x="488351" y="933845"/>
                    </a:lnTo>
                    <a:lnTo>
                      <a:pt x="493505" y="937416"/>
                    </a:lnTo>
                    <a:lnTo>
                      <a:pt x="498658" y="940987"/>
                    </a:lnTo>
                    <a:lnTo>
                      <a:pt x="503414" y="945351"/>
                    </a:lnTo>
                    <a:lnTo>
                      <a:pt x="508171" y="950509"/>
                    </a:lnTo>
                    <a:lnTo>
                      <a:pt x="512531" y="955666"/>
                    </a:lnTo>
                    <a:lnTo>
                      <a:pt x="516891" y="962015"/>
                    </a:lnTo>
                    <a:lnTo>
                      <a:pt x="520855" y="968363"/>
                    </a:lnTo>
                    <a:lnTo>
                      <a:pt x="525216" y="975504"/>
                    </a:lnTo>
                    <a:lnTo>
                      <a:pt x="528783" y="982646"/>
                    </a:lnTo>
                    <a:lnTo>
                      <a:pt x="532747" y="990581"/>
                    </a:lnTo>
                    <a:lnTo>
                      <a:pt x="535918" y="998913"/>
                    </a:lnTo>
                    <a:lnTo>
                      <a:pt x="539486" y="1007245"/>
                    </a:lnTo>
                    <a:lnTo>
                      <a:pt x="546224" y="1025495"/>
                    </a:lnTo>
                    <a:lnTo>
                      <a:pt x="552170" y="1044539"/>
                    </a:lnTo>
                    <a:lnTo>
                      <a:pt x="557720" y="1064774"/>
                    </a:lnTo>
                    <a:lnTo>
                      <a:pt x="562080" y="1086199"/>
                    </a:lnTo>
                    <a:lnTo>
                      <a:pt x="566837" y="1108020"/>
                    </a:lnTo>
                    <a:lnTo>
                      <a:pt x="570800" y="1129842"/>
                    </a:lnTo>
                    <a:lnTo>
                      <a:pt x="573972" y="1152060"/>
                    </a:lnTo>
                    <a:lnTo>
                      <a:pt x="577539" y="1175072"/>
                    </a:lnTo>
                    <a:lnTo>
                      <a:pt x="579917" y="1197290"/>
                    </a:lnTo>
                    <a:lnTo>
                      <a:pt x="582296" y="1219508"/>
                    </a:lnTo>
                    <a:lnTo>
                      <a:pt x="584674" y="1240933"/>
                    </a:lnTo>
                    <a:lnTo>
                      <a:pt x="587449" y="1282592"/>
                    </a:lnTo>
                    <a:lnTo>
                      <a:pt x="589431" y="1319887"/>
                    </a:lnTo>
                    <a:lnTo>
                      <a:pt x="591016" y="1351628"/>
                    </a:lnTo>
                    <a:lnTo>
                      <a:pt x="591016" y="1376226"/>
                    </a:lnTo>
                    <a:lnTo>
                      <a:pt x="591016" y="1392890"/>
                    </a:lnTo>
                    <a:lnTo>
                      <a:pt x="590620" y="1397651"/>
                    </a:lnTo>
                    <a:lnTo>
                      <a:pt x="589827" y="1399635"/>
                    </a:lnTo>
                    <a:lnTo>
                      <a:pt x="588242" y="1390510"/>
                    </a:lnTo>
                    <a:lnTo>
                      <a:pt x="585070" y="1366308"/>
                    </a:lnTo>
                    <a:lnTo>
                      <a:pt x="580710" y="1336551"/>
                    </a:lnTo>
                    <a:lnTo>
                      <a:pt x="577143" y="1307191"/>
                    </a:lnTo>
                    <a:lnTo>
                      <a:pt x="571197" y="1397254"/>
                    </a:lnTo>
                    <a:lnTo>
                      <a:pt x="204933" y="1299256"/>
                    </a:lnTo>
                    <a:lnTo>
                      <a:pt x="140718" y="1285370"/>
                    </a:lnTo>
                    <a:lnTo>
                      <a:pt x="569611" y="1420266"/>
                    </a:lnTo>
                    <a:lnTo>
                      <a:pt x="569215" y="1425424"/>
                    </a:lnTo>
                    <a:lnTo>
                      <a:pt x="647700" y="1454784"/>
                    </a:lnTo>
                    <a:lnTo>
                      <a:pt x="646511" y="1467083"/>
                    </a:lnTo>
                    <a:lnTo>
                      <a:pt x="644925" y="1480970"/>
                    </a:lnTo>
                    <a:lnTo>
                      <a:pt x="642150" y="1513503"/>
                    </a:lnTo>
                    <a:lnTo>
                      <a:pt x="638979" y="1548418"/>
                    </a:lnTo>
                    <a:lnTo>
                      <a:pt x="636997" y="1565478"/>
                    </a:lnTo>
                    <a:lnTo>
                      <a:pt x="634619" y="1582539"/>
                    </a:lnTo>
                    <a:lnTo>
                      <a:pt x="619160" y="1576587"/>
                    </a:lnTo>
                    <a:lnTo>
                      <a:pt x="601322" y="1570636"/>
                    </a:lnTo>
                    <a:lnTo>
                      <a:pt x="581107" y="1564288"/>
                    </a:lnTo>
                    <a:lnTo>
                      <a:pt x="559305" y="1557940"/>
                    </a:lnTo>
                    <a:lnTo>
                      <a:pt x="553359" y="1625388"/>
                    </a:lnTo>
                    <a:lnTo>
                      <a:pt x="550981" y="1651177"/>
                    </a:lnTo>
                    <a:lnTo>
                      <a:pt x="550188" y="1655542"/>
                    </a:lnTo>
                    <a:lnTo>
                      <a:pt x="547810" y="1662683"/>
                    </a:lnTo>
                    <a:lnTo>
                      <a:pt x="545035" y="1669825"/>
                    </a:lnTo>
                    <a:lnTo>
                      <a:pt x="541864" y="1676966"/>
                    </a:lnTo>
                    <a:lnTo>
                      <a:pt x="538693" y="1684108"/>
                    </a:lnTo>
                    <a:lnTo>
                      <a:pt x="534729" y="1690853"/>
                    </a:lnTo>
                    <a:lnTo>
                      <a:pt x="531161" y="1697994"/>
                    </a:lnTo>
                    <a:lnTo>
                      <a:pt x="526801" y="1704739"/>
                    </a:lnTo>
                    <a:lnTo>
                      <a:pt x="522045" y="1711484"/>
                    </a:lnTo>
                    <a:lnTo>
                      <a:pt x="483198" y="2235200"/>
                    </a:lnTo>
                    <a:lnTo>
                      <a:pt x="377362" y="2235200"/>
                    </a:lnTo>
                    <a:lnTo>
                      <a:pt x="324246" y="1818608"/>
                    </a:lnTo>
                    <a:lnTo>
                      <a:pt x="317508" y="1819401"/>
                    </a:lnTo>
                    <a:lnTo>
                      <a:pt x="310769" y="1819798"/>
                    </a:lnTo>
                    <a:lnTo>
                      <a:pt x="306409" y="1819401"/>
                    </a:lnTo>
                    <a:lnTo>
                      <a:pt x="302049" y="1819005"/>
                    </a:lnTo>
                    <a:lnTo>
                      <a:pt x="316319" y="2229646"/>
                    </a:lnTo>
                    <a:lnTo>
                      <a:pt x="188285" y="2234803"/>
                    </a:lnTo>
                    <a:lnTo>
                      <a:pt x="132790" y="1794803"/>
                    </a:lnTo>
                    <a:lnTo>
                      <a:pt x="128430" y="1793612"/>
                    </a:lnTo>
                    <a:lnTo>
                      <a:pt x="124863" y="1792025"/>
                    </a:lnTo>
                    <a:lnTo>
                      <a:pt x="120899" y="1789248"/>
                    </a:lnTo>
                    <a:lnTo>
                      <a:pt x="117728" y="1786471"/>
                    </a:lnTo>
                    <a:lnTo>
                      <a:pt x="114160" y="1783297"/>
                    </a:lnTo>
                    <a:lnTo>
                      <a:pt x="111385" y="1779329"/>
                    </a:lnTo>
                    <a:lnTo>
                      <a:pt x="108611" y="1775362"/>
                    </a:lnTo>
                    <a:lnTo>
                      <a:pt x="105836" y="1770997"/>
                    </a:lnTo>
                    <a:lnTo>
                      <a:pt x="103458" y="1766236"/>
                    </a:lnTo>
                    <a:lnTo>
                      <a:pt x="101079" y="1761078"/>
                    </a:lnTo>
                    <a:lnTo>
                      <a:pt x="97115" y="1750763"/>
                    </a:lnTo>
                    <a:lnTo>
                      <a:pt x="93151" y="1739257"/>
                    </a:lnTo>
                    <a:lnTo>
                      <a:pt x="90377" y="1727354"/>
                    </a:lnTo>
                    <a:lnTo>
                      <a:pt x="87602" y="1715848"/>
                    </a:lnTo>
                    <a:lnTo>
                      <a:pt x="85224" y="1704342"/>
                    </a:lnTo>
                    <a:lnTo>
                      <a:pt x="81656" y="1683314"/>
                    </a:lnTo>
                    <a:lnTo>
                      <a:pt x="78881" y="1666254"/>
                    </a:lnTo>
                    <a:lnTo>
                      <a:pt x="78089" y="1659906"/>
                    </a:lnTo>
                    <a:lnTo>
                      <a:pt x="76899" y="1655938"/>
                    </a:lnTo>
                    <a:lnTo>
                      <a:pt x="76503" y="1651177"/>
                    </a:lnTo>
                    <a:lnTo>
                      <a:pt x="70557" y="1587300"/>
                    </a:lnTo>
                    <a:lnTo>
                      <a:pt x="63819" y="1517074"/>
                    </a:lnTo>
                    <a:lnTo>
                      <a:pt x="56684" y="1428598"/>
                    </a:lnTo>
                    <a:lnTo>
                      <a:pt x="47567" y="1425424"/>
                    </a:lnTo>
                    <a:lnTo>
                      <a:pt x="39639" y="1421853"/>
                    </a:lnTo>
                    <a:lnTo>
                      <a:pt x="32900" y="1418679"/>
                    </a:lnTo>
                    <a:lnTo>
                      <a:pt x="27351" y="1415505"/>
                    </a:lnTo>
                    <a:lnTo>
                      <a:pt x="23387" y="1412331"/>
                    </a:lnTo>
                    <a:lnTo>
                      <a:pt x="20216" y="1409157"/>
                    </a:lnTo>
                    <a:lnTo>
                      <a:pt x="19423" y="1407967"/>
                    </a:lnTo>
                    <a:lnTo>
                      <a:pt x="18630" y="1406776"/>
                    </a:lnTo>
                    <a:lnTo>
                      <a:pt x="18234" y="1405189"/>
                    </a:lnTo>
                    <a:lnTo>
                      <a:pt x="18630" y="1403999"/>
                    </a:lnTo>
                    <a:lnTo>
                      <a:pt x="16252" y="1398445"/>
                    </a:lnTo>
                    <a:lnTo>
                      <a:pt x="13874" y="1390906"/>
                    </a:lnTo>
                    <a:lnTo>
                      <a:pt x="11892" y="1381781"/>
                    </a:lnTo>
                    <a:lnTo>
                      <a:pt x="9910" y="1371465"/>
                    </a:lnTo>
                    <a:lnTo>
                      <a:pt x="7531" y="1359166"/>
                    </a:lnTo>
                    <a:lnTo>
                      <a:pt x="5549" y="1346073"/>
                    </a:lnTo>
                    <a:lnTo>
                      <a:pt x="3964" y="1331393"/>
                    </a:lnTo>
                    <a:lnTo>
                      <a:pt x="2775" y="1315920"/>
                    </a:lnTo>
                    <a:lnTo>
                      <a:pt x="1189" y="1299256"/>
                    </a:lnTo>
                    <a:lnTo>
                      <a:pt x="396" y="1282196"/>
                    </a:lnTo>
                    <a:lnTo>
                      <a:pt x="0" y="1263945"/>
                    </a:lnTo>
                    <a:lnTo>
                      <a:pt x="396" y="1245297"/>
                    </a:lnTo>
                    <a:lnTo>
                      <a:pt x="793" y="1226253"/>
                    </a:lnTo>
                    <a:lnTo>
                      <a:pt x="2378" y="1206812"/>
                    </a:lnTo>
                    <a:lnTo>
                      <a:pt x="4360" y="1187371"/>
                    </a:lnTo>
                    <a:lnTo>
                      <a:pt x="6739" y="1167533"/>
                    </a:lnTo>
                    <a:lnTo>
                      <a:pt x="10306" y="1147696"/>
                    </a:lnTo>
                    <a:lnTo>
                      <a:pt x="14270" y="1127858"/>
                    </a:lnTo>
                    <a:lnTo>
                      <a:pt x="19423" y="1108417"/>
                    </a:lnTo>
                    <a:lnTo>
                      <a:pt x="22594" y="1098498"/>
                    </a:lnTo>
                    <a:lnTo>
                      <a:pt x="25369" y="1088976"/>
                    </a:lnTo>
                    <a:lnTo>
                      <a:pt x="28540" y="1079851"/>
                    </a:lnTo>
                    <a:lnTo>
                      <a:pt x="32504" y="1070329"/>
                    </a:lnTo>
                    <a:lnTo>
                      <a:pt x="36468" y="1061203"/>
                    </a:lnTo>
                    <a:lnTo>
                      <a:pt x="40035" y="1052475"/>
                    </a:lnTo>
                    <a:lnTo>
                      <a:pt x="44792" y="1043349"/>
                    </a:lnTo>
                    <a:lnTo>
                      <a:pt x="49549" y="1034621"/>
                    </a:lnTo>
                    <a:lnTo>
                      <a:pt x="53909" y="1026289"/>
                    </a:lnTo>
                    <a:lnTo>
                      <a:pt x="59458" y="1018354"/>
                    </a:lnTo>
                    <a:lnTo>
                      <a:pt x="65008" y="1010022"/>
                    </a:lnTo>
                    <a:lnTo>
                      <a:pt x="70557" y="1002087"/>
                    </a:lnTo>
                    <a:lnTo>
                      <a:pt x="76899" y="994548"/>
                    </a:lnTo>
                    <a:lnTo>
                      <a:pt x="83242" y="987407"/>
                    </a:lnTo>
                    <a:lnTo>
                      <a:pt x="89980" y="980662"/>
                    </a:lnTo>
                    <a:lnTo>
                      <a:pt x="97115" y="973917"/>
                    </a:lnTo>
                    <a:lnTo>
                      <a:pt x="104250" y="967569"/>
                    </a:lnTo>
                    <a:lnTo>
                      <a:pt x="112178" y="961618"/>
                    </a:lnTo>
                    <a:lnTo>
                      <a:pt x="120106" y="956063"/>
                    </a:lnTo>
                    <a:lnTo>
                      <a:pt x="128430" y="950905"/>
                    </a:lnTo>
                    <a:lnTo>
                      <a:pt x="137547" y="946144"/>
                    </a:lnTo>
                    <a:lnTo>
                      <a:pt x="146664" y="941383"/>
                    </a:lnTo>
                    <a:lnTo>
                      <a:pt x="155781" y="937416"/>
                    </a:lnTo>
                    <a:lnTo>
                      <a:pt x="166087" y="933845"/>
                    </a:lnTo>
                    <a:lnTo>
                      <a:pt x="175997" y="930671"/>
                    </a:lnTo>
                    <a:lnTo>
                      <a:pt x="187096" y="927894"/>
                    </a:lnTo>
                    <a:lnTo>
                      <a:pt x="190663" y="927497"/>
                    </a:lnTo>
                    <a:lnTo>
                      <a:pt x="198591" y="927894"/>
                    </a:lnTo>
                    <a:lnTo>
                      <a:pt x="221185" y="929084"/>
                    </a:lnTo>
                    <a:lnTo>
                      <a:pt x="254878" y="931861"/>
                    </a:lnTo>
                    <a:lnTo>
                      <a:pt x="371813" y="1304811"/>
                    </a:lnTo>
                    <a:lnTo>
                      <a:pt x="360714" y="1193322"/>
                    </a:lnTo>
                    <a:lnTo>
                      <a:pt x="355165" y="993358"/>
                    </a:lnTo>
                    <a:lnTo>
                      <a:pt x="347633" y="973917"/>
                    </a:lnTo>
                    <a:lnTo>
                      <a:pt x="362300" y="948525"/>
                    </a:lnTo>
                    <a:lnTo>
                      <a:pt x="395993" y="948525"/>
                    </a:lnTo>
                    <a:lnTo>
                      <a:pt x="409866" y="973917"/>
                    </a:lnTo>
                    <a:lnTo>
                      <a:pt x="403524" y="996532"/>
                    </a:lnTo>
                    <a:lnTo>
                      <a:pt x="443956" y="1288147"/>
                    </a:lnTo>
                    <a:lnTo>
                      <a:pt x="437614" y="937019"/>
                    </a:lnTo>
                    <a:lnTo>
                      <a:pt x="444749" y="933448"/>
                    </a:lnTo>
                    <a:lnTo>
                      <a:pt x="449902" y="930671"/>
                    </a:lnTo>
                    <a:lnTo>
                      <a:pt x="453073" y="928687"/>
                    </a:lnTo>
                    <a:lnTo>
                      <a:pt x="453866" y="927894"/>
                    </a:lnTo>
                    <a:lnTo>
                      <a:pt x="460208" y="927100"/>
                    </a:lnTo>
                    <a:close/>
                    <a:moveTo>
                      <a:pt x="1383083" y="640160"/>
                    </a:moveTo>
                    <a:lnTo>
                      <a:pt x="1382686" y="644922"/>
                    </a:lnTo>
                    <a:lnTo>
                      <a:pt x="1384275" y="651669"/>
                    </a:lnTo>
                    <a:lnTo>
                      <a:pt x="1385070" y="658813"/>
                    </a:lnTo>
                    <a:lnTo>
                      <a:pt x="1385467" y="666750"/>
                    </a:lnTo>
                    <a:lnTo>
                      <a:pt x="1385864" y="674688"/>
                    </a:lnTo>
                    <a:lnTo>
                      <a:pt x="1386262" y="674688"/>
                    </a:lnTo>
                    <a:lnTo>
                      <a:pt x="1385467" y="660797"/>
                    </a:lnTo>
                    <a:lnTo>
                      <a:pt x="1383083" y="640160"/>
                    </a:lnTo>
                    <a:close/>
                    <a:moveTo>
                      <a:pt x="153566" y="634207"/>
                    </a:moveTo>
                    <a:lnTo>
                      <a:pt x="152376" y="649288"/>
                    </a:lnTo>
                    <a:lnTo>
                      <a:pt x="152773" y="649685"/>
                    </a:lnTo>
                    <a:lnTo>
                      <a:pt x="153566" y="634207"/>
                    </a:lnTo>
                    <a:close/>
                    <a:moveTo>
                      <a:pt x="155152" y="615157"/>
                    </a:moveTo>
                    <a:lnTo>
                      <a:pt x="153566" y="633810"/>
                    </a:lnTo>
                    <a:lnTo>
                      <a:pt x="154359" y="626666"/>
                    </a:lnTo>
                    <a:lnTo>
                      <a:pt x="155548" y="619919"/>
                    </a:lnTo>
                    <a:lnTo>
                      <a:pt x="155152" y="615157"/>
                    </a:lnTo>
                    <a:close/>
                    <a:moveTo>
                      <a:pt x="1356862" y="559594"/>
                    </a:moveTo>
                    <a:lnTo>
                      <a:pt x="1359643" y="561578"/>
                    </a:lnTo>
                    <a:lnTo>
                      <a:pt x="1362424" y="563960"/>
                    </a:lnTo>
                    <a:lnTo>
                      <a:pt x="1367589" y="569516"/>
                    </a:lnTo>
                    <a:lnTo>
                      <a:pt x="1365205" y="565547"/>
                    </a:lnTo>
                    <a:lnTo>
                      <a:pt x="1362424" y="562372"/>
                    </a:lnTo>
                    <a:lnTo>
                      <a:pt x="1361232" y="561181"/>
                    </a:lnTo>
                    <a:lnTo>
                      <a:pt x="1359643" y="560388"/>
                    </a:lnTo>
                    <a:lnTo>
                      <a:pt x="1358451" y="559991"/>
                    </a:lnTo>
                    <a:lnTo>
                      <a:pt x="1356862" y="559594"/>
                    </a:lnTo>
                    <a:close/>
                    <a:moveTo>
                      <a:pt x="180128" y="534591"/>
                    </a:moveTo>
                    <a:lnTo>
                      <a:pt x="178939" y="535385"/>
                    </a:lnTo>
                    <a:lnTo>
                      <a:pt x="176956" y="536178"/>
                    </a:lnTo>
                    <a:lnTo>
                      <a:pt x="175767" y="536972"/>
                    </a:lnTo>
                    <a:lnTo>
                      <a:pt x="173388" y="540544"/>
                    </a:lnTo>
                    <a:lnTo>
                      <a:pt x="170613" y="544513"/>
                    </a:lnTo>
                    <a:lnTo>
                      <a:pt x="175767" y="539353"/>
                    </a:lnTo>
                    <a:lnTo>
                      <a:pt x="178939" y="536575"/>
                    </a:lnTo>
                    <a:lnTo>
                      <a:pt x="181714" y="534591"/>
                    </a:lnTo>
                    <a:lnTo>
                      <a:pt x="180128" y="534591"/>
                    </a:lnTo>
                    <a:close/>
                    <a:moveTo>
                      <a:pt x="1221780" y="479425"/>
                    </a:moveTo>
                    <a:lnTo>
                      <a:pt x="1236480" y="479425"/>
                    </a:lnTo>
                    <a:lnTo>
                      <a:pt x="1251578" y="480219"/>
                    </a:lnTo>
                    <a:lnTo>
                      <a:pt x="1267072" y="481806"/>
                    </a:lnTo>
                    <a:lnTo>
                      <a:pt x="1282964" y="484585"/>
                    </a:lnTo>
                    <a:lnTo>
                      <a:pt x="1299253" y="488156"/>
                    </a:lnTo>
                    <a:lnTo>
                      <a:pt x="1315940" y="492919"/>
                    </a:lnTo>
                    <a:lnTo>
                      <a:pt x="1323886" y="495300"/>
                    </a:lnTo>
                    <a:lnTo>
                      <a:pt x="1332229" y="498872"/>
                    </a:lnTo>
                    <a:lnTo>
                      <a:pt x="1340970" y="502047"/>
                    </a:lnTo>
                    <a:lnTo>
                      <a:pt x="1349710" y="505619"/>
                    </a:lnTo>
                    <a:lnTo>
                      <a:pt x="1358054" y="509588"/>
                    </a:lnTo>
                    <a:lnTo>
                      <a:pt x="1366794" y="513953"/>
                    </a:lnTo>
                    <a:lnTo>
                      <a:pt x="1368383" y="515144"/>
                    </a:lnTo>
                    <a:lnTo>
                      <a:pt x="1370370" y="516731"/>
                    </a:lnTo>
                    <a:lnTo>
                      <a:pt x="1374343" y="521494"/>
                    </a:lnTo>
                    <a:lnTo>
                      <a:pt x="1378713" y="527844"/>
                    </a:lnTo>
                    <a:lnTo>
                      <a:pt x="1383878" y="536178"/>
                    </a:lnTo>
                    <a:lnTo>
                      <a:pt x="1388646" y="545703"/>
                    </a:lnTo>
                    <a:lnTo>
                      <a:pt x="1393413" y="556022"/>
                    </a:lnTo>
                    <a:lnTo>
                      <a:pt x="1397783" y="567928"/>
                    </a:lnTo>
                    <a:lnTo>
                      <a:pt x="1401756" y="580231"/>
                    </a:lnTo>
                    <a:lnTo>
                      <a:pt x="1404935" y="592931"/>
                    </a:lnTo>
                    <a:lnTo>
                      <a:pt x="1406127" y="599282"/>
                    </a:lnTo>
                    <a:lnTo>
                      <a:pt x="1407319" y="605632"/>
                    </a:lnTo>
                    <a:lnTo>
                      <a:pt x="1407716" y="612378"/>
                    </a:lnTo>
                    <a:lnTo>
                      <a:pt x="1408113" y="618728"/>
                    </a:lnTo>
                    <a:lnTo>
                      <a:pt x="1408113" y="624682"/>
                    </a:lnTo>
                    <a:lnTo>
                      <a:pt x="1408113" y="631032"/>
                    </a:lnTo>
                    <a:lnTo>
                      <a:pt x="1407319" y="637382"/>
                    </a:lnTo>
                    <a:lnTo>
                      <a:pt x="1406524" y="643335"/>
                    </a:lnTo>
                    <a:lnTo>
                      <a:pt x="1404935" y="649288"/>
                    </a:lnTo>
                    <a:lnTo>
                      <a:pt x="1402551" y="654844"/>
                    </a:lnTo>
                    <a:lnTo>
                      <a:pt x="1400167" y="660400"/>
                    </a:lnTo>
                    <a:lnTo>
                      <a:pt x="1397386" y="665163"/>
                    </a:lnTo>
                    <a:lnTo>
                      <a:pt x="1393810" y="670322"/>
                    </a:lnTo>
                    <a:lnTo>
                      <a:pt x="1389440" y="675085"/>
                    </a:lnTo>
                    <a:lnTo>
                      <a:pt x="1391427" y="675878"/>
                    </a:lnTo>
                    <a:lnTo>
                      <a:pt x="1392619" y="677466"/>
                    </a:lnTo>
                    <a:lnTo>
                      <a:pt x="1393413" y="679053"/>
                    </a:lnTo>
                    <a:lnTo>
                      <a:pt x="1394605" y="681832"/>
                    </a:lnTo>
                    <a:lnTo>
                      <a:pt x="1396591" y="687785"/>
                    </a:lnTo>
                    <a:lnTo>
                      <a:pt x="1398975" y="694928"/>
                    </a:lnTo>
                    <a:lnTo>
                      <a:pt x="1400167" y="703263"/>
                    </a:lnTo>
                    <a:lnTo>
                      <a:pt x="1401359" y="712788"/>
                    </a:lnTo>
                    <a:lnTo>
                      <a:pt x="1402154" y="723107"/>
                    </a:lnTo>
                    <a:lnTo>
                      <a:pt x="1402154" y="734616"/>
                    </a:lnTo>
                    <a:lnTo>
                      <a:pt x="1402154" y="746125"/>
                    </a:lnTo>
                    <a:lnTo>
                      <a:pt x="1401359" y="757635"/>
                    </a:lnTo>
                    <a:lnTo>
                      <a:pt x="1399770" y="768350"/>
                    </a:lnTo>
                    <a:lnTo>
                      <a:pt x="1398181" y="777082"/>
                    </a:lnTo>
                    <a:lnTo>
                      <a:pt x="1395797" y="784225"/>
                    </a:lnTo>
                    <a:lnTo>
                      <a:pt x="1394605" y="787004"/>
                    </a:lnTo>
                    <a:lnTo>
                      <a:pt x="1393413" y="789782"/>
                    </a:lnTo>
                    <a:lnTo>
                      <a:pt x="1392221" y="791766"/>
                    </a:lnTo>
                    <a:lnTo>
                      <a:pt x="1390632" y="793354"/>
                    </a:lnTo>
                    <a:lnTo>
                      <a:pt x="1389043" y="794147"/>
                    </a:lnTo>
                    <a:lnTo>
                      <a:pt x="1387454" y="794941"/>
                    </a:lnTo>
                    <a:lnTo>
                      <a:pt x="1386262" y="794147"/>
                    </a:lnTo>
                    <a:lnTo>
                      <a:pt x="1385070" y="793354"/>
                    </a:lnTo>
                    <a:lnTo>
                      <a:pt x="1383878" y="792163"/>
                    </a:lnTo>
                    <a:lnTo>
                      <a:pt x="1382289" y="790575"/>
                    </a:lnTo>
                    <a:lnTo>
                      <a:pt x="1379905" y="785813"/>
                    </a:lnTo>
                    <a:lnTo>
                      <a:pt x="1377918" y="779463"/>
                    </a:lnTo>
                    <a:lnTo>
                      <a:pt x="1375137" y="788988"/>
                    </a:lnTo>
                    <a:lnTo>
                      <a:pt x="1372356" y="798116"/>
                    </a:lnTo>
                    <a:lnTo>
                      <a:pt x="1368781" y="807244"/>
                    </a:lnTo>
                    <a:lnTo>
                      <a:pt x="1365602" y="816372"/>
                    </a:lnTo>
                    <a:lnTo>
                      <a:pt x="1361232" y="825104"/>
                    </a:lnTo>
                    <a:lnTo>
                      <a:pt x="1357259" y="833438"/>
                    </a:lnTo>
                    <a:lnTo>
                      <a:pt x="1352889" y="842169"/>
                    </a:lnTo>
                    <a:lnTo>
                      <a:pt x="1348121" y="850504"/>
                    </a:lnTo>
                    <a:lnTo>
                      <a:pt x="1343354" y="858044"/>
                    </a:lnTo>
                    <a:lnTo>
                      <a:pt x="1338189" y="865585"/>
                    </a:lnTo>
                    <a:lnTo>
                      <a:pt x="1333024" y="873126"/>
                    </a:lnTo>
                    <a:lnTo>
                      <a:pt x="1327462" y="880269"/>
                    </a:lnTo>
                    <a:lnTo>
                      <a:pt x="1321899" y="887413"/>
                    </a:lnTo>
                    <a:lnTo>
                      <a:pt x="1316337" y="893763"/>
                    </a:lnTo>
                    <a:lnTo>
                      <a:pt x="1310378" y="900113"/>
                    </a:lnTo>
                    <a:lnTo>
                      <a:pt x="1304418" y="906463"/>
                    </a:lnTo>
                    <a:lnTo>
                      <a:pt x="1298459" y="912416"/>
                    </a:lnTo>
                    <a:lnTo>
                      <a:pt x="1292499" y="917972"/>
                    </a:lnTo>
                    <a:lnTo>
                      <a:pt x="1286540" y="922735"/>
                    </a:lnTo>
                    <a:lnTo>
                      <a:pt x="1280183" y="927497"/>
                    </a:lnTo>
                    <a:lnTo>
                      <a:pt x="1274224" y="932260"/>
                    </a:lnTo>
                    <a:lnTo>
                      <a:pt x="1268661" y="936229"/>
                    </a:lnTo>
                    <a:lnTo>
                      <a:pt x="1262702" y="940197"/>
                    </a:lnTo>
                    <a:lnTo>
                      <a:pt x="1256743" y="943769"/>
                    </a:lnTo>
                    <a:lnTo>
                      <a:pt x="1250783" y="946548"/>
                    </a:lnTo>
                    <a:lnTo>
                      <a:pt x="1245221" y="949326"/>
                    </a:lnTo>
                    <a:lnTo>
                      <a:pt x="1239261" y="951707"/>
                    </a:lnTo>
                    <a:lnTo>
                      <a:pt x="1233699" y="953691"/>
                    </a:lnTo>
                    <a:lnTo>
                      <a:pt x="1228932" y="954882"/>
                    </a:lnTo>
                    <a:lnTo>
                      <a:pt x="1223767" y="956073"/>
                    </a:lnTo>
                    <a:lnTo>
                      <a:pt x="1218602" y="956469"/>
                    </a:lnTo>
                    <a:lnTo>
                      <a:pt x="1214232" y="957263"/>
                    </a:lnTo>
                    <a:lnTo>
                      <a:pt x="1208272" y="956469"/>
                    </a:lnTo>
                    <a:lnTo>
                      <a:pt x="1202313" y="956073"/>
                    </a:lnTo>
                    <a:lnTo>
                      <a:pt x="1195956" y="954882"/>
                    </a:lnTo>
                    <a:lnTo>
                      <a:pt x="1189996" y="953691"/>
                    </a:lnTo>
                    <a:lnTo>
                      <a:pt x="1183640" y="952104"/>
                    </a:lnTo>
                    <a:lnTo>
                      <a:pt x="1177283" y="949326"/>
                    </a:lnTo>
                    <a:lnTo>
                      <a:pt x="1171323" y="946944"/>
                    </a:lnTo>
                    <a:lnTo>
                      <a:pt x="1164967" y="944166"/>
                    </a:lnTo>
                    <a:lnTo>
                      <a:pt x="1158610" y="940594"/>
                    </a:lnTo>
                    <a:lnTo>
                      <a:pt x="1152253" y="937419"/>
                    </a:lnTo>
                    <a:lnTo>
                      <a:pt x="1146294" y="933054"/>
                    </a:lnTo>
                    <a:lnTo>
                      <a:pt x="1140334" y="928291"/>
                    </a:lnTo>
                    <a:lnTo>
                      <a:pt x="1133977" y="923926"/>
                    </a:lnTo>
                    <a:lnTo>
                      <a:pt x="1128018" y="918766"/>
                    </a:lnTo>
                    <a:lnTo>
                      <a:pt x="1122058" y="913210"/>
                    </a:lnTo>
                    <a:lnTo>
                      <a:pt x="1116099" y="907257"/>
                    </a:lnTo>
                    <a:lnTo>
                      <a:pt x="1110537" y="901304"/>
                    </a:lnTo>
                    <a:lnTo>
                      <a:pt x="1104975" y="894557"/>
                    </a:lnTo>
                    <a:lnTo>
                      <a:pt x="1099810" y="887810"/>
                    </a:lnTo>
                    <a:lnTo>
                      <a:pt x="1094645" y="880666"/>
                    </a:lnTo>
                    <a:lnTo>
                      <a:pt x="1089877" y="873522"/>
                    </a:lnTo>
                    <a:lnTo>
                      <a:pt x="1085507" y="865585"/>
                    </a:lnTo>
                    <a:lnTo>
                      <a:pt x="1080739" y="857647"/>
                    </a:lnTo>
                    <a:lnTo>
                      <a:pt x="1076766" y="849313"/>
                    </a:lnTo>
                    <a:lnTo>
                      <a:pt x="1072793" y="840582"/>
                    </a:lnTo>
                    <a:lnTo>
                      <a:pt x="1069218" y="831851"/>
                    </a:lnTo>
                    <a:lnTo>
                      <a:pt x="1066039" y="822722"/>
                    </a:lnTo>
                    <a:lnTo>
                      <a:pt x="1063258" y="813197"/>
                    </a:lnTo>
                    <a:lnTo>
                      <a:pt x="1060875" y="803672"/>
                    </a:lnTo>
                    <a:lnTo>
                      <a:pt x="1058491" y="793354"/>
                    </a:lnTo>
                    <a:lnTo>
                      <a:pt x="1056504" y="783432"/>
                    </a:lnTo>
                    <a:lnTo>
                      <a:pt x="1055312" y="772716"/>
                    </a:lnTo>
                    <a:lnTo>
                      <a:pt x="1054915" y="773113"/>
                    </a:lnTo>
                    <a:lnTo>
                      <a:pt x="1054518" y="773113"/>
                    </a:lnTo>
                    <a:lnTo>
                      <a:pt x="1053723" y="771525"/>
                    </a:lnTo>
                    <a:lnTo>
                      <a:pt x="1052929" y="767954"/>
                    </a:lnTo>
                    <a:lnTo>
                      <a:pt x="1051737" y="762000"/>
                    </a:lnTo>
                    <a:lnTo>
                      <a:pt x="1048558" y="745729"/>
                    </a:lnTo>
                    <a:lnTo>
                      <a:pt x="1046174" y="726282"/>
                    </a:lnTo>
                    <a:lnTo>
                      <a:pt x="1043393" y="706041"/>
                    </a:lnTo>
                    <a:lnTo>
                      <a:pt x="1042201" y="688578"/>
                    </a:lnTo>
                    <a:lnTo>
                      <a:pt x="1042201" y="681435"/>
                    </a:lnTo>
                    <a:lnTo>
                      <a:pt x="1042599" y="675878"/>
                    </a:lnTo>
                    <a:lnTo>
                      <a:pt x="1043393" y="672307"/>
                    </a:lnTo>
                    <a:lnTo>
                      <a:pt x="1043791" y="671116"/>
                    </a:lnTo>
                    <a:lnTo>
                      <a:pt x="1044585" y="671116"/>
                    </a:lnTo>
                    <a:lnTo>
                      <a:pt x="1045777" y="671116"/>
                    </a:lnTo>
                    <a:lnTo>
                      <a:pt x="1046969" y="671910"/>
                    </a:lnTo>
                    <a:lnTo>
                      <a:pt x="1048956" y="674291"/>
                    </a:lnTo>
                    <a:lnTo>
                      <a:pt x="1048558" y="662385"/>
                    </a:lnTo>
                    <a:lnTo>
                      <a:pt x="1048161" y="649685"/>
                    </a:lnTo>
                    <a:lnTo>
                      <a:pt x="1048558" y="636588"/>
                    </a:lnTo>
                    <a:lnTo>
                      <a:pt x="1050147" y="622697"/>
                    </a:lnTo>
                    <a:lnTo>
                      <a:pt x="1052929" y="624682"/>
                    </a:lnTo>
                    <a:lnTo>
                      <a:pt x="1055710" y="626666"/>
                    </a:lnTo>
                    <a:lnTo>
                      <a:pt x="1058888" y="627857"/>
                    </a:lnTo>
                    <a:lnTo>
                      <a:pt x="1061669" y="629047"/>
                    </a:lnTo>
                    <a:lnTo>
                      <a:pt x="1065245" y="629841"/>
                    </a:lnTo>
                    <a:lnTo>
                      <a:pt x="1068423" y="630238"/>
                    </a:lnTo>
                    <a:lnTo>
                      <a:pt x="1075575" y="630635"/>
                    </a:lnTo>
                    <a:lnTo>
                      <a:pt x="1082726" y="630238"/>
                    </a:lnTo>
                    <a:lnTo>
                      <a:pt x="1090672" y="629047"/>
                    </a:lnTo>
                    <a:lnTo>
                      <a:pt x="1099412" y="627063"/>
                    </a:lnTo>
                    <a:lnTo>
                      <a:pt x="1108153" y="623888"/>
                    </a:lnTo>
                    <a:lnTo>
                      <a:pt x="1116894" y="621110"/>
                    </a:lnTo>
                    <a:lnTo>
                      <a:pt x="1126429" y="617141"/>
                    </a:lnTo>
                    <a:lnTo>
                      <a:pt x="1146294" y="608410"/>
                    </a:lnTo>
                    <a:lnTo>
                      <a:pt x="1187613" y="588169"/>
                    </a:lnTo>
                    <a:lnTo>
                      <a:pt x="1176886" y="592535"/>
                    </a:lnTo>
                    <a:lnTo>
                      <a:pt x="1167350" y="597297"/>
                    </a:lnTo>
                    <a:lnTo>
                      <a:pt x="1158213" y="601663"/>
                    </a:lnTo>
                    <a:lnTo>
                      <a:pt x="1149869" y="605235"/>
                    </a:lnTo>
                    <a:lnTo>
                      <a:pt x="1141923" y="607616"/>
                    </a:lnTo>
                    <a:lnTo>
                      <a:pt x="1134375" y="609203"/>
                    </a:lnTo>
                    <a:lnTo>
                      <a:pt x="1126826" y="610394"/>
                    </a:lnTo>
                    <a:lnTo>
                      <a:pt x="1120072" y="611188"/>
                    </a:lnTo>
                    <a:lnTo>
                      <a:pt x="1113318" y="611188"/>
                    </a:lnTo>
                    <a:lnTo>
                      <a:pt x="1106564" y="610791"/>
                    </a:lnTo>
                    <a:lnTo>
                      <a:pt x="1100604" y="609600"/>
                    </a:lnTo>
                    <a:lnTo>
                      <a:pt x="1094645" y="608410"/>
                    </a:lnTo>
                    <a:lnTo>
                      <a:pt x="1089083" y="606822"/>
                    </a:lnTo>
                    <a:lnTo>
                      <a:pt x="1083521" y="604044"/>
                    </a:lnTo>
                    <a:lnTo>
                      <a:pt x="1079150" y="601663"/>
                    </a:lnTo>
                    <a:lnTo>
                      <a:pt x="1073985" y="599282"/>
                    </a:lnTo>
                    <a:lnTo>
                      <a:pt x="1069615" y="596107"/>
                    </a:lnTo>
                    <a:lnTo>
                      <a:pt x="1065642" y="592931"/>
                    </a:lnTo>
                    <a:lnTo>
                      <a:pt x="1061669" y="589360"/>
                    </a:lnTo>
                    <a:lnTo>
                      <a:pt x="1058491" y="586185"/>
                    </a:lnTo>
                    <a:lnTo>
                      <a:pt x="1052134" y="579041"/>
                    </a:lnTo>
                    <a:lnTo>
                      <a:pt x="1046572" y="572294"/>
                    </a:lnTo>
                    <a:lnTo>
                      <a:pt x="1042201" y="565944"/>
                    </a:lnTo>
                    <a:lnTo>
                      <a:pt x="1039023" y="560388"/>
                    </a:lnTo>
                    <a:lnTo>
                      <a:pt x="1036639" y="555625"/>
                    </a:lnTo>
                    <a:lnTo>
                      <a:pt x="1035050" y="552053"/>
                    </a:lnTo>
                    <a:lnTo>
                      <a:pt x="1041407" y="546497"/>
                    </a:lnTo>
                    <a:lnTo>
                      <a:pt x="1049353" y="540147"/>
                    </a:lnTo>
                    <a:lnTo>
                      <a:pt x="1060477" y="532606"/>
                    </a:lnTo>
                    <a:lnTo>
                      <a:pt x="1074383" y="523478"/>
                    </a:lnTo>
                    <a:lnTo>
                      <a:pt x="1082329" y="519113"/>
                    </a:lnTo>
                    <a:lnTo>
                      <a:pt x="1090672" y="514350"/>
                    </a:lnTo>
                    <a:lnTo>
                      <a:pt x="1100207" y="509588"/>
                    </a:lnTo>
                    <a:lnTo>
                      <a:pt x="1109742" y="505619"/>
                    </a:lnTo>
                    <a:lnTo>
                      <a:pt x="1120072" y="500856"/>
                    </a:lnTo>
                    <a:lnTo>
                      <a:pt x="1130799" y="496888"/>
                    </a:lnTo>
                    <a:lnTo>
                      <a:pt x="1142321" y="492919"/>
                    </a:lnTo>
                    <a:lnTo>
                      <a:pt x="1154637" y="489347"/>
                    </a:lnTo>
                    <a:lnTo>
                      <a:pt x="1166953" y="486172"/>
                    </a:lnTo>
                    <a:lnTo>
                      <a:pt x="1179667" y="483791"/>
                    </a:lnTo>
                    <a:lnTo>
                      <a:pt x="1193175" y="481410"/>
                    </a:lnTo>
                    <a:lnTo>
                      <a:pt x="1207478" y="480219"/>
                    </a:lnTo>
                    <a:lnTo>
                      <a:pt x="1221780" y="479425"/>
                    </a:lnTo>
                    <a:close/>
                    <a:moveTo>
                      <a:pt x="301839" y="454025"/>
                    </a:moveTo>
                    <a:lnTo>
                      <a:pt x="316508" y="454422"/>
                    </a:lnTo>
                    <a:lnTo>
                      <a:pt x="330781" y="454819"/>
                    </a:lnTo>
                    <a:lnTo>
                      <a:pt x="344656" y="456803"/>
                    </a:lnTo>
                    <a:lnTo>
                      <a:pt x="358136" y="458788"/>
                    </a:lnTo>
                    <a:lnTo>
                      <a:pt x="371219" y="461169"/>
                    </a:lnTo>
                    <a:lnTo>
                      <a:pt x="383509" y="464344"/>
                    </a:lnTo>
                    <a:lnTo>
                      <a:pt x="395799" y="467916"/>
                    </a:lnTo>
                    <a:lnTo>
                      <a:pt x="406900" y="471885"/>
                    </a:lnTo>
                    <a:lnTo>
                      <a:pt x="418000" y="475853"/>
                    </a:lnTo>
                    <a:lnTo>
                      <a:pt x="428308" y="480219"/>
                    </a:lnTo>
                    <a:lnTo>
                      <a:pt x="437823" y="484981"/>
                    </a:lnTo>
                    <a:lnTo>
                      <a:pt x="446941" y="489347"/>
                    </a:lnTo>
                    <a:lnTo>
                      <a:pt x="455663" y="494110"/>
                    </a:lnTo>
                    <a:lnTo>
                      <a:pt x="463593" y="498872"/>
                    </a:lnTo>
                    <a:lnTo>
                      <a:pt x="477468" y="507206"/>
                    </a:lnTo>
                    <a:lnTo>
                      <a:pt x="488173" y="515144"/>
                    </a:lnTo>
                    <a:lnTo>
                      <a:pt x="496498" y="521097"/>
                    </a:lnTo>
                    <a:lnTo>
                      <a:pt x="503238" y="527050"/>
                    </a:lnTo>
                    <a:lnTo>
                      <a:pt x="500859" y="531019"/>
                    </a:lnTo>
                    <a:lnTo>
                      <a:pt x="498877" y="534988"/>
                    </a:lnTo>
                    <a:lnTo>
                      <a:pt x="495309" y="540941"/>
                    </a:lnTo>
                    <a:lnTo>
                      <a:pt x="491344" y="547291"/>
                    </a:lnTo>
                    <a:lnTo>
                      <a:pt x="485794" y="554038"/>
                    </a:lnTo>
                    <a:lnTo>
                      <a:pt x="479451" y="561181"/>
                    </a:lnTo>
                    <a:lnTo>
                      <a:pt x="476279" y="564753"/>
                    </a:lnTo>
                    <a:lnTo>
                      <a:pt x="472315" y="567928"/>
                    </a:lnTo>
                    <a:lnTo>
                      <a:pt x="467954" y="570707"/>
                    </a:lnTo>
                    <a:lnTo>
                      <a:pt x="463989" y="573882"/>
                    </a:lnTo>
                    <a:lnTo>
                      <a:pt x="459232" y="576660"/>
                    </a:lnTo>
                    <a:lnTo>
                      <a:pt x="454078" y="579438"/>
                    </a:lnTo>
                    <a:lnTo>
                      <a:pt x="448924" y="581422"/>
                    </a:lnTo>
                    <a:lnTo>
                      <a:pt x="443373" y="583010"/>
                    </a:lnTo>
                    <a:lnTo>
                      <a:pt x="437427" y="584994"/>
                    </a:lnTo>
                    <a:lnTo>
                      <a:pt x="431480" y="585788"/>
                    </a:lnTo>
                    <a:lnTo>
                      <a:pt x="424740" y="586185"/>
                    </a:lnTo>
                    <a:lnTo>
                      <a:pt x="418000" y="586185"/>
                    </a:lnTo>
                    <a:lnTo>
                      <a:pt x="411261" y="585788"/>
                    </a:lnTo>
                    <a:lnTo>
                      <a:pt x="403728" y="584200"/>
                    </a:lnTo>
                    <a:lnTo>
                      <a:pt x="396195" y="582216"/>
                    </a:lnTo>
                    <a:lnTo>
                      <a:pt x="388266" y="579835"/>
                    </a:lnTo>
                    <a:lnTo>
                      <a:pt x="379544" y="576263"/>
                    </a:lnTo>
                    <a:lnTo>
                      <a:pt x="370822" y="572294"/>
                    </a:lnTo>
                    <a:lnTo>
                      <a:pt x="361307" y="567531"/>
                    </a:lnTo>
                    <a:lnTo>
                      <a:pt x="350603" y="563166"/>
                    </a:lnTo>
                    <a:lnTo>
                      <a:pt x="392231" y="583010"/>
                    </a:lnTo>
                    <a:lnTo>
                      <a:pt x="411657" y="592138"/>
                    </a:lnTo>
                    <a:lnTo>
                      <a:pt x="420776" y="595710"/>
                    </a:lnTo>
                    <a:lnTo>
                      <a:pt x="429894" y="599282"/>
                    </a:lnTo>
                    <a:lnTo>
                      <a:pt x="438616" y="601663"/>
                    </a:lnTo>
                    <a:lnTo>
                      <a:pt x="446941" y="603647"/>
                    </a:lnTo>
                    <a:lnTo>
                      <a:pt x="454871" y="605235"/>
                    </a:lnTo>
                    <a:lnTo>
                      <a:pt x="462403" y="606028"/>
                    </a:lnTo>
                    <a:lnTo>
                      <a:pt x="469539" y="605632"/>
                    </a:lnTo>
                    <a:lnTo>
                      <a:pt x="472711" y="604441"/>
                    </a:lnTo>
                    <a:lnTo>
                      <a:pt x="476279" y="603647"/>
                    </a:lnTo>
                    <a:lnTo>
                      <a:pt x="479054" y="602853"/>
                    </a:lnTo>
                    <a:lnTo>
                      <a:pt x="481829" y="601266"/>
                    </a:lnTo>
                    <a:lnTo>
                      <a:pt x="485001" y="599678"/>
                    </a:lnTo>
                    <a:lnTo>
                      <a:pt x="487380" y="597694"/>
                    </a:lnTo>
                    <a:lnTo>
                      <a:pt x="489362" y="611982"/>
                    </a:lnTo>
                    <a:lnTo>
                      <a:pt x="489758" y="624682"/>
                    </a:lnTo>
                    <a:lnTo>
                      <a:pt x="489758" y="636985"/>
                    </a:lnTo>
                    <a:lnTo>
                      <a:pt x="488569" y="648891"/>
                    </a:lnTo>
                    <a:lnTo>
                      <a:pt x="490948" y="646907"/>
                    </a:lnTo>
                    <a:lnTo>
                      <a:pt x="492137" y="646510"/>
                    </a:lnTo>
                    <a:lnTo>
                      <a:pt x="493327" y="646113"/>
                    </a:lnTo>
                    <a:lnTo>
                      <a:pt x="493723" y="646510"/>
                    </a:lnTo>
                    <a:lnTo>
                      <a:pt x="494119" y="647303"/>
                    </a:lnTo>
                    <a:lnTo>
                      <a:pt x="494912" y="650875"/>
                    </a:lnTo>
                    <a:lnTo>
                      <a:pt x="495309" y="656432"/>
                    </a:lnTo>
                    <a:lnTo>
                      <a:pt x="495309" y="663575"/>
                    </a:lnTo>
                    <a:lnTo>
                      <a:pt x="494119" y="681435"/>
                    </a:lnTo>
                    <a:lnTo>
                      <a:pt x="491741" y="701279"/>
                    </a:lnTo>
                    <a:lnTo>
                      <a:pt x="489362" y="720725"/>
                    </a:lnTo>
                    <a:lnTo>
                      <a:pt x="486190" y="736600"/>
                    </a:lnTo>
                    <a:lnTo>
                      <a:pt x="485001" y="742554"/>
                    </a:lnTo>
                    <a:lnTo>
                      <a:pt x="484208" y="746522"/>
                    </a:lnTo>
                    <a:lnTo>
                      <a:pt x="483415" y="748507"/>
                    </a:lnTo>
                    <a:lnTo>
                      <a:pt x="483019" y="748507"/>
                    </a:lnTo>
                    <a:lnTo>
                      <a:pt x="482622" y="747713"/>
                    </a:lnTo>
                    <a:lnTo>
                      <a:pt x="481037" y="758032"/>
                    </a:lnTo>
                    <a:lnTo>
                      <a:pt x="479451" y="768350"/>
                    </a:lnTo>
                    <a:lnTo>
                      <a:pt x="477072" y="778272"/>
                    </a:lnTo>
                    <a:lnTo>
                      <a:pt x="474297" y="788194"/>
                    </a:lnTo>
                    <a:lnTo>
                      <a:pt x="471918" y="797719"/>
                    </a:lnTo>
                    <a:lnTo>
                      <a:pt x="468350" y="806451"/>
                    </a:lnTo>
                    <a:lnTo>
                      <a:pt x="465178" y="815976"/>
                    </a:lnTo>
                    <a:lnTo>
                      <a:pt x="460817" y="824310"/>
                    </a:lnTo>
                    <a:lnTo>
                      <a:pt x="457249" y="832644"/>
                    </a:lnTo>
                    <a:lnTo>
                      <a:pt x="452492" y="840582"/>
                    </a:lnTo>
                    <a:lnTo>
                      <a:pt x="447734" y="848122"/>
                    </a:lnTo>
                    <a:lnTo>
                      <a:pt x="443373" y="856060"/>
                    </a:lnTo>
                    <a:lnTo>
                      <a:pt x="438220" y="863204"/>
                    </a:lnTo>
                    <a:lnTo>
                      <a:pt x="432669" y="869951"/>
                    </a:lnTo>
                    <a:lnTo>
                      <a:pt x="427119" y="876301"/>
                    </a:lnTo>
                    <a:lnTo>
                      <a:pt x="421965" y="882254"/>
                    </a:lnTo>
                    <a:lnTo>
                      <a:pt x="416018" y="887810"/>
                    </a:lnTo>
                    <a:lnTo>
                      <a:pt x="410071" y="893366"/>
                    </a:lnTo>
                    <a:lnTo>
                      <a:pt x="404124" y="898922"/>
                    </a:lnTo>
                    <a:lnTo>
                      <a:pt x="398178" y="903685"/>
                    </a:lnTo>
                    <a:lnTo>
                      <a:pt x="391834" y="907654"/>
                    </a:lnTo>
                    <a:lnTo>
                      <a:pt x="385491" y="912019"/>
                    </a:lnTo>
                    <a:lnTo>
                      <a:pt x="379148" y="915591"/>
                    </a:lnTo>
                    <a:lnTo>
                      <a:pt x="372805" y="919163"/>
                    </a:lnTo>
                    <a:lnTo>
                      <a:pt x="366858" y="921941"/>
                    </a:lnTo>
                    <a:lnTo>
                      <a:pt x="360911" y="924719"/>
                    </a:lnTo>
                    <a:lnTo>
                      <a:pt x="354568" y="926704"/>
                    </a:lnTo>
                    <a:lnTo>
                      <a:pt x="348225" y="928688"/>
                    </a:lnTo>
                    <a:lnTo>
                      <a:pt x="342278" y="930276"/>
                    </a:lnTo>
                    <a:lnTo>
                      <a:pt x="335934" y="931069"/>
                    </a:lnTo>
                    <a:lnTo>
                      <a:pt x="329988" y="931863"/>
                    </a:lnTo>
                    <a:lnTo>
                      <a:pt x="324041" y="931863"/>
                    </a:lnTo>
                    <a:lnTo>
                      <a:pt x="319283" y="931863"/>
                    </a:lnTo>
                    <a:lnTo>
                      <a:pt x="314922" y="931069"/>
                    </a:lnTo>
                    <a:lnTo>
                      <a:pt x="309372" y="930276"/>
                    </a:lnTo>
                    <a:lnTo>
                      <a:pt x="304218" y="928291"/>
                    </a:lnTo>
                    <a:lnTo>
                      <a:pt x="298668" y="926704"/>
                    </a:lnTo>
                    <a:lnTo>
                      <a:pt x="293514" y="924323"/>
                    </a:lnTo>
                    <a:lnTo>
                      <a:pt x="287567" y="921544"/>
                    </a:lnTo>
                    <a:lnTo>
                      <a:pt x="281620" y="918369"/>
                    </a:lnTo>
                    <a:lnTo>
                      <a:pt x="275673" y="914797"/>
                    </a:lnTo>
                    <a:lnTo>
                      <a:pt x="269727" y="911226"/>
                    </a:lnTo>
                    <a:lnTo>
                      <a:pt x="263780" y="906860"/>
                    </a:lnTo>
                    <a:lnTo>
                      <a:pt x="257833" y="902494"/>
                    </a:lnTo>
                    <a:lnTo>
                      <a:pt x="251490" y="897732"/>
                    </a:lnTo>
                    <a:lnTo>
                      <a:pt x="245939" y="892572"/>
                    </a:lnTo>
                    <a:lnTo>
                      <a:pt x="239993" y="887016"/>
                    </a:lnTo>
                    <a:lnTo>
                      <a:pt x="234046" y="881063"/>
                    </a:lnTo>
                    <a:lnTo>
                      <a:pt x="228099" y="875110"/>
                    </a:lnTo>
                    <a:lnTo>
                      <a:pt x="222152" y="868760"/>
                    </a:lnTo>
                    <a:lnTo>
                      <a:pt x="216602" y="862013"/>
                    </a:lnTo>
                    <a:lnTo>
                      <a:pt x="210655" y="855663"/>
                    </a:lnTo>
                    <a:lnTo>
                      <a:pt x="205501" y="848122"/>
                    </a:lnTo>
                    <a:lnTo>
                      <a:pt x="200347" y="840582"/>
                    </a:lnTo>
                    <a:lnTo>
                      <a:pt x="195193" y="833041"/>
                    </a:lnTo>
                    <a:lnTo>
                      <a:pt x="190039" y="825104"/>
                    </a:lnTo>
                    <a:lnTo>
                      <a:pt x="185678" y="817166"/>
                    </a:lnTo>
                    <a:lnTo>
                      <a:pt x="181317" y="808832"/>
                    </a:lnTo>
                    <a:lnTo>
                      <a:pt x="176956" y="800101"/>
                    </a:lnTo>
                    <a:lnTo>
                      <a:pt x="173388" y="791369"/>
                    </a:lnTo>
                    <a:lnTo>
                      <a:pt x="169424" y="782638"/>
                    </a:lnTo>
                    <a:lnTo>
                      <a:pt x="166252" y="773113"/>
                    </a:lnTo>
                    <a:lnTo>
                      <a:pt x="163081" y="763985"/>
                    </a:lnTo>
                    <a:lnTo>
                      <a:pt x="160702" y="754460"/>
                    </a:lnTo>
                    <a:lnTo>
                      <a:pt x="158720" y="760413"/>
                    </a:lnTo>
                    <a:lnTo>
                      <a:pt x="155944" y="765572"/>
                    </a:lnTo>
                    <a:lnTo>
                      <a:pt x="154755" y="767160"/>
                    </a:lnTo>
                    <a:lnTo>
                      <a:pt x="153566" y="768747"/>
                    </a:lnTo>
                    <a:lnTo>
                      <a:pt x="152376" y="769541"/>
                    </a:lnTo>
                    <a:lnTo>
                      <a:pt x="151187" y="769541"/>
                    </a:lnTo>
                    <a:lnTo>
                      <a:pt x="149205" y="769144"/>
                    </a:lnTo>
                    <a:lnTo>
                      <a:pt x="148015" y="768350"/>
                    </a:lnTo>
                    <a:lnTo>
                      <a:pt x="146430" y="766763"/>
                    </a:lnTo>
                    <a:lnTo>
                      <a:pt x="145240" y="764779"/>
                    </a:lnTo>
                    <a:lnTo>
                      <a:pt x="143654" y="762397"/>
                    </a:lnTo>
                    <a:lnTo>
                      <a:pt x="142465" y="759222"/>
                    </a:lnTo>
                    <a:lnTo>
                      <a:pt x="140483" y="751682"/>
                    </a:lnTo>
                    <a:lnTo>
                      <a:pt x="138897" y="742950"/>
                    </a:lnTo>
                    <a:lnTo>
                      <a:pt x="136915" y="732632"/>
                    </a:lnTo>
                    <a:lnTo>
                      <a:pt x="136122" y="721519"/>
                    </a:lnTo>
                    <a:lnTo>
                      <a:pt x="136122" y="709216"/>
                    </a:lnTo>
                    <a:lnTo>
                      <a:pt x="136122" y="698104"/>
                    </a:lnTo>
                    <a:lnTo>
                      <a:pt x="136915" y="687785"/>
                    </a:lnTo>
                    <a:lnTo>
                      <a:pt x="138500" y="678260"/>
                    </a:lnTo>
                    <a:lnTo>
                      <a:pt x="139690" y="669528"/>
                    </a:lnTo>
                    <a:lnTo>
                      <a:pt x="141672" y="662385"/>
                    </a:lnTo>
                    <a:lnTo>
                      <a:pt x="143654" y="656432"/>
                    </a:lnTo>
                    <a:lnTo>
                      <a:pt x="145240" y="654447"/>
                    </a:lnTo>
                    <a:lnTo>
                      <a:pt x="146033" y="652066"/>
                    </a:lnTo>
                    <a:lnTo>
                      <a:pt x="147222" y="650875"/>
                    </a:lnTo>
                    <a:lnTo>
                      <a:pt x="148808" y="649685"/>
                    </a:lnTo>
                    <a:lnTo>
                      <a:pt x="144844" y="644922"/>
                    </a:lnTo>
                    <a:lnTo>
                      <a:pt x="141276" y="640557"/>
                    </a:lnTo>
                    <a:lnTo>
                      <a:pt x="138500" y="635397"/>
                    </a:lnTo>
                    <a:lnTo>
                      <a:pt x="135725" y="629841"/>
                    </a:lnTo>
                    <a:lnTo>
                      <a:pt x="133743" y="623888"/>
                    </a:lnTo>
                    <a:lnTo>
                      <a:pt x="132554" y="618728"/>
                    </a:lnTo>
                    <a:lnTo>
                      <a:pt x="131364" y="612378"/>
                    </a:lnTo>
                    <a:lnTo>
                      <a:pt x="130175" y="606425"/>
                    </a:lnTo>
                    <a:lnTo>
                      <a:pt x="130175" y="600075"/>
                    </a:lnTo>
                    <a:lnTo>
                      <a:pt x="130175" y="593725"/>
                    </a:lnTo>
                    <a:lnTo>
                      <a:pt x="130968" y="586978"/>
                    </a:lnTo>
                    <a:lnTo>
                      <a:pt x="131364" y="580628"/>
                    </a:lnTo>
                    <a:lnTo>
                      <a:pt x="132554" y="574278"/>
                    </a:lnTo>
                    <a:lnTo>
                      <a:pt x="133743" y="567531"/>
                    </a:lnTo>
                    <a:lnTo>
                      <a:pt x="136518" y="554831"/>
                    </a:lnTo>
                    <a:lnTo>
                      <a:pt x="140879" y="542528"/>
                    </a:lnTo>
                    <a:lnTo>
                      <a:pt x="145240" y="531416"/>
                    </a:lnTo>
                    <a:lnTo>
                      <a:pt x="149998" y="520700"/>
                    </a:lnTo>
                    <a:lnTo>
                      <a:pt x="154755" y="511175"/>
                    </a:lnTo>
                    <a:lnTo>
                      <a:pt x="159909" y="502841"/>
                    </a:lnTo>
                    <a:lnTo>
                      <a:pt x="163874" y="496094"/>
                    </a:lnTo>
                    <a:lnTo>
                      <a:pt x="168234" y="491728"/>
                    </a:lnTo>
                    <a:lnTo>
                      <a:pt x="169820" y="490141"/>
                    </a:lnTo>
                    <a:lnTo>
                      <a:pt x="171803" y="488950"/>
                    </a:lnTo>
                    <a:lnTo>
                      <a:pt x="180525" y="484981"/>
                    </a:lnTo>
                    <a:lnTo>
                      <a:pt x="188850" y="480616"/>
                    </a:lnTo>
                    <a:lnTo>
                      <a:pt x="197176" y="477044"/>
                    </a:lnTo>
                    <a:lnTo>
                      <a:pt x="206294" y="473472"/>
                    </a:lnTo>
                    <a:lnTo>
                      <a:pt x="214620" y="470694"/>
                    </a:lnTo>
                    <a:lnTo>
                      <a:pt x="222549" y="467519"/>
                    </a:lnTo>
                    <a:lnTo>
                      <a:pt x="239596" y="463153"/>
                    </a:lnTo>
                    <a:lnTo>
                      <a:pt x="255454" y="459581"/>
                    </a:lnTo>
                    <a:lnTo>
                      <a:pt x="270916" y="456803"/>
                    </a:lnTo>
                    <a:lnTo>
                      <a:pt x="286774" y="454819"/>
                    </a:lnTo>
                    <a:lnTo>
                      <a:pt x="301839" y="454025"/>
                    </a:lnTo>
                    <a:close/>
                    <a:moveTo>
                      <a:pt x="634999" y="33338"/>
                    </a:moveTo>
                    <a:lnTo>
                      <a:pt x="647699" y="33338"/>
                    </a:lnTo>
                    <a:lnTo>
                      <a:pt x="660003" y="33734"/>
                    </a:lnTo>
                    <a:lnTo>
                      <a:pt x="671512" y="34923"/>
                    </a:lnTo>
                    <a:lnTo>
                      <a:pt x="683418" y="36903"/>
                    </a:lnTo>
                    <a:lnTo>
                      <a:pt x="695325" y="39280"/>
                    </a:lnTo>
                    <a:lnTo>
                      <a:pt x="706437" y="42052"/>
                    </a:lnTo>
                    <a:lnTo>
                      <a:pt x="697309" y="50766"/>
                    </a:lnTo>
                    <a:lnTo>
                      <a:pt x="688975" y="59877"/>
                    </a:lnTo>
                    <a:lnTo>
                      <a:pt x="681434" y="69383"/>
                    </a:lnTo>
                    <a:lnTo>
                      <a:pt x="673893" y="79285"/>
                    </a:lnTo>
                    <a:lnTo>
                      <a:pt x="667146" y="89188"/>
                    </a:lnTo>
                    <a:lnTo>
                      <a:pt x="660796" y="99486"/>
                    </a:lnTo>
                    <a:lnTo>
                      <a:pt x="654843" y="109785"/>
                    </a:lnTo>
                    <a:lnTo>
                      <a:pt x="649287" y="120875"/>
                    </a:lnTo>
                    <a:lnTo>
                      <a:pt x="644524" y="131966"/>
                    </a:lnTo>
                    <a:lnTo>
                      <a:pt x="640556" y="143057"/>
                    </a:lnTo>
                    <a:lnTo>
                      <a:pt x="636587" y="154543"/>
                    </a:lnTo>
                    <a:lnTo>
                      <a:pt x="633809" y="166426"/>
                    </a:lnTo>
                    <a:lnTo>
                      <a:pt x="631824" y="177913"/>
                    </a:lnTo>
                    <a:lnTo>
                      <a:pt x="629840" y="189796"/>
                    </a:lnTo>
                    <a:lnTo>
                      <a:pt x="628649" y="202075"/>
                    </a:lnTo>
                    <a:lnTo>
                      <a:pt x="628649" y="214750"/>
                    </a:lnTo>
                    <a:lnTo>
                      <a:pt x="628649" y="224256"/>
                    </a:lnTo>
                    <a:lnTo>
                      <a:pt x="629443" y="233762"/>
                    </a:lnTo>
                    <a:lnTo>
                      <a:pt x="630237" y="243269"/>
                    </a:lnTo>
                    <a:lnTo>
                      <a:pt x="632221" y="252379"/>
                    </a:lnTo>
                    <a:lnTo>
                      <a:pt x="633809" y="261885"/>
                    </a:lnTo>
                    <a:lnTo>
                      <a:pt x="635793" y="270995"/>
                    </a:lnTo>
                    <a:lnTo>
                      <a:pt x="638968" y="280502"/>
                    </a:lnTo>
                    <a:lnTo>
                      <a:pt x="641746" y="289216"/>
                    </a:lnTo>
                    <a:lnTo>
                      <a:pt x="644921" y="297930"/>
                    </a:lnTo>
                    <a:lnTo>
                      <a:pt x="648890" y="306644"/>
                    </a:lnTo>
                    <a:lnTo>
                      <a:pt x="652859" y="315358"/>
                    </a:lnTo>
                    <a:lnTo>
                      <a:pt x="657224" y="323676"/>
                    </a:lnTo>
                    <a:lnTo>
                      <a:pt x="661987" y="331994"/>
                    </a:lnTo>
                    <a:lnTo>
                      <a:pt x="667543" y="340312"/>
                    </a:lnTo>
                    <a:lnTo>
                      <a:pt x="673099" y="348630"/>
                    </a:lnTo>
                    <a:lnTo>
                      <a:pt x="678656" y="356552"/>
                    </a:lnTo>
                    <a:lnTo>
                      <a:pt x="667146" y="358928"/>
                    </a:lnTo>
                    <a:lnTo>
                      <a:pt x="655240" y="360513"/>
                    </a:lnTo>
                    <a:lnTo>
                      <a:pt x="643731" y="362097"/>
                    </a:lnTo>
                    <a:lnTo>
                      <a:pt x="573087" y="436563"/>
                    </a:lnTo>
                    <a:lnTo>
                      <a:pt x="552846" y="352195"/>
                    </a:lnTo>
                    <a:lnTo>
                      <a:pt x="541337" y="348630"/>
                    </a:lnTo>
                    <a:lnTo>
                      <a:pt x="530224" y="343877"/>
                    </a:lnTo>
                    <a:lnTo>
                      <a:pt x="519509" y="338332"/>
                    </a:lnTo>
                    <a:lnTo>
                      <a:pt x="508793" y="332390"/>
                    </a:lnTo>
                    <a:lnTo>
                      <a:pt x="499268" y="326053"/>
                    </a:lnTo>
                    <a:lnTo>
                      <a:pt x="490140" y="319319"/>
                    </a:lnTo>
                    <a:lnTo>
                      <a:pt x="481409" y="311793"/>
                    </a:lnTo>
                    <a:lnTo>
                      <a:pt x="473471" y="303871"/>
                    </a:lnTo>
                    <a:lnTo>
                      <a:pt x="465931" y="295553"/>
                    </a:lnTo>
                    <a:lnTo>
                      <a:pt x="459184" y="286443"/>
                    </a:lnTo>
                    <a:lnTo>
                      <a:pt x="453231" y="277333"/>
                    </a:lnTo>
                    <a:lnTo>
                      <a:pt x="447674" y="267827"/>
                    </a:lnTo>
                    <a:lnTo>
                      <a:pt x="443309" y="257924"/>
                    </a:lnTo>
                    <a:lnTo>
                      <a:pt x="439737" y="247626"/>
                    </a:lnTo>
                    <a:lnTo>
                      <a:pt x="436959" y="236535"/>
                    </a:lnTo>
                    <a:lnTo>
                      <a:pt x="434578" y="225444"/>
                    </a:lnTo>
                    <a:lnTo>
                      <a:pt x="433784" y="217126"/>
                    </a:lnTo>
                    <a:lnTo>
                      <a:pt x="433387" y="208808"/>
                    </a:lnTo>
                    <a:lnTo>
                      <a:pt x="433387" y="200490"/>
                    </a:lnTo>
                    <a:lnTo>
                      <a:pt x="434181" y="192568"/>
                    </a:lnTo>
                    <a:lnTo>
                      <a:pt x="434974" y="183854"/>
                    </a:lnTo>
                    <a:lnTo>
                      <a:pt x="436959" y="175932"/>
                    </a:lnTo>
                    <a:lnTo>
                      <a:pt x="438943" y="168011"/>
                    </a:lnTo>
                    <a:lnTo>
                      <a:pt x="441324" y="160089"/>
                    </a:lnTo>
                    <a:lnTo>
                      <a:pt x="444499" y="152563"/>
                    </a:lnTo>
                    <a:lnTo>
                      <a:pt x="447674" y="145037"/>
                    </a:lnTo>
                    <a:lnTo>
                      <a:pt x="451643" y="137115"/>
                    </a:lnTo>
                    <a:lnTo>
                      <a:pt x="456009" y="129985"/>
                    </a:lnTo>
                    <a:lnTo>
                      <a:pt x="460374" y="122856"/>
                    </a:lnTo>
                    <a:lnTo>
                      <a:pt x="465534" y="115726"/>
                    </a:lnTo>
                    <a:lnTo>
                      <a:pt x="471090" y="108992"/>
                    </a:lnTo>
                    <a:lnTo>
                      <a:pt x="476646" y="102259"/>
                    </a:lnTo>
                    <a:lnTo>
                      <a:pt x="482996" y="95921"/>
                    </a:lnTo>
                    <a:lnTo>
                      <a:pt x="488949" y="89980"/>
                    </a:lnTo>
                    <a:lnTo>
                      <a:pt x="495696" y="84434"/>
                    </a:lnTo>
                    <a:lnTo>
                      <a:pt x="503237" y="78889"/>
                    </a:lnTo>
                    <a:lnTo>
                      <a:pt x="510778" y="73344"/>
                    </a:lnTo>
                    <a:lnTo>
                      <a:pt x="518318" y="68195"/>
                    </a:lnTo>
                    <a:lnTo>
                      <a:pt x="526256" y="63441"/>
                    </a:lnTo>
                    <a:lnTo>
                      <a:pt x="534590" y="59084"/>
                    </a:lnTo>
                    <a:lnTo>
                      <a:pt x="543321" y="54727"/>
                    </a:lnTo>
                    <a:lnTo>
                      <a:pt x="552449" y="51162"/>
                    </a:lnTo>
                    <a:lnTo>
                      <a:pt x="561181" y="47598"/>
                    </a:lnTo>
                    <a:lnTo>
                      <a:pt x="570309" y="44429"/>
                    </a:lnTo>
                    <a:lnTo>
                      <a:pt x="580231" y="41656"/>
                    </a:lnTo>
                    <a:lnTo>
                      <a:pt x="589756" y="39280"/>
                    </a:lnTo>
                    <a:lnTo>
                      <a:pt x="600074" y="37299"/>
                    </a:lnTo>
                    <a:lnTo>
                      <a:pt x="609996" y="35319"/>
                    </a:lnTo>
                    <a:lnTo>
                      <a:pt x="622696" y="34130"/>
                    </a:lnTo>
                    <a:lnTo>
                      <a:pt x="634999" y="33338"/>
                    </a:lnTo>
                    <a:close/>
                    <a:moveTo>
                      <a:pt x="942975" y="0"/>
                    </a:moveTo>
                    <a:lnTo>
                      <a:pt x="956886" y="396"/>
                    </a:lnTo>
                    <a:lnTo>
                      <a:pt x="970400" y="793"/>
                    </a:lnTo>
                    <a:lnTo>
                      <a:pt x="983119" y="2378"/>
                    </a:lnTo>
                    <a:lnTo>
                      <a:pt x="996236" y="4359"/>
                    </a:lnTo>
                    <a:lnTo>
                      <a:pt x="1009352" y="6737"/>
                    </a:lnTo>
                    <a:lnTo>
                      <a:pt x="1022071" y="9907"/>
                    </a:lnTo>
                    <a:lnTo>
                      <a:pt x="1034392" y="13078"/>
                    </a:lnTo>
                    <a:lnTo>
                      <a:pt x="1046714" y="17040"/>
                    </a:lnTo>
                    <a:lnTo>
                      <a:pt x="1058638" y="21003"/>
                    </a:lnTo>
                    <a:lnTo>
                      <a:pt x="1069767" y="25759"/>
                    </a:lnTo>
                    <a:lnTo>
                      <a:pt x="1080896" y="31307"/>
                    </a:lnTo>
                    <a:lnTo>
                      <a:pt x="1091628" y="36855"/>
                    </a:lnTo>
                    <a:lnTo>
                      <a:pt x="1102359" y="42403"/>
                    </a:lnTo>
                    <a:lnTo>
                      <a:pt x="1112693" y="48743"/>
                    </a:lnTo>
                    <a:lnTo>
                      <a:pt x="1121835" y="55480"/>
                    </a:lnTo>
                    <a:lnTo>
                      <a:pt x="1130977" y="62613"/>
                    </a:lnTo>
                    <a:lnTo>
                      <a:pt x="1140119" y="70143"/>
                    </a:lnTo>
                    <a:lnTo>
                      <a:pt x="1148465" y="78465"/>
                    </a:lnTo>
                    <a:lnTo>
                      <a:pt x="1156415" y="86390"/>
                    </a:lnTo>
                    <a:lnTo>
                      <a:pt x="1163966" y="94712"/>
                    </a:lnTo>
                    <a:lnTo>
                      <a:pt x="1170723" y="103431"/>
                    </a:lnTo>
                    <a:lnTo>
                      <a:pt x="1177083" y="112545"/>
                    </a:lnTo>
                    <a:lnTo>
                      <a:pt x="1183045" y="121660"/>
                    </a:lnTo>
                    <a:lnTo>
                      <a:pt x="1188609" y="130774"/>
                    </a:lnTo>
                    <a:lnTo>
                      <a:pt x="1192982" y="141078"/>
                    </a:lnTo>
                    <a:lnTo>
                      <a:pt x="1197354" y="150589"/>
                    </a:lnTo>
                    <a:lnTo>
                      <a:pt x="1201328" y="160892"/>
                    </a:lnTo>
                    <a:lnTo>
                      <a:pt x="1204111" y="171195"/>
                    </a:lnTo>
                    <a:lnTo>
                      <a:pt x="1206098" y="181895"/>
                    </a:lnTo>
                    <a:lnTo>
                      <a:pt x="1208085" y="192991"/>
                    </a:lnTo>
                    <a:lnTo>
                      <a:pt x="1209278" y="203294"/>
                    </a:lnTo>
                    <a:lnTo>
                      <a:pt x="1209675" y="214787"/>
                    </a:lnTo>
                    <a:lnTo>
                      <a:pt x="1209278" y="225486"/>
                    </a:lnTo>
                    <a:lnTo>
                      <a:pt x="1208085" y="236582"/>
                    </a:lnTo>
                    <a:lnTo>
                      <a:pt x="1206098" y="247282"/>
                    </a:lnTo>
                    <a:lnTo>
                      <a:pt x="1204111" y="257586"/>
                    </a:lnTo>
                    <a:lnTo>
                      <a:pt x="1201328" y="268285"/>
                    </a:lnTo>
                    <a:lnTo>
                      <a:pt x="1197354" y="278192"/>
                    </a:lnTo>
                    <a:lnTo>
                      <a:pt x="1192982" y="288496"/>
                    </a:lnTo>
                    <a:lnTo>
                      <a:pt x="1188609" y="298007"/>
                    </a:lnTo>
                    <a:lnTo>
                      <a:pt x="1183045" y="307914"/>
                    </a:lnTo>
                    <a:lnTo>
                      <a:pt x="1177083" y="317028"/>
                    </a:lnTo>
                    <a:lnTo>
                      <a:pt x="1170723" y="325747"/>
                    </a:lnTo>
                    <a:lnTo>
                      <a:pt x="1163966" y="334861"/>
                    </a:lnTo>
                    <a:lnTo>
                      <a:pt x="1156415" y="343183"/>
                    </a:lnTo>
                    <a:lnTo>
                      <a:pt x="1148465" y="351109"/>
                    </a:lnTo>
                    <a:lnTo>
                      <a:pt x="1140119" y="358638"/>
                    </a:lnTo>
                    <a:lnTo>
                      <a:pt x="1130977" y="366168"/>
                    </a:lnTo>
                    <a:lnTo>
                      <a:pt x="1121835" y="373301"/>
                    </a:lnTo>
                    <a:lnTo>
                      <a:pt x="1112693" y="380038"/>
                    </a:lnTo>
                    <a:lnTo>
                      <a:pt x="1102359" y="386378"/>
                    </a:lnTo>
                    <a:lnTo>
                      <a:pt x="1091628" y="392323"/>
                    </a:lnTo>
                    <a:lnTo>
                      <a:pt x="1080896" y="398267"/>
                    </a:lnTo>
                    <a:lnTo>
                      <a:pt x="1069767" y="403419"/>
                    </a:lnTo>
                    <a:lnTo>
                      <a:pt x="1058638" y="407778"/>
                    </a:lnTo>
                    <a:lnTo>
                      <a:pt x="1046714" y="412137"/>
                    </a:lnTo>
                    <a:lnTo>
                      <a:pt x="1034392" y="416496"/>
                    </a:lnTo>
                    <a:lnTo>
                      <a:pt x="1022071" y="419666"/>
                    </a:lnTo>
                    <a:lnTo>
                      <a:pt x="1009352" y="422440"/>
                    </a:lnTo>
                    <a:lnTo>
                      <a:pt x="996236" y="424818"/>
                    </a:lnTo>
                    <a:lnTo>
                      <a:pt x="983119" y="426799"/>
                    </a:lnTo>
                    <a:lnTo>
                      <a:pt x="970400" y="427988"/>
                    </a:lnTo>
                    <a:lnTo>
                      <a:pt x="956886" y="429177"/>
                    </a:lnTo>
                    <a:lnTo>
                      <a:pt x="942975" y="429573"/>
                    </a:lnTo>
                    <a:lnTo>
                      <a:pt x="931051" y="429573"/>
                    </a:lnTo>
                    <a:lnTo>
                      <a:pt x="923897" y="438292"/>
                    </a:lnTo>
                    <a:lnTo>
                      <a:pt x="921512" y="440669"/>
                    </a:lnTo>
                    <a:lnTo>
                      <a:pt x="920320" y="442651"/>
                    </a:lnTo>
                    <a:lnTo>
                      <a:pt x="919525" y="444632"/>
                    </a:lnTo>
                    <a:lnTo>
                      <a:pt x="918730" y="447010"/>
                    </a:lnTo>
                    <a:lnTo>
                      <a:pt x="918332" y="449784"/>
                    </a:lnTo>
                    <a:lnTo>
                      <a:pt x="917935" y="453351"/>
                    </a:lnTo>
                    <a:lnTo>
                      <a:pt x="917537" y="457710"/>
                    </a:lnTo>
                    <a:lnTo>
                      <a:pt x="917935" y="468806"/>
                    </a:lnTo>
                    <a:lnTo>
                      <a:pt x="919127" y="484657"/>
                    </a:lnTo>
                    <a:lnTo>
                      <a:pt x="921512" y="506056"/>
                    </a:lnTo>
                    <a:lnTo>
                      <a:pt x="925487" y="533400"/>
                    </a:lnTo>
                    <a:lnTo>
                      <a:pt x="803862" y="397474"/>
                    </a:lnTo>
                    <a:lnTo>
                      <a:pt x="799490" y="395493"/>
                    </a:lnTo>
                    <a:lnTo>
                      <a:pt x="785578" y="387171"/>
                    </a:lnTo>
                    <a:lnTo>
                      <a:pt x="772064" y="378849"/>
                    </a:lnTo>
                    <a:lnTo>
                      <a:pt x="759346" y="370131"/>
                    </a:lnTo>
                    <a:lnTo>
                      <a:pt x="747819" y="360223"/>
                    </a:lnTo>
                    <a:lnTo>
                      <a:pt x="736690" y="350713"/>
                    </a:lnTo>
                    <a:lnTo>
                      <a:pt x="726753" y="339617"/>
                    </a:lnTo>
                    <a:lnTo>
                      <a:pt x="717214" y="328917"/>
                    </a:lnTo>
                    <a:lnTo>
                      <a:pt x="708867" y="317425"/>
                    </a:lnTo>
                    <a:lnTo>
                      <a:pt x="701713" y="305536"/>
                    </a:lnTo>
                    <a:lnTo>
                      <a:pt x="694956" y="293251"/>
                    </a:lnTo>
                    <a:lnTo>
                      <a:pt x="689391" y="280966"/>
                    </a:lnTo>
                    <a:lnTo>
                      <a:pt x="687007" y="274626"/>
                    </a:lnTo>
                    <a:lnTo>
                      <a:pt x="684622" y="268285"/>
                    </a:lnTo>
                    <a:lnTo>
                      <a:pt x="682635" y="261548"/>
                    </a:lnTo>
                    <a:lnTo>
                      <a:pt x="681045" y="255208"/>
                    </a:lnTo>
                    <a:lnTo>
                      <a:pt x="679852" y="248471"/>
                    </a:lnTo>
                    <a:lnTo>
                      <a:pt x="678660" y="241734"/>
                    </a:lnTo>
                    <a:lnTo>
                      <a:pt x="677467" y="234997"/>
                    </a:lnTo>
                    <a:lnTo>
                      <a:pt x="676673" y="228260"/>
                    </a:lnTo>
                    <a:lnTo>
                      <a:pt x="676275" y="221524"/>
                    </a:lnTo>
                    <a:lnTo>
                      <a:pt x="676275" y="214787"/>
                    </a:lnTo>
                    <a:lnTo>
                      <a:pt x="676673" y="203294"/>
                    </a:lnTo>
                    <a:lnTo>
                      <a:pt x="677467" y="192991"/>
                    </a:lnTo>
                    <a:lnTo>
                      <a:pt x="679455" y="181895"/>
                    </a:lnTo>
                    <a:lnTo>
                      <a:pt x="681840" y="171195"/>
                    </a:lnTo>
                    <a:lnTo>
                      <a:pt x="684622" y="160892"/>
                    </a:lnTo>
                    <a:lnTo>
                      <a:pt x="688199" y="150589"/>
                    </a:lnTo>
                    <a:lnTo>
                      <a:pt x="692571" y="141078"/>
                    </a:lnTo>
                    <a:lnTo>
                      <a:pt x="696943" y="130774"/>
                    </a:lnTo>
                    <a:lnTo>
                      <a:pt x="702508" y="121660"/>
                    </a:lnTo>
                    <a:lnTo>
                      <a:pt x="708470" y="112545"/>
                    </a:lnTo>
                    <a:lnTo>
                      <a:pt x="714829" y="103431"/>
                    </a:lnTo>
                    <a:lnTo>
                      <a:pt x="721984" y="94712"/>
                    </a:lnTo>
                    <a:lnTo>
                      <a:pt x="729138" y="86390"/>
                    </a:lnTo>
                    <a:lnTo>
                      <a:pt x="737087" y="78465"/>
                    </a:lnTo>
                    <a:lnTo>
                      <a:pt x="745434" y="70143"/>
                    </a:lnTo>
                    <a:lnTo>
                      <a:pt x="754576" y="62613"/>
                    </a:lnTo>
                    <a:lnTo>
                      <a:pt x="763718" y="55480"/>
                    </a:lnTo>
                    <a:lnTo>
                      <a:pt x="773654" y="48743"/>
                    </a:lnTo>
                    <a:lnTo>
                      <a:pt x="783591" y="42403"/>
                    </a:lnTo>
                    <a:lnTo>
                      <a:pt x="793925" y="36855"/>
                    </a:lnTo>
                    <a:lnTo>
                      <a:pt x="804657" y="31307"/>
                    </a:lnTo>
                    <a:lnTo>
                      <a:pt x="815786" y="25759"/>
                    </a:lnTo>
                    <a:lnTo>
                      <a:pt x="827710" y="21003"/>
                    </a:lnTo>
                    <a:lnTo>
                      <a:pt x="839236" y="17040"/>
                    </a:lnTo>
                    <a:lnTo>
                      <a:pt x="851160" y="13078"/>
                    </a:lnTo>
                    <a:lnTo>
                      <a:pt x="863879" y="9907"/>
                    </a:lnTo>
                    <a:lnTo>
                      <a:pt x="876598" y="6737"/>
                    </a:lnTo>
                    <a:lnTo>
                      <a:pt x="889317" y="4359"/>
                    </a:lnTo>
                    <a:lnTo>
                      <a:pt x="902434" y="2378"/>
                    </a:lnTo>
                    <a:lnTo>
                      <a:pt x="915947" y="793"/>
                    </a:lnTo>
                    <a:lnTo>
                      <a:pt x="929461" y="396"/>
                    </a:lnTo>
                    <a:lnTo>
                      <a:pt x="942975" y="0"/>
                    </a:lnTo>
                    <a:close/>
                  </a:path>
                </a:pathLst>
              </a:custGeom>
              <a:solidFill>
                <a:schemeClr val="bg1"/>
              </a:solidFill>
              <a:ln>
                <a:noFill/>
              </a:ln>
            </p:spPr>
            <p:txBody>
              <a:bodyPr anchor="ctr">
                <a:scene3d>
                  <a:camera prst="orthographicFront"/>
                  <a:lightRig rig="threePt" dir="t"/>
                </a:scene3d>
              </a:bodyPr>
              <a:lstStyle/>
              <a:p>
                <a:pPr algn="ctr">
                  <a:defRPr/>
                </a:pPr>
                <a:endParaRPr lang="zh-CN" altLang="en-US">
                  <a:solidFill>
                    <a:srgbClr val="FFFFFF"/>
                  </a:solidFill>
                  <a:ea typeface="字魂创中黑"/>
                  <a:cs typeface="字魂创中黑" panose="00000500000000000000" charset="-122"/>
                </a:endParaRPr>
              </a:p>
            </p:txBody>
          </p:sp>
        </p:grpSp>
        <p:grpSp>
          <p:nvGrpSpPr>
            <p:cNvPr id="69" name="图形"/>
            <p:cNvGrpSpPr/>
            <p:nvPr/>
          </p:nvGrpSpPr>
          <p:grpSpPr>
            <a:xfrm>
              <a:off x="1805" y="6774"/>
              <a:ext cx="3664" cy="1225"/>
              <a:chOff x="1242330" y="4132044"/>
              <a:chExt cx="2326866" cy="777687"/>
            </a:xfrm>
          </p:grpSpPr>
          <p:sp>
            <p:nvSpPr>
              <p:cNvPr id="70" name="图形"/>
              <p:cNvSpPr txBox="1"/>
              <p:nvPr/>
            </p:nvSpPr>
            <p:spPr>
              <a:xfrm>
                <a:off x="1436616" y="4132044"/>
                <a:ext cx="1785894" cy="289456"/>
              </a:xfrm>
              <a:prstGeom prst="rect">
                <a:avLst/>
              </a:prstGeom>
              <a:noFill/>
            </p:spPr>
            <p:txBody>
              <a:bodyPr wrap="square" rtlCol="0">
                <a:normAutofit lnSpcReduction="20000"/>
              </a:bodyPr>
              <a:lstStyle/>
              <a:p>
                <a:pPr algn="ctr"/>
                <a:r>
                  <a:rPr lang="en-US" altLang="en-US" sz="1300" b="1">
                    <a:solidFill>
                      <a:schemeClr val="tx1">
                        <a:lumMod val="75000"/>
                        <a:lumOff val="25000"/>
                      </a:schemeClr>
                    </a:solidFill>
                    <a:latin typeface="Source Han Sans SC"/>
                    <a:ea typeface="Source Han Sans SC"/>
                    <a:cs typeface="字魂创中黑" panose="00000500000000000000" charset="-122"/>
                    <a:sym typeface="+mn-ea"/>
                  </a:rPr>
                  <a:t>Default title text</a:t>
                </a:r>
                <a:endParaRPr lang="zh-CN" altLang="en-US" b="1">
                  <a:solidFill>
                    <a:schemeClr val="accent3"/>
                  </a:solidFill>
                  <a:latin typeface="+mn-ea"/>
                  <a:cs typeface="字魂创中黑" panose="00000500000000000000" charset="-122"/>
                </a:endParaRPr>
              </a:p>
            </p:txBody>
          </p:sp>
          <p:sp>
            <p:nvSpPr>
              <p:cNvPr id="71" name="图形"/>
              <p:cNvSpPr/>
              <p:nvPr/>
            </p:nvSpPr>
            <p:spPr>
              <a:xfrm>
                <a:off x="1242330" y="4458755"/>
                <a:ext cx="2326866" cy="450976"/>
              </a:xfrm>
              <a:prstGeom prst="rect">
                <a:avLst/>
              </a:prstGeom>
              <a:noFill/>
            </p:spPr>
            <p:txBody>
              <a:bodyPr wrap="square" rtlCol="0">
                <a:normAutofit lnSpcReduction="10000"/>
              </a:bodyPr>
              <a:lstStyle/>
              <a:p>
                <a:pPr algn="ctr">
                  <a:lnSpc>
                    <a:spcPct val="120000"/>
                  </a:lnSpc>
                </a:pPr>
                <a:r>
                  <a:rPr lang="en-US" altLang="en-US" sz="10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 Add your text here</a:t>
                </a:r>
                <a:endParaRPr lang="zh-CN" altLang="en-US" sz="1000">
                  <a:solidFill>
                    <a:schemeClr val="tx1">
                      <a:lumMod val="75000"/>
                      <a:lumOff val="25000"/>
                    </a:schemeClr>
                  </a:solidFill>
                  <a:latin typeface="字魂创中黑"/>
                  <a:ea typeface="字魂创中黑"/>
                  <a:cs typeface="字魂创中黑" panose="00000500000000000000" charset="-122"/>
                  <a:sym typeface="+mn-ea"/>
                </a:endParaRPr>
              </a:p>
            </p:txBody>
          </p:sp>
        </p:grpSp>
        <p:grpSp>
          <p:nvGrpSpPr>
            <p:cNvPr id="72" name="图形"/>
            <p:cNvGrpSpPr/>
            <p:nvPr/>
          </p:nvGrpSpPr>
          <p:grpSpPr>
            <a:xfrm>
              <a:off x="11301" y="7834"/>
              <a:ext cx="3664" cy="1225"/>
              <a:chOff x="7271110" y="4804828"/>
              <a:chExt cx="2326866" cy="777689"/>
            </a:xfrm>
          </p:grpSpPr>
          <p:sp>
            <p:nvSpPr>
              <p:cNvPr id="73" name="图形"/>
              <p:cNvSpPr txBox="1"/>
              <p:nvPr/>
            </p:nvSpPr>
            <p:spPr>
              <a:xfrm>
                <a:off x="7465396" y="4804828"/>
                <a:ext cx="1785894" cy="289456"/>
              </a:xfrm>
              <a:prstGeom prst="rect">
                <a:avLst/>
              </a:prstGeom>
              <a:noFill/>
            </p:spPr>
            <p:txBody>
              <a:bodyPr wrap="square" rtlCol="0">
                <a:normAutofit lnSpcReduction="20000"/>
              </a:bodyPr>
              <a:lstStyle/>
              <a:p>
                <a:pPr algn="ctr"/>
                <a:r>
                  <a:rPr lang="en-US" altLang="en-US" sz="1300" b="1">
                    <a:solidFill>
                      <a:schemeClr val="tx1">
                        <a:lumMod val="75000"/>
                        <a:lumOff val="25000"/>
                      </a:schemeClr>
                    </a:solidFill>
                    <a:latin typeface="Source Han Sans SC"/>
                    <a:ea typeface="Source Han Sans SC"/>
                    <a:cs typeface="字魂创中黑" panose="00000500000000000000" charset="-122"/>
                    <a:sym typeface="+mn-ea"/>
                  </a:rPr>
                  <a:t>Default title text</a:t>
                </a:r>
                <a:endParaRPr lang="zh-CN" altLang="en-US" b="1">
                  <a:solidFill>
                    <a:schemeClr val="accent5"/>
                  </a:solidFill>
                  <a:latin typeface="+mn-ea"/>
                  <a:cs typeface="字魂创中黑" panose="00000500000000000000" charset="-122"/>
                </a:endParaRPr>
              </a:p>
            </p:txBody>
          </p:sp>
          <p:sp>
            <p:nvSpPr>
              <p:cNvPr id="74" name="图形"/>
              <p:cNvSpPr/>
              <p:nvPr/>
            </p:nvSpPr>
            <p:spPr>
              <a:xfrm>
                <a:off x="7271110" y="5131541"/>
                <a:ext cx="2326866" cy="450976"/>
              </a:xfrm>
              <a:prstGeom prst="rect">
                <a:avLst/>
              </a:prstGeom>
              <a:noFill/>
            </p:spPr>
            <p:txBody>
              <a:bodyPr wrap="square" rtlCol="0">
                <a:normAutofit lnSpcReduction="10000"/>
              </a:bodyPr>
              <a:lstStyle/>
              <a:p>
                <a:pPr algn="ctr">
                  <a:lnSpc>
                    <a:spcPct val="120000"/>
                  </a:lnSpc>
                </a:pPr>
                <a:r>
                  <a:rPr lang="en-US" altLang="en-US" sz="10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 Add your text here</a:t>
                </a:r>
                <a:endParaRPr lang="zh-CN" altLang="en-US" sz="1000">
                  <a:solidFill>
                    <a:schemeClr val="tx1">
                      <a:lumMod val="75000"/>
                      <a:lumOff val="25000"/>
                    </a:schemeClr>
                  </a:solidFill>
                  <a:latin typeface="字魂创中黑"/>
                  <a:ea typeface="字魂创中黑"/>
                  <a:cs typeface="字魂创中黑" panose="00000500000000000000" charset="-122"/>
                  <a:sym typeface="+mn-ea"/>
                </a:endParaRPr>
              </a:p>
            </p:txBody>
          </p:sp>
        </p:grpSp>
        <p:grpSp>
          <p:nvGrpSpPr>
            <p:cNvPr id="75" name="图形"/>
            <p:cNvGrpSpPr/>
            <p:nvPr/>
          </p:nvGrpSpPr>
          <p:grpSpPr>
            <a:xfrm>
              <a:off x="13961" y="5084"/>
              <a:ext cx="3664" cy="1225"/>
              <a:chOff x="8960210" y="3058788"/>
              <a:chExt cx="2326866" cy="777687"/>
            </a:xfrm>
          </p:grpSpPr>
          <p:sp>
            <p:nvSpPr>
              <p:cNvPr id="76" name="图形"/>
              <p:cNvSpPr txBox="1"/>
              <p:nvPr/>
            </p:nvSpPr>
            <p:spPr>
              <a:xfrm>
                <a:off x="9154487" y="3058788"/>
                <a:ext cx="1785894" cy="289456"/>
              </a:xfrm>
              <a:prstGeom prst="rect">
                <a:avLst/>
              </a:prstGeom>
              <a:noFill/>
            </p:spPr>
            <p:txBody>
              <a:bodyPr wrap="square" rtlCol="0">
                <a:normAutofit lnSpcReduction="20000"/>
              </a:bodyPr>
              <a:lstStyle/>
              <a:p>
                <a:pPr algn="ctr"/>
                <a:r>
                  <a:rPr lang="en-US" altLang="en-US" sz="1300" b="1">
                    <a:solidFill>
                      <a:schemeClr val="tx1">
                        <a:lumMod val="75000"/>
                        <a:lumOff val="25000"/>
                      </a:schemeClr>
                    </a:solidFill>
                    <a:latin typeface="Source Han Sans SC"/>
                    <a:ea typeface="Source Han Sans SC"/>
                    <a:cs typeface="字魂创中黑" panose="00000500000000000000" charset="-122"/>
                    <a:sym typeface="+mn-ea"/>
                  </a:rPr>
                  <a:t>Default title text</a:t>
                </a:r>
                <a:endParaRPr lang="zh-CN" altLang="en-US" b="1">
                  <a:solidFill>
                    <a:schemeClr val="accent1"/>
                  </a:solidFill>
                  <a:latin typeface="+mn-ea"/>
                  <a:cs typeface="字魂创中黑" panose="00000500000000000000" charset="-122"/>
                </a:endParaRPr>
              </a:p>
            </p:txBody>
          </p:sp>
          <p:sp>
            <p:nvSpPr>
              <p:cNvPr id="77" name="图形"/>
              <p:cNvSpPr/>
              <p:nvPr/>
            </p:nvSpPr>
            <p:spPr>
              <a:xfrm>
                <a:off x="8960210" y="3385499"/>
                <a:ext cx="2326866" cy="450976"/>
              </a:xfrm>
              <a:prstGeom prst="rect">
                <a:avLst/>
              </a:prstGeom>
              <a:noFill/>
            </p:spPr>
            <p:txBody>
              <a:bodyPr wrap="square" rtlCol="0">
                <a:normAutofit lnSpcReduction="10000"/>
              </a:bodyPr>
              <a:lstStyle/>
              <a:p>
                <a:pPr algn="ctr">
                  <a:lnSpc>
                    <a:spcPct val="120000"/>
                  </a:lnSpc>
                </a:pPr>
                <a:r>
                  <a:rPr lang="en-US" altLang="en-US" sz="10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 Add your text here</a:t>
                </a:r>
                <a:endParaRPr lang="zh-CN" altLang="en-US" sz="1000">
                  <a:solidFill>
                    <a:schemeClr val="tx1">
                      <a:lumMod val="75000"/>
                      <a:lumOff val="25000"/>
                    </a:schemeClr>
                  </a:solidFill>
                  <a:latin typeface="字魂创中黑"/>
                  <a:ea typeface="字魂创中黑"/>
                  <a:cs typeface="字魂创中黑" panose="00000500000000000000" charset="-122"/>
                  <a:sym typeface="+mn-ea"/>
                </a:endParaRPr>
              </a:p>
            </p:txBody>
          </p:sp>
        </p:grpSp>
        <p:cxnSp>
          <p:nvCxnSpPr>
            <p:cNvPr id="78" name="图形"/>
            <p:cNvCxnSpPr/>
            <p:nvPr/>
          </p:nvCxnSpPr>
          <p:spPr>
            <a:xfrm flipV="1">
              <a:off x="3652" y="4746"/>
              <a:ext cx="4082" cy="2029"/>
            </a:xfrm>
            <a:prstGeom prst="line">
              <a:avLst/>
            </a:prstGeom>
            <a:ln>
              <a:solidFill>
                <a:schemeClr val="accent6"/>
              </a:solidFill>
              <a:prstDash val="dash"/>
            </a:ln>
          </p:spPr>
          <p:style>
            <a:lnRef idx="1">
              <a:schemeClr val="accent1"/>
            </a:lnRef>
            <a:fillRef idx="0">
              <a:schemeClr val="accent1"/>
            </a:fillRef>
            <a:effectRef idx="0">
              <a:schemeClr val="accent1"/>
            </a:effectRef>
            <a:fontRef idx="minor">
              <a:schemeClr val="tx1"/>
            </a:fontRef>
          </p:style>
        </p:cxnSp>
        <p:cxnSp>
          <p:nvCxnSpPr>
            <p:cNvPr id="79" name="图形"/>
            <p:cNvCxnSpPr/>
            <p:nvPr/>
          </p:nvCxnSpPr>
          <p:spPr>
            <a:xfrm flipH="1" flipV="1">
              <a:off x="7735" y="4746"/>
              <a:ext cx="26" cy="3024"/>
            </a:xfrm>
            <a:prstGeom prst="line">
              <a:avLst/>
            </a:prstGeom>
            <a:ln>
              <a:solidFill>
                <a:schemeClr val="accent6"/>
              </a:solidFill>
              <a:prstDash val="dash"/>
            </a:ln>
          </p:spPr>
          <p:style>
            <a:lnRef idx="1">
              <a:schemeClr val="accent1"/>
            </a:lnRef>
            <a:fillRef idx="0">
              <a:schemeClr val="accent1"/>
            </a:fillRef>
            <a:effectRef idx="0">
              <a:schemeClr val="accent1"/>
            </a:effectRef>
            <a:fontRef idx="minor">
              <a:schemeClr val="tx1"/>
            </a:fontRef>
          </p:style>
        </p:cxnSp>
        <p:cxnSp>
          <p:nvCxnSpPr>
            <p:cNvPr id="80" name="图形"/>
            <p:cNvCxnSpPr>
              <a:stCxn id="51" idx="1"/>
            </p:cNvCxnSpPr>
            <p:nvPr/>
          </p:nvCxnSpPr>
          <p:spPr>
            <a:xfrm flipH="1" flipV="1">
              <a:off x="7734" y="4735"/>
              <a:ext cx="4250" cy="1690"/>
            </a:xfrm>
            <a:prstGeom prst="line">
              <a:avLst/>
            </a:prstGeom>
            <a:ln>
              <a:solidFill>
                <a:schemeClr val="accent6"/>
              </a:solidFill>
              <a:prstDash val="dash"/>
            </a:ln>
          </p:spPr>
          <p:style>
            <a:lnRef idx="1">
              <a:schemeClr val="accent1"/>
            </a:lnRef>
            <a:fillRef idx="0">
              <a:schemeClr val="accent1"/>
            </a:fillRef>
            <a:effectRef idx="0">
              <a:schemeClr val="accent1"/>
            </a:effectRef>
            <a:fontRef idx="minor">
              <a:schemeClr val="tx1"/>
            </a:fontRef>
          </p:style>
        </p:cxnSp>
        <p:cxnSp>
          <p:nvCxnSpPr>
            <p:cNvPr id="81" name="图形"/>
            <p:cNvCxnSpPr/>
            <p:nvPr/>
          </p:nvCxnSpPr>
          <p:spPr>
            <a:xfrm flipH="1" flipV="1">
              <a:off x="7735" y="4746"/>
              <a:ext cx="6772" cy="200"/>
            </a:xfrm>
            <a:prstGeom prst="line">
              <a:avLst/>
            </a:prstGeom>
            <a:ln>
              <a:solidFill>
                <a:schemeClr val="accent6"/>
              </a:solidFill>
              <a:prstDash val="dash"/>
            </a:ln>
          </p:spPr>
          <p:style>
            <a:lnRef idx="1">
              <a:schemeClr val="accent1"/>
            </a:lnRef>
            <a:fillRef idx="0">
              <a:schemeClr val="accent1"/>
            </a:fillRef>
            <a:effectRef idx="0">
              <a:schemeClr val="accent1"/>
            </a:effectRef>
            <a:fontRef idx="minor">
              <a:schemeClr val="tx1"/>
            </a:fontRef>
          </p:style>
        </p:cxnSp>
        <p:grpSp>
          <p:nvGrpSpPr>
            <p:cNvPr id="82" name="图形"/>
            <p:cNvGrpSpPr/>
            <p:nvPr/>
          </p:nvGrpSpPr>
          <p:grpSpPr>
            <a:xfrm>
              <a:off x="7138" y="7493"/>
              <a:ext cx="1254" cy="477"/>
              <a:chOff x="4627651" y="4588387"/>
              <a:chExt cx="796226" cy="303118"/>
            </a:xfrm>
          </p:grpSpPr>
          <p:sp>
            <p:nvSpPr>
              <p:cNvPr id="83" name="图形"/>
              <p:cNvSpPr/>
              <p:nvPr>
                <p:custDataLst>
                  <p:tags r:id="rId17"/>
                </p:custDataLst>
              </p:nvPr>
            </p:nvSpPr>
            <p:spPr>
              <a:xfrm>
                <a:off x="4627651" y="4588387"/>
                <a:ext cx="796226" cy="303118"/>
              </a:xfrm>
              <a:prstGeom prst="ellipse">
                <a:avLst/>
              </a:prstGeom>
              <a:noFill/>
              <a:ln w="50800">
                <a:solidFill>
                  <a:schemeClr val="accent4">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70000" lnSpcReduction="20000"/>
              </a:bodyPr>
              <a:lstStyle/>
              <a:p>
                <a:pPr algn="ctr" eaLnBrk="1" fontAlgn="auto" hangingPunct="1">
                  <a:spcBef>
                    <a:spcPct val="0"/>
                  </a:spcBef>
                  <a:spcAft>
                    <a:spcPct val="0"/>
                  </a:spcAft>
                  <a:defRPr/>
                </a:pPr>
                <a:endParaRPr lang="zh-CN" altLang="en-US" sz="1400">
                  <a:solidFill>
                    <a:schemeClr val="tx1"/>
                  </a:solidFill>
                  <a:cs typeface="字魂创中黑" panose="00000500000000000000" charset="-122"/>
                </a:endParaRPr>
              </a:p>
            </p:txBody>
          </p:sp>
          <p:sp>
            <p:nvSpPr>
              <p:cNvPr id="84" name="图形"/>
              <p:cNvSpPr/>
              <p:nvPr>
                <p:custDataLst>
                  <p:tags r:id="rId18"/>
                </p:custDataLst>
              </p:nvPr>
            </p:nvSpPr>
            <p:spPr>
              <a:xfrm>
                <a:off x="4928179" y="4713607"/>
                <a:ext cx="195170" cy="4577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25000" lnSpcReduction="20000"/>
              </a:bodyPr>
              <a:lstStyle/>
              <a:p>
                <a:pPr algn="ctr" eaLnBrk="1" fontAlgn="auto" hangingPunct="1">
                  <a:spcBef>
                    <a:spcPct val="0"/>
                  </a:spcBef>
                  <a:spcAft>
                    <a:spcPct val="0"/>
                  </a:spcAft>
                  <a:defRPr/>
                </a:pPr>
                <a:endParaRPr lang="zh-CN" altLang="en-US" sz="1400">
                  <a:solidFill>
                    <a:schemeClr val="tx1"/>
                  </a:solidFill>
                  <a:cs typeface="字魂创中黑" panose="00000500000000000000" charset="-122"/>
                </a:endParaRPr>
              </a:p>
            </p:txBody>
          </p:sp>
          <p:sp>
            <p:nvSpPr>
              <p:cNvPr id="85" name="图形"/>
              <p:cNvSpPr/>
              <p:nvPr>
                <p:custDataLst>
                  <p:tags r:id="rId19"/>
                </p:custDataLst>
              </p:nvPr>
            </p:nvSpPr>
            <p:spPr>
              <a:xfrm>
                <a:off x="4904587" y="4708425"/>
                <a:ext cx="236622" cy="56133"/>
              </a:xfrm>
              <a:prstGeom prst="ellipse">
                <a:avLst/>
              </a:prstGeom>
              <a:noFill/>
              <a:ln>
                <a:solidFill>
                  <a:schemeClr val="accent4">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25000" lnSpcReduction="20000"/>
              </a:bodyPr>
              <a:lstStyle/>
              <a:p>
                <a:pPr algn="ctr" eaLnBrk="1" fontAlgn="auto" hangingPunct="1">
                  <a:spcBef>
                    <a:spcPct val="0"/>
                  </a:spcBef>
                  <a:spcAft>
                    <a:spcPct val="0"/>
                  </a:spcAft>
                  <a:defRPr/>
                </a:pPr>
                <a:endParaRPr lang="zh-CN" altLang="en-US" sz="1400">
                  <a:solidFill>
                    <a:schemeClr val="tx1"/>
                  </a:solidFill>
                  <a:cs typeface="字魂创中黑" panose="00000500000000000000" charset="-122"/>
                </a:endParaRPr>
              </a:p>
            </p:txBody>
          </p:sp>
        </p:grpSp>
        <p:grpSp>
          <p:nvGrpSpPr>
            <p:cNvPr id="86" name="图形"/>
            <p:cNvGrpSpPr/>
            <p:nvPr/>
          </p:nvGrpSpPr>
          <p:grpSpPr>
            <a:xfrm>
              <a:off x="7289" y="6295"/>
              <a:ext cx="952" cy="1198"/>
              <a:chOff x="4723509" y="3827569"/>
              <a:chExt cx="604510" cy="760818"/>
            </a:xfrm>
          </p:grpSpPr>
          <p:sp>
            <p:nvSpPr>
              <p:cNvPr id="87" name="图形"/>
              <p:cNvSpPr/>
              <p:nvPr>
                <p:custDataLst>
                  <p:tags r:id="rId20"/>
                </p:custDataLst>
              </p:nvPr>
            </p:nvSpPr>
            <p:spPr>
              <a:xfrm rot="8100000">
                <a:off x="4723509" y="3827569"/>
                <a:ext cx="604510" cy="604509"/>
              </a:xfrm>
              <a:prstGeom prst="teardrop">
                <a:avLst>
                  <a:gd name="adj" fmla="val 124401"/>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fontAlgn="auto" hangingPunct="1">
                  <a:spcBef>
                    <a:spcPct val="0"/>
                  </a:spcBef>
                  <a:spcAft>
                    <a:spcPct val="0"/>
                  </a:spcAft>
                  <a:defRPr/>
                </a:pPr>
                <a:endParaRPr lang="zh-CN" altLang="en-US" sz="1400">
                  <a:solidFill>
                    <a:schemeClr val="tx1"/>
                  </a:solidFill>
                  <a:cs typeface="字魂创中黑" panose="00000500000000000000" charset="-122"/>
                </a:endParaRPr>
              </a:p>
            </p:txBody>
          </p:sp>
          <p:sp>
            <p:nvSpPr>
              <p:cNvPr id="88" name="图形"/>
              <p:cNvSpPr/>
              <p:nvPr>
                <p:custDataLst>
                  <p:tags r:id="rId21"/>
                </p:custDataLst>
              </p:nvPr>
            </p:nvSpPr>
            <p:spPr>
              <a:xfrm rot="10800000">
                <a:off x="4961858" y="4477848"/>
                <a:ext cx="127811" cy="110539"/>
              </a:xfrm>
              <a:prstGeom prst="triangl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25000" lnSpcReduction="20000"/>
              </a:bodyPr>
              <a:lstStyle/>
              <a:p>
                <a:pPr algn="ctr" eaLnBrk="1" fontAlgn="auto" hangingPunct="1">
                  <a:spcBef>
                    <a:spcPct val="0"/>
                  </a:spcBef>
                  <a:spcAft>
                    <a:spcPct val="0"/>
                  </a:spcAft>
                  <a:defRPr/>
                </a:pPr>
                <a:endParaRPr lang="zh-CN" altLang="en-US" sz="1400">
                  <a:solidFill>
                    <a:schemeClr val="tx1"/>
                  </a:solidFill>
                  <a:cs typeface="字魂创中黑" panose="00000500000000000000" charset="-122"/>
                </a:endParaRPr>
              </a:p>
            </p:txBody>
          </p:sp>
          <p:sp>
            <p:nvSpPr>
              <p:cNvPr id="89" name="图形"/>
              <p:cNvSpPr/>
              <p:nvPr/>
            </p:nvSpPr>
            <p:spPr bwMode="auto">
              <a:xfrm>
                <a:off x="4901720" y="3962288"/>
                <a:ext cx="242356" cy="330485"/>
              </a:xfrm>
              <a:custGeom>
                <a:gdLst>
                  <a:gd name="T0" fmla="*/ 1043490 w 1727200"/>
                  <a:gd name="T1" fmla="*/ 1889661 h 2355851"/>
                  <a:gd name="T2" fmla="*/ 971954 w 1727200"/>
                  <a:gd name="T3" fmla="*/ 1879217 h 2355851"/>
                  <a:gd name="T4" fmla="*/ 908642 w 1727200"/>
                  <a:gd name="T5" fmla="*/ 1873228 h 2355851"/>
                  <a:gd name="T6" fmla="*/ 805395 w 1727200"/>
                  <a:gd name="T7" fmla="*/ 1891200 h 2355851"/>
                  <a:gd name="T8" fmla="*/ 294377 w 1727200"/>
                  <a:gd name="T9" fmla="*/ 1864112 h 2355851"/>
                  <a:gd name="T10" fmla="*/ 204319 w 1727200"/>
                  <a:gd name="T11" fmla="*/ 1859188 h 2355851"/>
                  <a:gd name="T12" fmla="*/ 403037 w 1727200"/>
                  <a:gd name="T13" fmla="*/ 1831093 h 2355851"/>
                  <a:gd name="T14" fmla="*/ 385153 w 1727200"/>
                  <a:gd name="T15" fmla="*/ 1875835 h 2355851"/>
                  <a:gd name="T16" fmla="*/ 314255 w 1727200"/>
                  <a:gd name="T17" fmla="*/ 1828555 h 2355851"/>
                  <a:gd name="T18" fmla="*/ 1396680 w 1727200"/>
                  <a:gd name="T19" fmla="*/ 1673890 h 2355851"/>
                  <a:gd name="T20" fmla="*/ 1158484 w 1727200"/>
                  <a:gd name="T21" fmla="*/ 1682254 h 2355851"/>
                  <a:gd name="T22" fmla="*/ 1397000 w 1727200"/>
                  <a:gd name="T23" fmla="*/ 1515868 h 2355851"/>
                  <a:gd name="T24" fmla="*/ 987568 w 1727200"/>
                  <a:gd name="T25" fmla="*/ 1490804 h 2355851"/>
                  <a:gd name="T26" fmla="*/ 1253277 w 1727200"/>
                  <a:gd name="T27" fmla="*/ 1471432 h 2355851"/>
                  <a:gd name="T28" fmla="*/ 1237020 w 1727200"/>
                  <a:gd name="T29" fmla="*/ 1450572 h 2355851"/>
                  <a:gd name="T30" fmla="*/ 1230964 w 1727200"/>
                  <a:gd name="T31" fmla="*/ 1399867 h 2355851"/>
                  <a:gd name="T32" fmla="*/ 604919 w 1727200"/>
                  <a:gd name="T33" fmla="*/ 1195760 h 2355851"/>
                  <a:gd name="T34" fmla="*/ 622850 w 1727200"/>
                  <a:gd name="T35" fmla="*/ 1257377 h 2355851"/>
                  <a:gd name="T36" fmla="*/ 583786 w 1727200"/>
                  <a:gd name="T37" fmla="*/ 1172011 h 2355851"/>
                  <a:gd name="T38" fmla="*/ 952240 w 1727200"/>
                  <a:gd name="T39" fmla="*/ 984723 h 2355851"/>
                  <a:gd name="T40" fmla="*/ 1237109 w 1727200"/>
                  <a:gd name="T41" fmla="*/ 829944 h 2355851"/>
                  <a:gd name="T42" fmla="*/ 1296524 w 1727200"/>
                  <a:gd name="T43" fmla="*/ 1344054 h 2355851"/>
                  <a:gd name="T44" fmla="*/ 1222657 w 1727200"/>
                  <a:gd name="T45" fmla="*/ 1307767 h 2355851"/>
                  <a:gd name="T46" fmla="*/ 1156498 w 1727200"/>
                  <a:gd name="T47" fmla="*/ 1377129 h 2355851"/>
                  <a:gd name="T48" fmla="*/ 962517 w 1727200"/>
                  <a:gd name="T49" fmla="*/ 1487272 h 2355851"/>
                  <a:gd name="T50" fmla="*/ 740274 w 1727200"/>
                  <a:gd name="T51" fmla="*/ 1122482 h 2355851"/>
                  <a:gd name="T52" fmla="*/ 841118 w 1727200"/>
                  <a:gd name="T53" fmla="*/ 781135 h 2355851"/>
                  <a:gd name="T54" fmla="*/ 430898 w 1727200"/>
                  <a:gd name="T55" fmla="*/ 801009 h 2355851"/>
                  <a:gd name="T56" fmla="*/ 461998 w 1727200"/>
                  <a:gd name="T57" fmla="*/ 1129855 h 2355851"/>
                  <a:gd name="T58" fmla="*/ 426089 w 1727200"/>
                  <a:gd name="T59" fmla="*/ 1378495 h 2355851"/>
                  <a:gd name="T60" fmla="*/ 70855 w 1727200"/>
                  <a:gd name="T61" fmla="*/ 1387478 h 2355851"/>
                  <a:gd name="T62" fmla="*/ 4488 w 1727200"/>
                  <a:gd name="T63" fmla="*/ 1088468 h 2355851"/>
                  <a:gd name="T64" fmla="*/ 57068 w 1727200"/>
                  <a:gd name="T65" fmla="*/ 810313 h 2355851"/>
                  <a:gd name="T66" fmla="*/ 331509 w 1727200"/>
                  <a:gd name="T67" fmla="*/ 787534 h 2355851"/>
                  <a:gd name="T68" fmla="*/ 125811 w 1727200"/>
                  <a:gd name="T69" fmla="*/ 501282 h 2355851"/>
                  <a:gd name="T70" fmla="*/ 1024838 w 1727200"/>
                  <a:gd name="T71" fmla="*/ 389600 h 2355851"/>
                  <a:gd name="T72" fmla="*/ 1138915 w 1727200"/>
                  <a:gd name="T73" fmla="*/ 510268 h 2355851"/>
                  <a:gd name="T74" fmla="*/ 1127025 w 1727200"/>
                  <a:gd name="T75" fmla="*/ 638637 h 2355851"/>
                  <a:gd name="T76" fmla="*/ 1059865 w 1727200"/>
                  <a:gd name="T77" fmla="*/ 727854 h 2355851"/>
                  <a:gd name="T78" fmla="*/ 942253 w 1727200"/>
                  <a:gd name="T79" fmla="*/ 763476 h 2355851"/>
                  <a:gd name="T80" fmla="*/ 853240 w 1727200"/>
                  <a:gd name="T81" fmla="*/ 625158 h 2355851"/>
                  <a:gd name="T82" fmla="*/ 861595 w 1727200"/>
                  <a:gd name="T83" fmla="*/ 509305 h 2355851"/>
                  <a:gd name="T84" fmla="*/ 872842 w 1727200"/>
                  <a:gd name="T85" fmla="*/ 486520 h 2355851"/>
                  <a:gd name="T86" fmla="*/ 954142 w 1727200"/>
                  <a:gd name="T87" fmla="*/ 391205 h 2355851"/>
                  <a:gd name="T88" fmla="*/ 400618 w 1727200"/>
                  <a:gd name="T89" fmla="*/ 437418 h 2355851"/>
                  <a:gd name="T90" fmla="*/ 332958 w 1727200"/>
                  <a:gd name="T91" fmla="*/ 478818 h 2355851"/>
                  <a:gd name="T92" fmla="*/ 400618 w 1727200"/>
                  <a:gd name="T93" fmla="*/ 536583 h 2355851"/>
                  <a:gd name="T94" fmla="*/ 341295 w 1727200"/>
                  <a:gd name="T95" fmla="*/ 713413 h 2355851"/>
                  <a:gd name="T96" fmla="*/ 222971 w 1727200"/>
                  <a:gd name="T97" fmla="*/ 739728 h 2355851"/>
                  <a:gd name="T98" fmla="*/ 126131 w 1727200"/>
                  <a:gd name="T99" fmla="*/ 619061 h 2355851"/>
                  <a:gd name="T100" fmla="*/ 120359 w 1727200"/>
                  <a:gd name="T101" fmla="*/ 525352 h 2355851"/>
                  <a:gd name="T102" fmla="*/ 146013 w 1727200"/>
                  <a:gd name="T103" fmla="*/ 392168 h 2355851"/>
                  <a:gd name="T104" fmla="*/ 525159 w 1727200"/>
                  <a:gd name="T105" fmla="*/ 97743 h 2355851"/>
                  <a:gd name="T106" fmla="*/ 539603 w 1727200"/>
                  <a:gd name="T107" fmla="*/ 290238 h 2355851"/>
                  <a:gd name="T108" fmla="*/ 351817 w 1727200"/>
                  <a:gd name="T109" fmla="*/ 148669 h 2355851"/>
                  <a:gd name="T110" fmla="*/ 477009 w 1727200"/>
                  <a:gd name="T111" fmla="*/ 31763 h 2355851"/>
                  <a:gd name="T112" fmla="*/ 941443 w 1727200"/>
                  <a:gd name="T113" fmla="*/ 76586 h 2355851"/>
                  <a:gd name="T114" fmla="*/ 935336 w 1727200"/>
                  <a:gd name="T115" fmla="*/ 277506 h 2355851"/>
                  <a:gd name="T116" fmla="*/ 743090 w 1727200"/>
                  <a:gd name="T117" fmla="*/ 361463 h 2355851"/>
                  <a:gd name="T118" fmla="*/ 549880 w 1727200"/>
                  <a:gd name="T119" fmla="*/ 200920 h 2355851"/>
                  <a:gd name="T120" fmla="*/ 642145 w 1727200"/>
                  <a:gd name="T121" fmla="*/ 29802 h 235585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727200" h="2355851">
                    <a:moveTo>
                      <a:pt x="1251043" y="2284413"/>
                    </a:moveTo>
                    <a:lnTo>
                      <a:pt x="1346200" y="2284413"/>
                    </a:lnTo>
                    <a:lnTo>
                      <a:pt x="1345016" y="2287238"/>
                    </a:lnTo>
                    <a:lnTo>
                      <a:pt x="1345410" y="2288853"/>
                    </a:lnTo>
                    <a:lnTo>
                      <a:pt x="1345410" y="2291275"/>
                    </a:lnTo>
                    <a:lnTo>
                      <a:pt x="1345805" y="2294503"/>
                    </a:lnTo>
                    <a:lnTo>
                      <a:pt x="1345410" y="2299347"/>
                    </a:lnTo>
                    <a:lnTo>
                      <a:pt x="1345016" y="2305804"/>
                    </a:lnTo>
                    <a:lnTo>
                      <a:pt x="1343831" y="2313473"/>
                    </a:lnTo>
                    <a:lnTo>
                      <a:pt x="1341857" y="2322756"/>
                    </a:lnTo>
                    <a:lnTo>
                      <a:pt x="1340278" y="2323159"/>
                    </a:lnTo>
                    <a:lnTo>
                      <a:pt x="1337908" y="2323563"/>
                    </a:lnTo>
                    <a:lnTo>
                      <a:pt x="1331986" y="2324774"/>
                    </a:lnTo>
                    <a:lnTo>
                      <a:pt x="1320930" y="2325177"/>
                    </a:lnTo>
                    <a:lnTo>
                      <a:pt x="1320535" y="2324774"/>
                    </a:lnTo>
                    <a:lnTo>
                      <a:pt x="1319746" y="2324774"/>
                    </a:lnTo>
                    <a:lnTo>
                      <a:pt x="1319351" y="2323159"/>
                    </a:lnTo>
                    <a:lnTo>
                      <a:pt x="1318561" y="2321948"/>
                    </a:lnTo>
                    <a:lnTo>
                      <a:pt x="1318166" y="2321141"/>
                    </a:lnTo>
                    <a:lnTo>
                      <a:pt x="1316982" y="2320334"/>
                    </a:lnTo>
                    <a:lnTo>
                      <a:pt x="1315008" y="2320334"/>
                    </a:lnTo>
                    <a:lnTo>
                      <a:pt x="1312639" y="2321545"/>
                    </a:lnTo>
                    <a:lnTo>
                      <a:pt x="1308295" y="2323966"/>
                    </a:lnTo>
                    <a:lnTo>
                      <a:pt x="1299214" y="2330828"/>
                    </a:lnTo>
                    <a:lnTo>
                      <a:pt x="1290133" y="2336882"/>
                    </a:lnTo>
                    <a:lnTo>
                      <a:pt x="1279867" y="2342936"/>
                    </a:lnTo>
                    <a:lnTo>
                      <a:pt x="1274339" y="2345761"/>
                    </a:lnTo>
                    <a:lnTo>
                      <a:pt x="1269601" y="2347779"/>
                    </a:lnTo>
                    <a:lnTo>
                      <a:pt x="1263678" y="2349797"/>
                    </a:lnTo>
                    <a:lnTo>
                      <a:pt x="1257756" y="2351412"/>
                    </a:lnTo>
                    <a:lnTo>
                      <a:pt x="1251833" y="2353430"/>
                    </a:lnTo>
                    <a:lnTo>
                      <a:pt x="1245516" y="2354237"/>
                    </a:lnTo>
                    <a:lnTo>
                      <a:pt x="1238803" y="2355044"/>
                    </a:lnTo>
                    <a:lnTo>
                      <a:pt x="1231696" y="2355851"/>
                    </a:lnTo>
                    <a:lnTo>
                      <a:pt x="1224589" y="2355851"/>
                    </a:lnTo>
                    <a:lnTo>
                      <a:pt x="1217087" y="2355448"/>
                    </a:lnTo>
                    <a:lnTo>
                      <a:pt x="1210770" y="2354640"/>
                    </a:lnTo>
                    <a:lnTo>
                      <a:pt x="1205637" y="2353833"/>
                    </a:lnTo>
                    <a:lnTo>
                      <a:pt x="1201688" y="2352622"/>
                    </a:lnTo>
                    <a:lnTo>
                      <a:pt x="1198135" y="2350604"/>
                    </a:lnTo>
                    <a:lnTo>
                      <a:pt x="1195766" y="2348990"/>
                    </a:lnTo>
                    <a:lnTo>
                      <a:pt x="1193791" y="2346972"/>
                    </a:lnTo>
                    <a:lnTo>
                      <a:pt x="1192607" y="2344147"/>
                    </a:lnTo>
                    <a:lnTo>
                      <a:pt x="1192212" y="2342129"/>
                    </a:lnTo>
                    <a:lnTo>
                      <a:pt x="1192607" y="2339303"/>
                    </a:lnTo>
                    <a:lnTo>
                      <a:pt x="1193397" y="2336478"/>
                    </a:lnTo>
                    <a:lnTo>
                      <a:pt x="1194976" y="2333653"/>
                    </a:lnTo>
                    <a:lnTo>
                      <a:pt x="1196555" y="2330424"/>
                    </a:lnTo>
                    <a:lnTo>
                      <a:pt x="1198924" y="2327195"/>
                    </a:lnTo>
                    <a:lnTo>
                      <a:pt x="1201688" y="2323966"/>
                    </a:lnTo>
                    <a:lnTo>
                      <a:pt x="1207216" y="2317912"/>
                    </a:lnTo>
                    <a:lnTo>
                      <a:pt x="1213928" y="2311455"/>
                    </a:lnTo>
                    <a:lnTo>
                      <a:pt x="1221825" y="2305401"/>
                    </a:lnTo>
                    <a:lnTo>
                      <a:pt x="1228932" y="2299750"/>
                    </a:lnTo>
                    <a:lnTo>
                      <a:pt x="1235645" y="2294503"/>
                    </a:lnTo>
                    <a:lnTo>
                      <a:pt x="1246305" y="2287238"/>
                    </a:lnTo>
                    <a:lnTo>
                      <a:pt x="1251043" y="2284413"/>
                    </a:lnTo>
                    <a:close/>
                    <a:moveTo>
                      <a:pt x="1054800" y="2279650"/>
                    </a:moveTo>
                    <a:lnTo>
                      <a:pt x="1150937" y="2279650"/>
                    </a:lnTo>
                    <a:lnTo>
                      <a:pt x="1149740" y="2282428"/>
                    </a:lnTo>
                    <a:lnTo>
                      <a:pt x="1150139" y="2284413"/>
                    </a:lnTo>
                    <a:lnTo>
                      <a:pt x="1150139" y="2286397"/>
                    </a:lnTo>
                    <a:lnTo>
                      <a:pt x="1150538" y="2289572"/>
                    </a:lnTo>
                    <a:lnTo>
                      <a:pt x="1150538" y="2294335"/>
                    </a:lnTo>
                    <a:lnTo>
                      <a:pt x="1149740" y="2300288"/>
                    </a:lnTo>
                    <a:lnTo>
                      <a:pt x="1148544" y="2307828"/>
                    </a:lnTo>
                    <a:lnTo>
                      <a:pt x="1146948" y="2316956"/>
                    </a:lnTo>
                    <a:lnTo>
                      <a:pt x="1144953" y="2318147"/>
                    </a:lnTo>
                    <a:lnTo>
                      <a:pt x="1142560" y="2318544"/>
                    </a:lnTo>
                    <a:lnTo>
                      <a:pt x="1136576" y="2318941"/>
                    </a:lnTo>
                    <a:lnTo>
                      <a:pt x="1125407" y="2319338"/>
                    </a:lnTo>
                    <a:lnTo>
                      <a:pt x="1125008" y="2319338"/>
                    </a:lnTo>
                    <a:lnTo>
                      <a:pt x="1124609" y="2319338"/>
                    </a:lnTo>
                    <a:lnTo>
                      <a:pt x="1123811" y="2318147"/>
                    </a:lnTo>
                    <a:lnTo>
                      <a:pt x="1123412" y="2316560"/>
                    </a:lnTo>
                    <a:lnTo>
                      <a:pt x="1122615" y="2315369"/>
                    </a:lnTo>
                    <a:lnTo>
                      <a:pt x="1121418" y="2314972"/>
                    </a:lnTo>
                    <a:lnTo>
                      <a:pt x="1119822" y="2314972"/>
                    </a:lnTo>
                    <a:lnTo>
                      <a:pt x="1117030" y="2315766"/>
                    </a:lnTo>
                    <a:lnTo>
                      <a:pt x="1113041" y="2318941"/>
                    </a:lnTo>
                    <a:lnTo>
                      <a:pt x="1103467" y="2325291"/>
                    </a:lnTo>
                    <a:lnTo>
                      <a:pt x="1094292" y="2331641"/>
                    </a:lnTo>
                    <a:lnTo>
                      <a:pt x="1083920" y="2336800"/>
                    </a:lnTo>
                    <a:lnTo>
                      <a:pt x="1079133" y="2339578"/>
                    </a:lnTo>
                    <a:lnTo>
                      <a:pt x="1073549" y="2341960"/>
                    </a:lnTo>
                    <a:lnTo>
                      <a:pt x="1067565" y="2343944"/>
                    </a:lnTo>
                    <a:lnTo>
                      <a:pt x="1061581" y="2345928"/>
                    </a:lnTo>
                    <a:lnTo>
                      <a:pt x="1055598" y="2347119"/>
                    </a:lnTo>
                    <a:lnTo>
                      <a:pt x="1049215" y="2348310"/>
                    </a:lnTo>
                    <a:lnTo>
                      <a:pt x="1042434" y="2349103"/>
                    </a:lnTo>
                    <a:lnTo>
                      <a:pt x="1035652" y="2349500"/>
                    </a:lnTo>
                    <a:lnTo>
                      <a:pt x="1028073" y="2349500"/>
                    </a:lnTo>
                    <a:lnTo>
                      <a:pt x="1020493" y="2349500"/>
                    </a:lnTo>
                    <a:lnTo>
                      <a:pt x="1014111" y="2348706"/>
                    </a:lnTo>
                    <a:lnTo>
                      <a:pt x="1008925" y="2347913"/>
                    </a:lnTo>
                    <a:lnTo>
                      <a:pt x="1004936" y="2346722"/>
                    </a:lnTo>
                    <a:lnTo>
                      <a:pt x="1001346" y="2345135"/>
                    </a:lnTo>
                    <a:lnTo>
                      <a:pt x="998952" y="2342753"/>
                    </a:lnTo>
                    <a:lnTo>
                      <a:pt x="997357" y="2341166"/>
                    </a:lnTo>
                    <a:lnTo>
                      <a:pt x="995761" y="2338785"/>
                    </a:lnTo>
                    <a:lnTo>
                      <a:pt x="995362" y="2336006"/>
                    </a:lnTo>
                    <a:lnTo>
                      <a:pt x="995761" y="2333625"/>
                    </a:lnTo>
                    <a:lnTo>
                      <a:pt x="996958" y="2330847"/>
                    </a:lnTo>
                    <a:lnTo>
                      <a:pt x="998154" y="2328069"/>
                    </a:lnTo>
                    <a:lnTo>
                      <a:pt x="999750" y="2325291"/>
                    </a:lnTo>
                    <a:lnTo>
                      <a:pt x="1002144" y="2321719"/>
                    </a:lnTo>
                    <a:lnTo>
                      <a:pt x="1004936" y="2318941"/>
                    </a:lnTo>
                    <a:lnTo>
                      <a:pt x="1010920" y="2312591"/>
                    </a:lnTo>
                    <a:lnTo>
                      <a:pt x="1017701" y="2306241"/>
                    </a:lnTo>
                    <a:lnTo>
                      <a:pt x="1025280" y="2300288"/>
                    </a:lnTo>
                    <a:lnTo>
                      <a:pt x="1032461" y="2294731"/>
                    </a:lnTo>
                    <a:lnTo>
                      <a:pt x="1039242" y="2289572"/>
                    </a:lnTo>
                    <a:lnTo>
                      <a:pt x="1050013" y="2282031"/>
                    </a:lnTo>
                    <a:lnTo>
                      <a:pt x="1054800" y="2279650"/>
                    </a:lnTo>
                    <a:close/>
                    <a:moveTo>
                      <a:pt x="214312" y="2259013"/>
                    </a:moveTo>
                    <a:lnTo>
                      <a:pt x="309863" y="2259013"/>
                    </a:lnTo>
                    <a:lnTo>
                      <a:pt x="314207" y="2261449"/>
                    </a:lnTo>
                    <a:lnTo>
                      <a:pt x="324867" y="2269161"/>
                    </a:lnTo>
                    <a:lnTo>
                      <a:pt x="331580" y="2274031"/>
                    </a:lnTo>
                    <a:lnTo>
                      <a:pt x="339082" y="2280120"/>
                    </a:lnTo>
                    <a:lnTo>
                      <a:pt x="346584" y="2286208"/>
                    </a:lnTo>
                    <a:lnTo>
                      <a:pt x="353296" y="2292703"/>
                    </a:lnTo>
                    <a:lnTo>
                      <a:pt x="359219" y="2299197"/>
                    </a:lnTo>
                    <a:lnTo>
                      <a:pt x="361982" y="2302038"/>
                    </a:lnTo>
                    <a:lnTo>
                      <a:pt x="363957" y="2305286"/>
                    </a:lnTo>
                    <a:lnTo>
                      <a:pt x="365536" y="2308127"/>
                    </a:lnTo>
                    <a:lnTo>
                      <a:pt x="367115" y="2311374"/>
                    </a:lnTo>
                    <a:lnTo>
                      <a:pt x="367905" y="2314215"/>
                    </a:lnTo>
                    <a:lnTo>
                      <a:pt x="368300" y="2316651"/>
                    </a:lnTo>
                    <a:lnTo>
                      <a:pt x="367905" y="2319492"/>
                    </a:lnTo>
                    <a:lnTo>
                      <a:pt x="367115" y="2321521"/>
                    </a:lnTo>
                    <a:lnTo>
                      <a:pt x="364746" y="2323551"/>
                    </a:lnTo>
                    <a:lnTo>
                      <a:pt x="362377" y="2325986"/>
                    </a:lnTo>
                    <a:lnTo>
                      <a:pt x="358824" y="2327204"/>
                    </a:lnTo>
                    <a:lnTo>
                      <a:pt x="354875" y="2328422"/>
                    </a:lnTo>
                    <a:lnTo>
                      <a:pt x="349742" y="2329639"/>
                    </a:lnTo>
                    <a:lnTo>
                      <a:pt x="343425" y="2330045"/>
                    </a:lnTo>
                    <a:lnTo>
                      <a:pt x="335923" y="2330451"/>
                    </a:lnTo>
                    <a:lnTo>
                      <a:pt x="328816" y="2330451"/>
                    </a:lnTo>
                    <a:lnTo>
                      <a:pt x="321709" y="2330045"/>
                    </a:lnTo>
                    <a:lnTo>
                      <a:pt x="315391" y="2329234"/>
                    </a:lnTo>
                    <a:lnTo>
                      <a:pt x="308679" y="2328016"/>
                    </a:lnTo>
                    <a:lnTo>
                      <a:pt x="302756" y="2326798"/>
                    </a:lnTo>
                    <a:lnTo>
                      <a:pt x="296834" y="2324363"/>
                    </a:lnTo>
                    <a:lnTo>
                      <a:pt x="291306" y="2322739"/>
                    </a:lnTo>
                    <a:lnTo>
                      <a:pt x="286173" y="2320304"/>
                    </a:lnTo>
                    <a:lnTo>
                      <a:pt x="281040" y="2317463"/>
                    </a:lnTo>
                    <a:lnTo>
                      <a:pt x="270774" y="2312186"/>
                    </a:lnTo>
                    <a:lnTo>
                      <a:pt x="261298" y="2305691"/>
                    </a:lnTo>
                    <a:lnTo>
                      <a:pt x="252612" y="2299197"/>
                    </a:lnTo>
                    <a:lnTo>
                      <a:pt x="248268" y="2295950"/>
                    </a:lnTo>
                    <a:lnTo>
                      <a:pt x="245504" y="2294732"/>
                    </a:lnTo>
                    <a:lnTo>
                      <a:pt x="243530" y="2294732"/>
                    </a:lnTo>
                    <a:lnTo>
                      <a:pt x="242346" y="2295544"/>
                    </a:lnTo>
                    <a:lnTo>
                      <a:pt x="241951" y="2296762"/>
                    </a:lnTo>
                    <a:lnTo>
                      <a:pt x="241556" y="2298385"/>
                    </a:lnTo>
                    <a:lnTo>
                      <a:pt x="240766" y="2299197"/>
                    </a:lnTo>
                    <a:lnTo>
                      <a:pt x="240371" y="2299603"/>
                    </a:lnTo>
                    <a:lnTo>
                      <a:pt x="239582" y="2299603"/>
                    </a:lnTo>
                    <a:lnTo>
                      <a:pt x="228526" y="2299197"/>
                    </a:lnTo>
                    <a:lnTo>
                      <a:pt x="222604" y="2298791"/>
                    </a:lnTo>
                    <a:lnTo>
                      <a:pt x="220629" y="2298385"/>
                    </a:lnTo>
                    <a:lnTo>
                      <a:pt x="219050" y="2297574"/>
                    </a:lnTo>
                    <a:lnTo>
                      <a:pt x="216681" y="2287832"/>
                    </a:lnTo>
                    <a:lnTo>
                      <a:pt x="215496" y="2280120"/>
                    </a:lnTo>
                    <a:lnTo>
                      <a:pt x="215102" y="2274031"/>
                    </a:lnTo>
                    <a:lnTo>
                      <a:pt x="215102" y="2269161"/>
                    </a:lnTo>
                    <a:lnTo>
                      <a:pt x="215102" y="2265914"/>
                    </a:lnTo>
                    <a:lnTo>
                      <a:pt x="215496" y="2263478"/>
                    </a:lnTo>
                    <a:lnTo>
                      <a:pt x="215891" y="2261449"/>
                    </a:lnTo>
                    <a:lnTo>
                      <a:pt x="214312" y="2259013"/>
                    </a:lnTo>
                    <a:close/>
                    <a:moveTo>
                      <a:pt x="387350" y="2254250"/>
                    </a:moveTo>
                    <a:lnTo>
                      <a:pt x="482901" y="2254250"/>
                    </a:lnTo>
                    <a:lnTo>
                      <a:pt x="487245" y="2257390"/>
                    </a:lnTo>
                    <a:lnTo>
                      <a:pt x="498300" y="2264453"/>
                    </a:lnTo>
                    <a:lnTo>
                      <a:pt x="505013" y="2269162"/>
                    </a:lnTo>
                    <a:lnTo>
                      <a:pt x="512120" y="2274656"/>
                    </a:lnTo>
                    <a:lnTo>
                      <a:pt x="519622" y="2280935"/>
                    </a:lnTo>
                    <a:lnTo>
                      <a:pt x="526334" y="2286821"/>
                    </a:lnTo>
                    <a:lnTo>
                      <a:pt x="532257" y="2293099"/>
                    </a:lnTo>
                    <a:lnTo>
                      <a:pt x="534626" y="2296239"/>
                    </a:lnTo>
                    <a:lnTo>
                      <a:pt x="537390" y="2299378"/>
                    </a:lnTo>
                    <a:lnTo>
                      <a:pt x="538969" y="2302125"/>
                    </a:lnTo>
                    <a:lnTo>
                      <a:pt x="540153" y="2305264"/>
                    </a:lnTo>
                    <a:lnTo>
                      <a:pt x="540943" y="2308011"/>
                    </a:lnTo>
                    <a:lnTo>
                      <a:pt x="541338" y="2310758"/>
                    </a:lnTo>
                    <a:lnTo>
                      <a:pt x="540943" y="2313113"/>
                    </a:lnTo>
                    <a:lnTo>
                      <a:pt x="539759" y="2315075"/>
                    </a:lnTo>
                    <a:lnTo>
                      <a:pt x="538179" y="2317429"/>
                    </a:lnTo>
                    <a:lnTo>
                      <a:pt x="535415" y="2318999"/>
                    </a:lnTo>
                    <a:lnTo>
                      <a:pt x="532257" y="2320569"/>
                    </a:lnTo>
                    <a:lnTo>
                      <a:pt x="527913" y="2321746"/>
                    </a:lnTo>
                    <a:lnTo>
                      <a:pt x="523175" y="2322923"/>
                    </a:lnTo>
                    <a:lnTo>
                      <a:pt x="516858" y="2323315"/>
                    </a:lnTo>
                    <a:lnTo>
                      <a:pt x="509356" y="2324100"/>
                    </a:lnTo>
                    <a:lnTo>
                      <a:pt x="501459" y="2324100"/>
                    </a:lnTo>
                    <a:lnTo>
                      <a:pt x="494747" y="2323315"/>
                    </a:lnTo>
                    <a:lnTo>
                      <a:pt x="488034" y="2322531"/>
                    </a:lnTo>
                    <a:lnTo>
                      <a:pt x="481717" y="2321353"/>
                    </a:lnTo>
                    <a:lnTo>
                      <a:pt x="476189" y="2319784"/>
                    </a:lnTo>
                    <a:lnTo>
                      <a:pt x="470267" y="2318214"/>
                    </a:lnTo>
                    <a:lnTo>
                      <a:pt x="464344" y="2315860"/>
                    </a:lnTo>
                    <a:lnTo>
                      <a:pt x="459211" y="2313897"/>
                    </a:lnTo>
                    <a:lnTo>
                      <a:pt x="453683" y="2311543"/>
                    </a:lnTo>
                    <a:lnTo>
                      <a:pt x="443812" y="2306049"/>
                    </a:lnTo>
                    <a:lnTo>
                      <a:pt x="434336" y="2299770"/>
                    </a:lnTo>
                    <a:lnTo>
                      <a:pt x="425255" y="2293099"/>
                    </a:lnTo>
                    <a:lnTo>
                      <a:pt x="420911" y="2290745"/>
                    </a:lnTo>
                    <a:lnTo>
                      <a:pt x="418542" y="2289175"/>
                    </a:lnTo>
                    <a:lnTo>
                      <a:pt x="416963" y="2289175"/>
                    </a:lnTo>
                    <a:lnTo>
                      <a:pt x="415778" y="2289960"/>
                    </a:lnTo>
                    <a:lnTo>
                      <a:pt x="415384" y="2291530"/>
                    </a:lnTo>
                    <a:lnTo>
                      <a:pt x="414199" y="2292707"/>
                    </a:lnTo>
                    <a:lnTo>
                      <a:pt x="413409" y="2293492"/>
                    </a:lnTo>
                    <a:lnTo>
                      <a:pt x="413015" y="2293884"/>
                    </a:lnTo>
                    <a:lnTo>
                      <a:pt x="412620" y="2293884"/>
                    </a:lnTo>
                    <a:lnTo>
                      <a:pt x="401959" y="2293492"/>
                    </a:lnTo>
                    <a:lnTo>
                      <a:pt x="396036" y="2293099"/>
                    </a:lnTo>
                    <a:lnTo>
                      <a:pt x="393273" y="2292315"/>
                    </a:lnTo>
                    <a:lnTo>
                      <a:pt x="391693" y="2291922"/>
                    </a:lnTo>
                    <a:lnTo>
                      <a:pt x="390114" y="2282504"/>
                    </a:lnTo>
                    <a:lnTo>
                      <a:pt x="388929" y="2275048"/>
                    </a:lnTo>
                    <a:lnTo>
                      <a:pt x="388140" y="2269162"/>
                    </a:lnTo>
                    <a:lnTo>
                      <a:pt x="388140" y="2264845"/>
                    </a:lnTo>
                    <a:lnTo>
                      <a:pt x="388534" y="2261314"/>
                    </a:lnTo>
                    <a:lnTo>
                      <a:pt x="388534" y="2258959"/>
                    </a:lnTo>
                    <a:lnTo>
                      <a:pt x="388929" y="2257390"/>
                    </a:lnTo>
                    <a:lnTo>
                      <a:pt x="387350" y="2254250"/>
                    </a:lnTo>
                    <a:close/>
                    <a:moveTo>
                      <a:pt x="1427162" y="1922463"/>
                    </a:moveTo>
                    <a:lnTo>
                      <a:pt x="1564119" y="1922463"/>
                    </a:lnTo>
                    <a:lnTo>
                      <a:pt x="1564119" y="1952298"/>
                    </a:lnTo>
                    <a:lnTo>
                      <a:pt x="1564515" y="1953094"/>
                    </a:lnTo>
                    <a:lnTo>
                      <a:pt x="1565306" y="1953889"/>
                    </a:lnTo>
                    <a:lnTo>
                      <a:pt x="1567285" y="1955083"/>
                    </a:lnTo>
                    <a:lnTo>
                      <a:pt x="1569265" y="1955878"/>
                    </a:lnTo>
                    <a:lnTo>
                      <a:pt x="1571640" y="1956674"/>
                    </a:lnTo>
                    <a:lnTo>
                      <a:pt x="1575994" y="1957071"/>
                    </a:lnTo>
                    <a:lnTo>
                      <a:pt x="1580744" y="1957469"/>
                    </a:lnTo>
                    <a:lnTo>
                      <a:pt x="1585494" y="1957071"/>
                    </a:lnTo>
                    <a:lnTo>
                      <a:pt x="1589452" y="1956674"/>
                    </a:lnTo>
                    <a:lnTo>
                      <a:pt x="1592618" y="1955878"/>
                    </a:lnTo>
                    <a:lnTo>
                      <a:pt x="1594993" y="1955083"/>
                    </a:lnTo>
                    <a:lnTo>
                      <a:pt x="1596577" y="1953889"/>
                    </a:lnTo>
                    <a:lnTo>
                      <a:pt x="1597368" y="1953094"/>
                    </a:lnTo>
                    <a:lnTo>
                      <a:pt x="1598160" y="1952298"/>
                    </a:lnTo>
                    <a:lnTo>
                      <a:pt x="1598160" y="1922463"/>
                    </a:lnTo>
                    <a:lnTo>
                      <a:pt x="1727200" y="1922463"/>
                    </a:lnTo>
                    <a:lnTo>
                      <a:pt x="1727200" y="2064079"/>
                    </a:lnTo>
                    <a:lnTo>
                      <a:pt x="1727200" y="2066863"/>
                    </a:lnTo>
                    <a:lnTo>
                      <a:pt x="1726804" y="2070045"/>
                    </a:lnTo>
                    <a:lnTo>
                      <a:pt x="1726013" y="2072830"/>
                    </a:lnTo>
                    <a:lnTo>
                      <a:pt x="1725221" y="2075615"/>
                    </a:lnTo>
                    <a:lnTo>
                      <a:pt x="1724034" y="2078001"/>
                    </a:lnTo>
                    <a:lnTo>
                      <a:pt x="1722450" y="2080388"/>
                    </a:lnTo>
                    <a:lnTo>
                      <a:pt x="1720471" y="2083173"/>
                    </a:lnTo>
                    <a:lnTo>
                      <a:pt x="1718888" y="2085162"/>
                    </a:lnTo>
                    <a:lnTo>
                      <a:pt x="1716909" y="2086753"/>
                    </a:lnTo>
                    <a:lnTo>
                      <a:pt x="1714138" y="2088742"/>
                    </a:lnTo>
                    <a:lnTo>
                      <a:pt x="1711763" y="2090333"/>
                    </a:lnTo>
                    <a:lnTo>
                      <a:pt x="1709388" y="2091526"/>
                    </a:lnTo>
                    <a:lnTo>
                      <a:pt x="1706617" y="2092322"/>
                    </a:lnTo>
                    <a:lnTo>
                      <a:pt x="1703846" y="2093118"/>
                    </a:lnTo>
                    <a:lnTo>
                      <a:pt x="1700680" y="2093515"/>
                    </a:lnTo>
                    <a:lnTo>
                      <a:pt x="1697513" y="2093913"/>
                    </a:lnTo>
                    <a:lnTo>
                      <a:pt x="1456849" y="2093913"/>
                    </a:lnTo>
                    <a:lnTo>
                      <a:pt x="1454078" y="2093515"/>
                    </a:lnTo>
                    <a:lnTo>
                      <a:pt x="1451308" y="2093118"/>
                    </a:lnTo>
                    <a:lnTo>
                      <a:pt x="1448141" y="2092322"/>
                    </a:lnTo>
                    <a:lnTo>
                      <a:pt x="1445766" y="2091526"/>
                    </a:lnTo>
                    <a:lnTo>
                      <a:pt x="1442995" y="2090333"/>
                    </a:lnTo>
                    <a:lnTo>
                      <a:pt x="1440620" y="2088742"/>
                    </a:lnTo>
                    <a:lnTo>
                      <a:pt x="1438245" y="2086753"/>
                    </a:lnTo>
                    <a:lnTo>
                      <a:pt x="1435870" y="2085162"/>
                    </a:lnTo>
                    <a:lnTo>
                      <a:pt x="1434287" y="2083173"/>
                    </a:lnTo>
                    <a:lnTo>
                      <a:pt x="1432308" y="2080388"/>
                    </a:lnTo>
                    <a:lnTo>
                      <a:pt x="1431120" y="2078001"/>
                    </a:lnTo>
                    <a:lnTo>
                      <a:pt x="1429537" y="2075615"/>
                    </a:lnTo>
                    <a:lnTo>
                      <a:pt x="1428745" y="2072830"/>
                    </a:lnTo>
                    <a:lnTo>
                      <a:pt x="1427954" y="2070045"/>
                    </a:lnTo>
                    <a:lnTo>
                      <a:pt x="1427558" y="2066863"/>
                    </a:lnTo>
                    <a:lnTo>
                      <a:pt x="1427162" y="2064079"/>
                    </a:lnTo>
                    <a:lnTo>
                      <a:pt x="1427162" y="1922463"/>
                    </a:lnTo>
                    <a:close/>
                    <a:moveTo>
                      <a:pt x="1456849" y="1844675"/>
                    </a:moveTo>
                    <a:lnTo>
                      <a:pt x="1697513" y="1844675"/>
                    </a:lnTo>
                    <a:lnTo>
                      <a:pt x="1700680" y="1845074"/>
                    </a:lnTo>
                    <a:lnTo>
                      <a:pt x="1703846" y="1845474"/>
                    </a:lnTo>
                    <a:lnTo>
                      <a:pt x="1706617" y="1845873"/>
                    </a:lnTo>
                    <a:lnTo>
                      <a:pt x="1709388" y="1847071"/>
                    </a:lnTo>
                    <a:lnTo>
                      <a:pt x="1711763" y="1848269"/>
                    </a:lnTo>
                    <a:lnTo>
                      <a:pt x="1714138" y="1849467"/>
                    </a:lnTo>
                    <a:lnTo>
                      <a:pt x="1716909" y="1851463"/>
                    </a:lnTo>
                    <a:lnTo>
                      <a:pt x="1718888" y="1853460"/>
                    </a:lnTo>
                    <a:lnTo>
                      <a:pt x="1720471" y="1855457"/>
                    </a:lnTo>
                    <a:lnTo>
                      <a:pt x="1722450" y="1858252"/>
                    </a:lnTo>
                    <a:lnTo>
                      <a:pt x="1724034" y="1860248"/>
                    </a:lnTo>
                    <a:lnTo>
                      <a:pt x="1725221" y="1863044"/>
                    </a:lnTo>
                    <a:lnTo>
                      <a:pt x="1726013" y="1865839"/>
                    </a:lnTo>
                    <a:lnTo>
                      <a:pt x="1726804" y="1868634"/>
                    </a:lnTo>
                    <a:lnTo>
                      <a:pt x="1727200" y="1871828"/>
                    </a:lnTo>
                    <a:lnTo>
                      <a:pt x="1727200" y="1874624"/>
                    </a:lnTo>
                    <a:lnTo>
                      <a:pt x="1727200" y="1909763"/>
                    </a:lnTo>
                    <a:lnTo>
                      <a:pt x="1427162" y="1909763"/>
                    </a:lnTo>
                    <a:lnTo>
                      <a:pt x="1427162" y="1874624"/>
                    </a:lnTo>
                    <a:lnTo>
                      <a:pt x="1427558" y="1871828"/>
                    </a:lnTo>
                    <a:lnTo>
                      <a:pt x="1427954" y="1868634"/>
                    </a:lnTo>
                    <a:lnTo>
                      <a:pt x="1428745" y="1865839"/>
                    </a:lnTo>
                    <a:lnTo>
                      <a:pt x="1429537" y="1863044"/>
                    </a:lnTo>
                    <a:lnTo>
                      <a:pt x="1431120" y="1860248"/>
                    </a:lnTo>
                    <a:lnTo>
                      <a:pt x="1432308" y="1858252"/>
                    </a:lnTo>
                    <a:lnTo>
                      <a:pt x="1434287" y="1855457"/>
                    </a:lnTo>
                    <a:lnTo>
                      <a:pt x="1435870" y="1853460"/>
                    </a:lnTo>
                    <a:lnTo>
                      <a:pt x="1438245" y="1851463"/>
                    </a:lnTo>
                    <a:lnTo>
                      <a:pt x="1440620" y="1849467"/>
                    </a:lnTo>
                    <a:lnTo>
                      <a:pt x="1442995" y="1848269"/>
                    </a:lnTo>
                    <a:lnTo>
                      <a:pt x="1445766" y="1847071"/>
                    </a:lnTo>
                    <a:lnTo>
                      <a:pt x="1448141" y="1845873"/>
                    </a:lnTo>
                    <a:lnTo>
                      <a:pt x="1451308" y="1845474"/>
                    </a:lnTo>
                    <a:lnTo>
                      <a:pt x="1454078" y="1845074"/>
                    </a:lnTo>
                    <a:lnTo>
                      <a:pt x="1456849" y="1844675"/>
                    </a:lnTo>
                    <a:close/>
                    <a:moveTo>
                      <a:pt x="1220993" y="1843629"/>
                    </a:moveTo>
                    <a:lnTo>
                      <a:pt x="1221192" y="1843629"/>
                    </a:lnTo>
                    <a:lnTo>
                      <a:pt x="1221390" y="1843670"/>
                    </a:lnTo>
                    <a:lnTo>
                      <a:pt x="1221398" y="1844027"/>
                    </a:lnTo>
                    <a:lnTo>
                      <a:pt x="1221390" y="1844026"/>
                    </a:lnTo>
                    <a:lnTo>
                      <a:pt x="1220993" y="1843629"/>
                    </a:lnTo>
                    <a:close/>
                    <a:moveTo>
                      <a:pt x="1620838" y="1724025"/>
                    </a:moveTo>
                    <a:lnTo>
                      <a:pt x="1620444" y="1728788"/>
                    </a:lnTo>
                    <a:lnTo>
                      <a:pt x="1618474" y="1739503"/>
                    </a:lnTo>
                    <a:lnTo>
                      <a:pt x="1615321" y="1755775"/>
                    </a:lnTo>
                    <a:lnTo>
                      <a:pt x="1612956" y="1764903"/>
                    </a:lnTo>
                    <a:lnTo>
                      <a:pt x="1610197" y="1774031"/>
                    </a:lnTo>
                    <a:lnTo>
                      <a:pt x="1607439" y="1783556"/>
                    </a:lnTo>
                    <a:lnTo>
                      <a:pt x="1603498" y="1792685"/>
                    </a:lnTo>
                    <a:lnTo>
                      <a:pt x="1599557" y="1801019"/>
                    </a:lnTo>
                    <a:lnTo>
                      <a:pt x="1595222" y="1808560"/>
                    </a:lnTo>
                    <a:lnTo>
                      <a:pt x="1592857" y="1812528"/>
                    </a:lnTo>
                    <a:lnTo>
                      <a:pt x="1589704" y="1815306"/>
                    </a:lnTo>
                    <a:lnTo>
                      <a:pt x="1587340" y="1818481"/>
                    </a:lnTo>
                    <a:lnTo>
                      <a:pt x="1584187" y="1820466"/>
                    </a:lnTo>
                    <a:lnTo>
                      <a:pt x="1581428" y="1822450"/>
                    </a:lnTo>
                    <a:lnTo>
                      <a:pt x="1577881" y="1824435"/>
                    </a:lnTo>
                    <a:lnTo>
                      <a:pt x="1574728" y="1825228"/>
                    </a:lnTo>
                    <a:lnTo>
                      <a:pt x="1571181" y="1825625"/>
                    </a:lnTo>
                    <a:lnTo>
                      <a:pt x="1567240" y="1825625"/>
                    </a:lnTo>
                    <a:lnTo>
                      <a:pt x="1563299" y="1825625"/>
                    </a:lnTo>
                    <a:lnTo>
                      <a:pt x="1560147" y="1824831"/>
                    </a:lnTo>
                    <a:lnTo>
                      <a:pt x="1556994" y="1824038"/>
                    </a:lnTo>
                    <a:lnTo>
                      <a:pt x="1554235" y="1822450"/>
                    </a:lnTo>
                    <a:lnTo>
                      <a:pt x="1551476" y="1821260"/>
                    </a:lnTo>
                    <a:lnTo>
                      <a:pt x="1549506" y="1819672"/>
                    </a:lnTo>
                    <a:lnTo>
                      <a:pt x="1547929" y="1817688"/>
                    </a:lnTo>
                    <a:lnTo>
                      <a:pt x="1546353" y="1815306"/>
                    </a:lnTo>
                    <a:lnTo>
                      <a:pt x="1544777" y="1812925"/>
                    </a:lnTo>
                    <a:lnTo>
                      <a:pt x="1543988" y="1810544"/>
                    </a:lnTo>
                    <a:lnTo>
                      <a:pt x="1543200" y="1807369"/>
                    </a:lnTo>
                    <a:lnTo>
                      <a:pt x="1542412" y="1800622"/>
                    </a:lnTo>
                    <a:lnTo>
                      <a:pt x="1542018" y="1793478"/>
                    </a:lnTo>
                    <a:lnTo>
                      <a:pt x="1542018" y="1789906"/>
                    </a:lnTo>
                    <a:lnTo>
                      <a:pt x="1542018" y="1786731"/>
                    </a:lnTo>
                    <a:lnTo>
                      <a:pt x="1541624" y="1784350"/>
                    </a:lnTo>
                    <a:lnTo>
                      <a:pt x="1540836" y="1781969"/>
                    </a:lnTo>
                    <a:lnTo>
                      <a:pt x="1540047" y="1780381"/>
                    </a:lnTo>
                    <a:lnTo>
                      <a:pt x="1539259" y="1779191"/>
                    </a:lnTo>
                    <a:lnTo>
                      <a:pt x="1538077" y="1778397"/>
                    </a:lnTo>
                    <a:lnTo>
                      <a:pt x="1536895" y="1778000"/>
                    </a:lnTo>
                    <a:lnTo>
                      <a:pt x="1535712" y="1778000"/>
                    </a:lnTo>
                    <a:lnTo>
                      <a:pt x="1534924" y="1778397"/>
                    </a:lnTo>
                    <a:lnTo>
                      <a:pt x="1534136" y="1778794"/>
                    </a:lnTo>
                    <a:lnTo>
                      <a:pt x="1532954" y="1779985"/>
                    </a:lnTo>
                    <a:lnTo>
                      <a:pt x="1532165" y="1781572"/>
                    </a:lnTo>
                    <a:lnTo>
                      <a:pt x="1531377" y="1783556"/>
                    </a:lnTo>
                    <a:lnTo>
                      <a:pt x="1530983" y="1785541"/>
                    </a:lnTo>
                    <a:lnTo>
                      <a:pt x="1530589" y="1787922"/>
                    </a:lnTo>
                    <a:lnTo>
                      <a:pt x="1530195" y="1790700"/>
                    </a:lnTo>
                    <a:lnTo>
                      <a:pt x="1529407" y="1793875"/>
                    </a:lnTo>
                    <a:lnTo>
                      <a:pt x="1528224" y="1797447"/>
                    </a:lnTo>
                    <a:lnTo>
                      <a:pt x="1526648" y="1801019"/>
                    </a:lnTo>
                    <a:lnTo>
                      <a:pt x="1522313" y="1808163"/>
                    </a:lnTo>
                    <a:lnTo>
                      <a:pt x="1517584" y="1814513"/>
                    </a:lnTo>
                    <a:lnTo>
                      <a:pt x="1515613" y="1817291"/>
                    </a:lnTo>
                    <a:lnTo>
                      <a:pt x="1513643" y="1818878"/>
                    </a:lnTo>
                    <a:lnTo>
                      <a:pt x="1512066" y="1820069"/>
                    </a:lnTo>
                    <a:lnTo>
                      <a:pt x="1510096" y="1820069"/>
                    </a:lnTo>
                    <a:lnTo>
                      <a:pt x="1509307" y="1820069"/>
                    </a:lnTo>
                    <a:lnTo>
                      <a:pt x="1508913" y="1819275"/>
                    </a:lnTo>
                    <a:lnTo>
                      <a:pt x="1508125" y="1817688"/>
                    </a:lnTo>
                    <a:lnTo>
                      <a:pt x="1508125" y="1814116"/>
                    </a:lnTo>
                    <a:lnTo>
                      <a:pt x="1508125" y="1809353"/>
                    </a:lnTo>
                    <a:lnTo>
                      <a:pt x="1509307" y="1797844"/>
                    </a:lnTo>
                    <a:lnTo>
                      <a:pt x="1510096" y="1785144"/>
                    </a:lnTo>
                    <a:lnTo>
                      <a:pt x="1510490" y="1772047"/>
                    </a:lnTo>
                    <a:lnTo>
                      <a:pt x="1511278" y="1759744"/>
                    </a:lnTo>
                    <a:lnTo>
                      <a:pt x="1512854" y="1749028"/>
                    </a:lnTo>
                    <a:lnTo>
                      <a:pt x="1513643" y="1743869"/>
                    </a:lnTo>
                    <a:lnTo>
                      <a:pt x="1514825" y="1739503"/>
                    </a:lnTo>
                    <a:lnTo>
                      <a:pt x="1516401" y="1736328"/>
                    </a:lnTo>
                    <a:lnTo>
                      <a:pt x="1517978" y="1733550"/>
                    </a:lnTo>
                    <a:lnTo>
                      <a:pt x="1519554" y="1732360"/>
                    </a:lnTo>
                    <a:lnTo>
                      <a:pt x="1520736" y="1731963"/>
                    </a:lnTo>
                    <a:lnTo>
                      <a:pt x="1521919" y="1731169"/>
                    </a:lnTo>
                    <a:lnTo>
                      <a:pt x="1523101" y="1731169"/>
                    </a:lnTo>
                    <a:lnTo>
                      <a:pt x="1620838" y="1724025"/>
                    </a:lnTo>
                    <a:close/>
                    <a:moveTo>
                      <a:pt x="741170" y="1477566"/>
                    </a:moveTo>
                    <a:lnTo>
                      <a:pt x="739191" y="1478360"/>
                    </a:lnTo>
                    <a:lnTo>
                      <a:pt x="735628" y="1479154"/>
                    </a:lnTo>
                    <a:lnTo>
                      <a:pt x="731273" y="1478757"/>
                    </a:lnTo>
                    <a:lnTo>
                      <a:pt x="729690" y="1480345"/>
                    </a:lnTo>
                    <a:lnTo>
                      <a:pt x="728898" y="1481535"/>
                    </a:lnTo>
                    <a:lnTo>
                      <a:pt x="728502" y="1483123"/>
                    </a:lnTo>
                    <a:lnTo>
                      <a:pt x="728898" y="1485107"/>
                    </a:lnTo>
                    <a:lnTo>
                      <a:pt x="730086" y="1486695"/>
                    </a:lnTo>
                    <a:lnTo>
                      <a:pt x="731669" y="1487885"/>
                    </a:lnTo>
                    <a:lnTo>
                      <a:pt x="734440" y="1489076"/>
                    </a:lnTo>
                    <a:lnTo>
                      <a:pt x="737607" y="1489870"/>
                    </a:lnTo>
                    <a:lnTo>
                      <a:pt x="740774" y="1489076"/>
                    </a:lnTo>
                    <a:lnTo>
                      <a:pt x="743546" y="1487885"/>
                    </a:lnTo>
                    <a:lnTo>
                      <a:pt x="745525" y="1487091"/>
                    </a:lnTo>
                    <a:lnTo>
                      <a:pt x="747504" y="1485901"/>
                    </a:lnTo>
                    <a:lnTo>
                      <a:pt x="748692" y="1484313"/>
                    </a:lnTo>
                    <a:lnTo>
                      <a:pt x="749088" y="1483123"/>
                    </a:lnTo>
                    <a:lnTo>
                      <a:pt x="749484" y="1481932"/>
                    </a:lnTo>
                    <a:lnTo>
                      <a:pt x="749880" y="1481138"/>
                    </a:lnTo>
                    <a:lnTo>
                      <a:pt x="749484" y="1480345"/>
                    </a:lnTo>
                    <a:lnTo>
                      <a:pt x="748692" y="1479551"/>
                    </a:lnTo>
                    <a:lnTo>
                      <a:pt x="747900" y="1478757"/>
                    </a:lnTo>
                    <a:lnTo>
                      <a:pt x="746713" y="1478360"/>
                    </a:lnTo>
                    <a:lnTo>
                      <a:pt x="744733" y="1477566"/>
                    </a:lnTo>
                    <a:lnTo>
                      <a:pt x="743150" y="1477566"/>
                    </a:lnTo>
                    <a:lnTo>
                      <a:pt x="741170" y="1477566"/>
                    </a:lnTo>
                    <a:close/>
                    <a:moveTo>
                      <a:pt x="770069" y="1446213"/>
                    </a:moveTo>
                    <a:lnTo>
                      <a:pt x="773236" y="1446213"/>
                    </a:lnTo>
                    <a:lnTo>
                      <a:pt x="775612" y="1446213"/>
                    </a:lnTo>
                    <a:lnTo>
                      <a:pt x="777195" y="1446610"/>
                    </a:lnTo>
                    <a:lnTo>
                      <a:pt x="778383" y="1447404"/>
                    </a:lnTo>
                    <a:lnTo>
                      <a:pt x="779175" y="1448198"/>
                    </a:lnTo>
                    <a:lnTo>
                      <a:pt x="779175" y="1448991"/>
                    </a:lnTo>
                    <a:lnTo>
                      <a:pt x="779175" y="1450182"/>
                    </a:lnTo>
                    <a:lnTo>
                      <a:pt x="782342" y="1451373"/>
                    </a:lnTo>
                    <a:lnTo>
                      <a:pt x="784717" y="1452166"/>
                    </a:lnTo>
                    <a:lnTo>
                      <a:pt x="787092" y="1453357"/>
                    </a:lnTo>
                    <a:lnTo>
                      <a:pt x="788280" y="1455341"/>
                    </a:lnTo>
                    <a:lnTo>
                      <a:pt x="822325" y="1543051"/>
                    </a:lnTo>
                    <a:lnTo>
                      <a:pt x="818366" y="1543448"/>
                    </a:lnTo>
                    <a:lnTo>
                      <a:pt x="809261" y="1544639"/>
                    </a:lnTo>
                    <a:lnTo>
                      <a:pt x="795406" y="1546623"/>
                    </a:lnTo>
                    <a:lnTo>
                      <a:pt x="787488" y="1547020"/>
                    </a:lnTo>
                    <a:lnTo>
                      <a:pt x="778779" y="1547417"/>
                    </a:lnTo>
                    <a:lnTo>
                      <a:pt x="776403" y="1549798"/>
                    </a:lnTo>
                    <a:lnTo>
                      <a:pt x="773632" y="1552973"/>
                    </a:lnTo>
                    <a:lnTo>
                      <a:pt x="770069" y="1554957"/>
                    </a:lnTo>
                    <a:lnTo>
                      <a:pt x="766902" y="1557339"/>
                    </a:lnTo>
                    <a:lnTo>
                      <a:pt x="758589" y="1561704"/>
                    </a:lnTo>
                    <a:lnTo>
                      <a:pt x="749880" y="1564879"/>
                    </a:lnTo>
                    <a:lnTo>
                      <a:pt x="741170" y="1568054"/>
                    </a:lnTo>
                    <a:lnTo>
                      <a:pt x="731273" y="1570435"/>
                    </a:lnTo>
                    <a:lnTo>
                      <a:pt x="721772" y="1572420"/>
                    </a:lnTo>
                    <a:lnTo>
                      <a:pt x="712271" y="1574404"/>
                    </a:lnTo>
                    <a:lnTo>
                      <a:pt x="702770" y="1575595"/>
                    </a:lnTo>
                    <a:lnTo>
                      <a:pt x="694061" y="1576389"/>
                    </a:lnTo>
                    <a:lnTo>
                      <a:pt x="679414" y="1577579"/>
                    </a:lnTo>
                    <a:lnTo>
                      <a:pt x="668725" y="1577976"/>
                    </a:lnTo>
                    <a:lnTo>
                      <a:pt x="665162" y="1577976"/>
                    </a:lnTo>
                    <a:lnTo>
                      <a:pt x="672288" y="1466454"/>
                    </a:lnTo>
                    <a:lnTo>
                      <a:pt x="672684" y="1464073"/>
                    </a:lnTo>
                    <a:lnTo>
                      <a:pt x="673079" y="1462485"/>
                    </a:lnTo>
                    <a:lnTo>
                      <a:pt x="673871" y="1460898"/>
                    </a:lnTo>
                    <a:lnTo>
                      <a:pt x="675059" y="1459707"/>
                    </a:lnTo>
                    <a:lnTo>
                      <a:pt x="676642" y="1458516"/>
                    </a:lnTo>
                    <a:lnTo>
                      <a:pt x="678622" y="1456929"/>
                    </a:lnTo>
                    <a:lnTo>
                      <a:pt x="682581" y="1454944"/>
                    </a:lnTo>
                    <a:lnTo>
                      <a:pt x="687727" y="1453357"/>
                    </a:lnTo>
                    <a:lnTo>
                      <a:pt x="693269" y="1452166"/>
                    </a:lnTo>
                    <a:lnTo>
                      <a:pt x="699999" y="1451373"/>
                    </a:lnTo>
                    <a:lnTo>
                      <a:pt x="706729" y="1450182"/>
                    </a:lnTo>
                    <a:lnTo>
                      <a:pt x="721772" y="1449388"/>
                    </a:lnTo>
                    <a:lnTo>
                      <a:pt x="737212" y="1448594"/>
                    </a:lnTo>
                    <a:lnTo>
                      <a:pt x="752255" y="1447801"/>
                    </a:lnTo>
                    <a:lnTo>
                      <a:pt x="759777" y="1447404"/>
                    </a:lnTo>
                    <a:lnTo>
                      <a:pt x="766506" y="1446610"/>
                    </a:lnTo>
                    <a:lnTo>
                      <a:pt x="770069" y="1446213"/>
                    </a:lnTo>
                    <a:close/>
                    <a:moveTo>
                      <a:pt x="59062" y="1431772"/>
                    </a:moveTo>
                    <a:lnTo>
                      <a:pt x="61440" y="1459148"/>
                    </a:lnTo>
                    <a:lnTo>
                      <a:pt x="192645" y="1469067"/>
                    </a:lnTo>
                    <a:lnTo>
                      <a:pt x="59062" y="1431772"/>
                    </a:lnTo>
                    <a:close/>
                    <a:moveTo>
                      <a:pt x="1076062" y="950913"/>
                    </a:moveTo>
                    <a:lnTo>
                      <a:pt x="1080032" y="951310"/>
                    </a:lnTo>
                    <a:lnTo>
                      <a:pt x="1083606" y="951707"/>
                    </a:lnTo>
                    <a:lnTo>
                      <a:pt x="1083606" y="952104"/>
                    </a:lnTo>
                    <a:lnTo>
                      <a:pt x="1084400" y="952502"/>
                    </a:lnTo>
                    <a:lnTo>
                      <a:pt x="1087974" y="954487"/>
                    </a:lnTo>
                    <a:lnTo>
                      <a:pt x="1093136" y="957267"/>
                    </a:lnTo>
                    <a:lnTo>
                      <a:pt x="1100283" y="960444"/>
                    </a:lnTo>
                    <a:lnTo>
                      <a:pt x="1093930" y="1312288"/>
                    </a:lnTo>
                    <a:lnTo>
                      <a:pt x="1134431" y="1020408"/>
                    </a:lnTo>
                    <a:lnTo>
                      <a:pt x="1128078" y="998170"/>
                    </a:lnTo>
                    <a:lnTo>
                      <a:pt x="1141975" y="972357"/>
                    </a:lnTo>
                    <a:lnTo>
                      <a:pt x="1175726" y="972754"/>
                    </a:lnTo>
                    <a:lnTo>
                      <a:pt x="1190418" y="998170"/>
                    </a:lnTo>
                    <a:lnTo>
                      <a:pt x="1182874" y="1017231"/>
                    </a:lnTo>
                    <a:lnTo>
                      <a:pt x="1177315" y="1217775"/>
                    </a:lnTo>
                    <a:lnTo>
                      <a:pt x="1165800" y="1329364"/>
                    </a:lnTo>
                    <a:lnTo>
                      <a:pt x="1283333" y="956076"/>
                    </a:lnTo>
                    <a:lnTo>
                      <a:pt x="1317084" y="953296"/>
                    </a:lnTo>
                    <a:lnTo>
                      <a:pt x="1339717" y="952104"/>
                    </a:lnTo>
                    <a:lnTo>
                      <a:pt x="1347261" y="951707"/>
                    </a:lnTo>
                    <a:lnTo>
                      <a:pt x="1351232" y="951707"/>
                    </a:lnTo>
                    <a:lnTo>
                      <a:pt x="1365129" y="954090"/>
                    </a:lnTo>
                    <a:lnTo>
                      <a:pt x="1378630" y="957664"/>
                    </a:lnTo>
                    <a:lnTo>
                      <a:pt x="1392130" y="960444"/>
                    </a:lnTo>
                    <a:lnTo>
                      <a:pt x="1405234" y="964415"/>
                    </a:lnTo>
                    <a:lnTo>
                      <a:pt x="1418337" y="967592"/>
                    </a:lnTo>
                    <a:lnTo>
                      <a:pt x="1430249" y="971960"/>
                    </a:lnTo>
                    <a:lnTo>
                      <a:pt x="1442558" y="975534"/>
                    </a:lnTo>
                    <a:lnTo>
                      <a:pt x="1454073" y="979903"/>
                    </a:lnTo>
                    <a:lnTo>
                      <a:pt x="1465191" y="984271"/>
                    </a:lnTo>
                    <a:lnTo>
                      <a:pt x="1475118" y="988242"/>
                    </a:lnTo>
                    <a:lnTo>
                      <a:pt x="1484648" y="993007"/>
                    </a:lnTo>
                    <a:lnTo>
                      <a:pt x="1493780" y="997376"/>
                    </a:lnTo>
                    <a:lnTo>
                      <a:pt x="1501722" y="1001347"/>
                    </a:lnTo>
                    <a:lnTo>
                      <a:pt x="1508869" y="1006112"/>
                    </a:lnTo>
                    <a:lnTo>
                      <a:pt x="1514825" y="1010480"/>
                    </a:lnTo>
                    <a:lnTo>
                      <a:pt x="1520384" y="1014452"/>
                    </a:lnTo>
                    <a:lnTo>
                      <a:pt x="1523164" y="1018026"/>
                    </a:lnTo>
                    <a:lnTo>
                      <a:pt x="1526737" y="1021997"/>
                    </a:lnTo>
                    <a:lnTo>
                      <a:pt x="1529517" y="1026365"/>
                    </a:lnTo>
                    <a:lnTo>
                      <a:pt x="1532693" y="1031528"/>
                    </a:lnTo>
                    <a:lnTo>
                      <a:pt x="1535473" y="1037484"/>
                    </a:lnTo>
                    <a:lnTo>
                      <a:pt x="1538252" y="1043441"/>
                    </a:lnTo>
                    <a:lnTo>
                      <a:pt x="1541429" y="1050192"/>
                    </a:lnTo>
                    <a:lnTo>
                      <a:pt x="1544208" y="1057737"/>
                    </a:lnTo>
                    <a:lnTo>
                      <a:pt x="1549370" y="1073622"/>
                    </a:lnTo>
                    <a:lnTo>
                      <a:pt x="1554532" y="1091095"/>
                    </a:lnTo>
                    <a:lnTo>
                      <a:pt x="1558900" y="1110156"/>
                    </a:lnTo>
                    <a:lnTo>
                      <a:pt x="1563665" y="1131204"/>
                    </a:lnTo>
                    <a:lnTo>
                      <a:pt x="1568033" y="1153442"/>
                    </a:lnTo>
                    <a:lnTo>
                      <a:pt x="1572003" y="1176475"/>
                    </a:lnTo>
                    <a:lnTo>
                      <a:pt x="1575577" y="1201096"/>
                    </a:lnTo>
                    <a:lnTo>
                      <a:pt x="1579151" y="1225717"/>
                    </a:lnTo>
                    <a:lnTo>
                      <a:pt x="1582327" y="1251927"/>
                    </a:lnTo>
                    <a:lnTo>
                      <a:pt x="1585107" y="1278136"/>
                    </a:lnTo>
                    <a:lnTo>
                      <a:pt x="1588283" y="1305140"/>
                    </a:lnTo>
                    <a:lnTo>
                      <a:pt x="1590666" y="1332144"/>
                    </a:lnTo>
                    <a:lnTo>
                      <a:pt x="1595034" y="1386152"/>
                    </a:lnTo>
                    <a:lnTo>
                      <a:pt x="1598210" y="1439365"/>
                    </a:lnTo>
                    <a:lnTo>
                      <a:pt x="1601387" y="1490196"/>
                    </a:lnTo>
                    <a:lnTo>
                      <a:pt x="1602975" y="1538644"/>
                    </a:lnTo>
                    <a:lnTo>
                      <a:pt x="1603769" y="1581532"/>
                    </a:lnTo>
                    <a:lnTo>
                      <a:pt x="1603769" y="1618861"/>
                    </a:lnTo>
                    <a:lnTo>
                      <a:pt x="1603372" y="1649836"/>
                    </a:lnTo>
                    <a:lnTo>
                      <a:pt x="1602975" y="1662147"/>
                    </a:lnTo>
                    <a:lnTo>
                      <a:pt x="1602181" y="1671678"/>
                    </a:lnTo>
                    <a:lnTo>
                      <a:pt x="1601784" y="1678031"/>
                    </a:lnTo>
                    <a:lnTo>
                      <a:pt x="1601784" y="1683591"/>
                    </a:lnTo>
                    <a:lnTo>
                      <a:pt x="1602578" y="1688356"/>
                    </a:lnTo>
                    <a:lnTo>
                      <a:pt x="1602975" y="1692328"/>
                    </a:lnTo>
                    <a:lnTo>
                      <a:pt x="1604166" y="1696696"/>
                    </a:lnTo>
                    <a:lnTo>
                      <a:pt x="1605357" y="1699873"/>
                    </a:lnTo>
                    <a:lnTo>
                      <a:pt x="1607740" y="1705432"/>
                    </a:lnTo>
                    <a:lnTo>
                      <a:pt x="1609328" y="1709404"/>
                    </a:lnTo>
                    <a:lnTo>
                      <a:pt x="1609725" y="1710992"/>
                    </a:lnTo>
                    <a:lnTo>
                      <a:pt x="1609725" y="1711786"/>
                    </a:lnTo>
                    <a:lnTo>
                      <a:pt x="1609328" y="1712978"/>
                    </a:lnTo>
                    <a:lnTo>
                      <a:pt x="1608534" y="1713375"/>
                    </a:lnTo>
                    <a:lnTo>
                      <a:pt x="1606549" y="1713772"/>
                    </a:lnTo>
                    <a:lnTo>
                      <a:pt x="1604166" y="1714169"/>
                    </a:lnTo>
                    <a:lnTo>
                      <a:pt x="1599798" y="1714169"/>
                    </a:lnTo>
                    <a:lnTo>
                      <a:pt x="1595431" y="1714169"/>
                    </a:lnTo>
                    <a:lnTo>
                      <a:pt x="1583916" y="1713375"/>
                    </a:lnTo>
                    <a:lnTo>
                      <a:pt x="1571209" y="1711786"/>
                    </a:lnTo>
                    <a:lnTo>
                      <a:pt x="1558106" y="1710198"/>
                    </a:lnTo>
                    <a:lnTo>
                      <a:pt x="1534679" y="1706227"/>
                    </a:lnTo>
                    <a:lnTo>
                      <a:pt x="1521178" y="1704241"/>
                    </a:lnTo>
                    <a:lnTo>
                      <a:pt x="1520384" y="1693519"/>
                    </a:lnTo>
                    <a:lnTo>
                      <a:pt x="1518002" y="1674855"/>
                    </a:lnTo>
                    <a:lnTo>
                      <a:pt x="1511649" y="1617273"/>
                    </a:lnTo>
                    <a:lnTo>
                      <a:pt x="1493383" y="1456044"/>
                    </a:lnTo>
                    <a:lnTo>
                      <a:pt x="1474324" y="1299183"/>
                    </a:lnTo>
                    <a:lnTo>
                      <a:pt x="1467177" y="1245970"/>
                    </a:lnTo>
                    <a:lnTo>
                      <a:pt x="1465191" y="1230482"/>
                    </a:lnTo>
                    <a:lnTo>
                      <a:pt x="1463603" y="1223334"/>
                    </a:lnTo>
                    <a:lnTo>
                      <a:pt x="1462412" y="1218569"/>
                    </a:lnTo>
                    <a:lnTo>
                      <a:pt x="1461221" y="1215789"/>
                    </a:lnTo>
                    <a:lnTo>
                      <a:pt x="1460029" y="1214598"/>
                    </a:lnTo>
                    <a:lnTo>
                      <a:pt x="1459632" y="1214201"/>
                    </a:lnTo>
                    <a:lnTo>
                      <a:pt x="1459235" y="1214201"/>
                    </a:lnTo>
                    <a:lnTo>
                      <a:pt x="1458441" y="1215392"/>
                    </a:lnTo>
                    <a:lnTo>
                      <a:pt x="1457250" y="1216980"/>
                    </a:lnTo>
                    <a:lnTo>
                      <a:pt x="1456456" y="1222937"/>
                    </a:lnTo>
                    <a:lnTo>
                      <a:pt x="1456059" y="1229688"/>
                    </a:lnTo>
                    <a:lnTo>
                      <a:pt x="1455662" y="1236836"/>
                    </a:lnTo>
                    <a:lnTo>
                      <a:pt x="1455662" y="1243984"/>
                    </a:lnTo>
                    <a:lnTo>
                      <a:pt x="1451691" y="1302757"/>
                    </a:lnTo>
                    <a:lnTo>
                      <a:pt x="1447323" y="1369870"/>
                    </a:lnTo>
                    <a:lnTo>
                      <a:pt x="1442955" y="1440556"/>
                    </a:lnTo>
                    <a:lnTo>
                      <a:pt x="1439779" y="1509655"/>
                    </a:lnTo>
                    <a:lnTo>
                      <a:pt x="1434220" y="1624024"/>
                    </a:lnTo>
                    <a:lnTo>
                      <a:pt x="1431837" y="1671678"/>
                    </a:lnTo>
                    <a:lnTo>
                      <a:pt x="1431837" y="1676046"/>
                    </a:lnTo>
                    <a:lnTo>
                      <a:pt x="1431440" y="1687165"/>
                    </a:lnTo>
                    <a:lnTo>
                      <a:pt x="1429852" y="1703050"/>
                    </a:lnTo>
                    <a:lnTo>
                      <a:pt x="1428661" y="1711786"/>
                    </a:lnTo>
                    <a:lnTo>
                      <a:pt x="1427470" y="1720920"/>
                    </a:lnTo>
                    <a:lnTo>
                      <a:pt x="1425484" y="1730451"/>
                    </a:lnTo>
                    <a:lnTo>
                      <a:pt x="1422705" y="1739187"/>
                    </a:lnTo>
                    <a:lnTo>
                      <a:pt x="1419925" y="1747527"/>
                    </a:lnTo>
                    <a:lnTo>
                      <a:pt x="1416352" y="1755469"/>
                    </a:lnTo>
                    <a:lnTo>
                      <a:pt x="1414366" y="1759043"/>
                    </a:lnTo>
                    <a:lnTo>
                      <a:pt x="1412381" y="1762220"/>
                    </a:lnTo>
                    <a:lnTo>
                      <a:pt x="1409998" y="1765000"/>
                    </a:lnTo>
                    <a:lnTo>
                      <a:pt x="1407616" y="1766985"/>
                    </a:lnTo>
                    <a:lnTo>
                      <a:pt x="1404836" y="1769368"/>
                    </a:lnTo>
                    <a:lnTo>
                      <a:pt x="1402057" y="1770956"/>
                    </a:lnTo>
                    <a:lnTo>
                      <a:pt x="1398880" y="1771751"/>
                    </a:lnTo>
                    <a:lnTo>
                      <a:pt x="1395307" y="1772148"/>
                    </a:lnTo>
                    <a:lnTo>
                      <a:pt x="1350041" y="2259805"/>
                    </a:lnTo>
                    <a:lnTo>
                      <a:pt x="1229728" y="2262188"/>
                    </a:lnTo>
                    <a:lnTo>
                      <a:pt x="1221398" y="1844027"/>
                    </a:lnTo>
                    <a:lnTo>
                      <a:pt x="1224169" y="1844423"/>
                    </a:lnTo>
                    <a:lnTo>
                      <a:pt x="1226949" y="1844820"/>
                    </a:lnTo>
                    <a:lnTo>
                      <a:pt x="1221390" y="1843670"/>
                    </a:lnTo>
                    <a:lnTo>
                      <a:pt x="1221390" y="1843629"/>
                    </a:lnTo>
                    <a:lnTo>
                      <a:pt x="1221192" y="1843629"/>
                    </a:lnTo>
                    <a:lnTo>
                      <a:pt x="1215434" y="1842437"/>
                    </a:lnTo>
                    <a:lnTo>
                      <a:pt x="1204316" y="1840849"/>
                    </a:lnTo>
                    <a:lnTo>
                      <a:pt x="1190021" y="1839260"/>
                    </a:lnTo>
                    <a:lnTo>
                      <a:pt x="1160638" y="2260600"/>
                    </a:lnTo>
                    <a:lnTo>
                      <a:pt x="1054620" y="2260600"/>
                    </a:lnTo>
                    <a:lnTo>
                      <a:pt x="1015310" y="1736010"/>
                    </a:lnTo>
                    <a:lnTo>
                      <a:pt x="1010942" y="1729259"/>
                    </a:lnTo>
                    <a:lnTo>
                      <a:pt x="1006574" y="1722508"/>
                    </a:lnTo>
                    <a:lnTo>
                      <a:pt x="1002604" y="1715757"/>
                    </a:lnTo>
                    <a:lnTo>
                      <a:pt x="999030" y="1708609"/>
                    </a:lnTo>
                    <a:lnTo>
                      <a:pt x="995456" y="1701461"/>
                    </a:lnTo>
                    <a:lnTo>
                      <a:pt x="992677" y="1693916"/>
                    </a:lnTo>
                    <a:lnTo>
                      <a:pt x="989500" y="1687165"/>
                    </a:lnTo>
                    <a:lnTo>
                      <a:pt x="987515" y="1679620"/>
                    </a:lnTo>
                    <a:lnTo>
                      <a:pt x="986721" y="1675649"/>
                    </a:lnTo>
                    <a:lnTo>
                      <a:pt x="982353" y="1629583"/>
                    </a:lnTo>
                    <a:lnTo>
                      <a:pt x="977985" y="1578355"/>
                    </a:lnTo>
                    <a:lnTo>
                      <a:pt x="972029" y="1512831"/>
                    </a:lnTo>
                    <a:lnTo>
                      <a:pt x="960514" y="1330555"/>
                    </a:lnTo>
                    <a:lnTo>
                      <a:pt x="955352" y="1372650"/>
                    </a:lnTo>
                    <a:lnTo>
                      <a:pt x="948602" y="1421892"/>
                    </a:lnTo>
                    <a:lnTo>
                      <a:pt x="942249" y="1462795"/>
                    </a:lnTo>
                    <a:lnTo>
                      <a:pt x="939866" y="1479871"/>
                    </a:lnTo>
                    <a:lnTo>
                      <a:pt x="938278" y="1480268"/>
                    </a:lnTo>
                    <a:lnTo>
                      <a:pt x="938675" y="1485430"/>
                    </a:lnTo>
                    <a:lnTo>
                      <a:pt x="849731" y="1541027"/>
                    </a:lnTo>
                    <a:lnTo>
                      <a:pt x="804862" y="1434997"/>
                    </a:lnTo>
                    <a:lnTo>
                      <a:pt x="915248" y="1388137"/>
                    </a:lnTo>
                    <a:lnTo>
                      <a:pt x="915248" y="1370664"/>
                    </a:lnTo>
                    <a:lnTo>
                      <a:pt x="916439" y="1352397"/>
                    </a:lnTo>
                    <a:lnTo>
                      <a:pt x="917630" y="1332541"/>
                    </a:lnTo>
                    <a:lnTo>
                      <a:pt x="919616" y="1312288"/>
                    </a:lnTo>
                    <a:lnTo>
                      <a:pt x="923586" y="1282107"/>
                    </a:lnTo>
                    <a:lnTo>
                      <a:pt x="928351" y="1250735"/>
                    </a:lnTo>
                    <a:lnTo>
                      <a:pt x="934307" y="1218569"/>
                    </a:lnTo>
                    <a:lnTo>
                      <a:pt x="941455" y="1187197"/>
                    </a:lnTo>
                    <a:lnTo>
                      <a:pt x="948999" y="1155428"/>
                    </a:lnTo>
                    <a:lnTo>
                      <a:pt x="953367" y="1139940"/>
                    </a:lnTo>
                    <a:lnTo>
                      <a:pt x="958132" y="1124453"/>
                    </a:lnTo>
                    <a:lnTo>
                      <a:pt x="962499" y="1109759"/>
                    </a:lnTo>
                    <a:lnTo>
                      <a:pt x="967661" y="1095066"/>
                    </a:lnTo>
                    <a:lnTo>
                      <a:pt x="972823" y="1080770"/>
                    </a:lnTo>
                    <a:lnTo>
                      <a:pt x="977985" y="1067268"/>
                    </a:lnTo>
                    <a:lnTo>
                      <a:pt x="983147" y="1053766"/>
                    </a:lnTo>
                    <a:lnTo>
                      <a:pt x="988706" y="1041058"/>
                    </a:lnTo>
                    <a:lnTo>
                      <a:pt x="994662" y="1028748"/>
                    </a:lnTo>
                    <a:lnTo>
                      <a:pt x="1000618" y="1017629"/>
                    </a:lnTo>
                    <a:lnTo>
                      <a:pt x="1006971" y="1006906"/>
                    </a:lnTo>
                    <a:lnTo>
                      <a:pt x="1013324" y="996979"/>
                    </a:lnTo>
                    <a:lnTo>
                      <a:pt x="1019678" y="987845"/>
                    </a:lnTo>
                    <a:lnTo>
                      <a:pt x="1026428" y="979505"/>
                    </a:lnTo>
                    <a:lnTo>
                      <a:pt x="1033178" y="972357"/>
                    </a:lnTo>
                    <a:lnTo>
                      <a:pt x="1039928" y="966004"/>
                    </a:lnTo>
                    <a:lnTo>
                      <a:pt x="1047075" y="960444"/>
                    </a:lnTo>
                    <a:lnTo>
                      <a:pt x="1050252" y="958458"/>
                    </a:lnTo>
                    <a:lnTo>
                      <a:pt x="1054223" y="956870"/>
                    </a:lnTo>
                    <a:lnTo>
                      <a:pt x="1057399" y="954884"/>
                    </a:lnTo>
                    <a:lnTo>
                      <a:pt x="1061370" y="953296"/>
                    </a:lnTo>
                    <a:lnTo>
                      <a:pt x="1064547" y="952502"/>
                    </a:lnTo>
                    <a:lnTo>
                      <a:pt x="1068517" y="951707"/>
                    </a:lnTo>
                    <a:lnTo>
                      <a:pt x="1072488" y="951310"/>
                    </a:lnTo>
                    <a:lnTo>
                      <a:pt x="1076062" y="950913"/>
                    </a:lnTo>
                    <a:close/>
                    <a:moveTo>
                      <a:pt x="460208" y="927100"/>
                    </a:moveTo>
                    <a:lnTo>
                      <a:pt x="466154" y="927100"/>
                    </a:lnTo>
                    <a:lnTo>
                      <a:pt x="472099" y="927497"/>
                    </a:lnTo>
                    <a:lnTo>
                      <a:pt x="477649" y="929084"/>
                    </a:lnTo>
                    <a:lnTo>
                      <a:pt x="483198" y="931068"/>
                    </a:lnTo>
                    <a:lnTo>
                      <a:pt x="488351" y="933845"/>
                    </a:lnTo>
                    <a:lnTo>
                      <a:pt x="493505" y="937416"/>
                    </a:lnTo>
                    <a:lnTo>
                      <a:pt x="498658" y="940987"/>
                    </a:lnTo>
                    <a:lnTo>
                      <a:pt x="503414" y="945351"/>
                    </a:lnTo>
                    <a:lnTo>
                      <a:pt x="508171" y="950509"/>
                    </a:lnTo>
                    <a:lnTo>
                      <a:pt x="512531" y="955666"/>
                    </a:lnTo>
                    <a:lnTo>
                      <a:pt x="516891" y="962015"/>
                    </a:lnTo>
                    <a:lnTo>
                      <a:pt x="520855" y="968363"/>
                    </a:lnTo>
                    <a:lnTo>
                      <a:pt x="525216" y="975504"/>
                    </a:lnTo>
                    <a:lnTo>
                      <a:pt x="528783" y="982646"/>
                    </a:lnTo>
                    <a:lnTo>
                      <a:pt x="532747" y="990581"/>
                    </a:lnTo>
                    <a:lnTo>
                      <a:pt x="535918" y="998913"/>
                    </a:lnTo>
                    <a:lnTo>
                      <a:pt x="539486" y="1007245"/>
                    </a:lnTo>
                    <a:lnTo>
                      <a:pt x="546224" y="1025495"/>
                    </a:lnTo>
                    <a:lnTo>
                      <a:pt x="552170" y="1044539"/>
                    </a:lnTo>
                    <a:lnTo>
                      <a:pt x="557720" y="1064774"/>
                    </a:lnTo>
                    <a:lnTo>
                      <a:pt x="562080" y="1086199"/>
                    </a:lnTo>
                    <a:lnTo>
                      <a:pt x="566837" y="1108020"/>
                    </a:lnTo>
                    <a:lnTo>
                      <a:pt x="570800" y="1129842"/>
                    </a:lnTo>
                    <a:lnTo>
                      <a:pt x="573972" y="1152060"/>
                    </a:lnTo>
                    <a:lnTo>
                      <a:pt x="577539" y="1175072"/>
                    </a:lnTo>
                    <a:lnTo>
                      <a:pt x="579917" y="1197290"/>
                    </a:lnTo>
                    <a:lnTo>
                      <a:pt x="582296" y="1219508"/>
                    </a:lnTo>
                    <a:lnTo>
                      <a:pt x="584674" y="1240933"/>
                    </a:lnTo>
                    <a:lnTo>
                      <a:pt x="587449" y="1282592"/>
                    </a:lnTo>
                    <a:lnTo>
                      <a:pt x="589431" y="1319887"/>
                    </a:lnTo>
                    <a:lnTo>
                      <a:pt x="591016" y="1351628"/>
                    </a:lnTo>
                    <a:lnTo>
                      <a:pt x="591016" y="1376226"/>
                    </a:lnTo>
                    <a:lnTo>
                      <a:pt x="591016" y="1392890"/>
                    </a:lnTo>
                    <a:lnTo>
                      <a:pt x="590620" y="1397651"/>
                    </a:lnTo>
                    <a:lnTo>
                      <a:pt x="589827" y="1399635"/>
                    </a:lnTo>
                    <a:lnTo>
                      <a:pt x="588242" y="1390510"/>
                    </a:lnTo>
                    <a:lnTo>
                      <a:pt x="585070" y="1366308"/>
                    </a:lnTo>
                    <a:lnTo>
                      <a:pt x="580710" y="1336551"/>
                    </a:lnTo>
                    <a:lnTo>
                      <a:pt x="577143" y="1307191"/>
                    </a:lnTo>
                    <a:lnTo>
                      <a:pt x="571197" y="1397254"/>
                    </a:lnTo>
                    <a:lnTo>
                      <a:pt x="204933" y="1299256"/>
                    </a:lnTo>
                    <a:lnTo>
                      <a:pt x="140718" y="1285370"/>
                    </a:lnTo>
                    <a:lnTo>
                      <a:pt x="569611" y="1420266"/>
                    </a:lnTo>
                    <a:lnTo>
                      <a:pt x="569215" y="1425424"/>
                    </a:lnTo>
                    <a:lnTo>
                      <a:pt x="647700" y="1454784"/>
                    </a:lnTo>
                    <a:lnTo>
                      <a:pt x="646511" y="1467083"/>
                    </a:lnTo>
                    <a:lnTo>
                      <a:pt x="644925" y="1480970"/>
                    </a:lnTo>
                    <a:lnTo>
                      <a:pt x="642150" y="1513503"/>
                    </a:lnTo>
                    <a:lnTo>
                      <a:pt x="638979" y="1548418"/>
                    </a:lnTo>
                    <a:lnTo>
                      <a:pt x="636997" y="1565478"/>
                    </a:lnTo>
                    <a:lnTo>
                      <a:pt x="634619" y="1582539"/>
                    </a:lnTo>
                    <a:lnTo>
                      <a:pt x="619160" y="1576587"/>
                    </a:lnTo>
                    <a:lnTo>
                      <a:pt x="601322" y="1570636"/>
                    </a:lnTo>
                    <a:lnTo>
                      <a:pt x="581107" y="1564288"/>
                    </a:lnTo>
                    <a:lnTo>
                      <a:pt x="559305" y="1557940"/>
                    </a:lnTo>
                    <a:lnTo>
                      <a:pt x="553359" y="1625388"/>
                    </a:lnTo>
                    <a:lnTo>
                      <a:pt x="550981" y="1651177"/>
                    </a:lnTo>
                    <a:lnTo>
                      <a:pt x="550188" y="1655542"/>
                    </a:lnTo>
                    <a:lnTo>
                      <a:pt x="547810" y="1662683"/>
                    </a:lnTo>
                    <a:lnTo>
                      <a:pt x="545035" y="1669825"/>
                    </a:lnTo>
                    <a:lnTo>
                      <a:pt x="541864" y="1676966"/>
                    </a:lnTo>
                    <a:lnTo>
                      <a:pt x="538693" y="1684108"/>
                    </a:lnTo>
                    <a:lnTo>
                      <a:pt x="534729" y="1690853"/>
                    </a:lnTo>
                    <a:lnTo>
                      <a:pt x="531161" y="1697994"/>
                    </a:lnTo>
                    <a:lnTo>
                      <a:pt x="526801" y="1704739"/>
                    </a:lnTo>
                    <a:lnTo>
                      <a:pt x="522045" y="1711484"/>
                    </a:lnTo>
                    <a:lnTo>
                      <a:pt x="483198" y="2235200"/>
                    </a:lnTo>
                    <a:lnTo>
                      <a:pt x="377362" y="2235200"/>
                    </a:lnTo>
                    <a:lnTo>
                      <a:pt x="324246" y="1818608"/>
                    </a:lnTo>
                    <a:lnTo>
                      <a:pt x="317508" y="1819401"/>
                    </a:lnTo>
                    <a:lnTo>
                      <a:pt x="310769" y="1819798"/>
                    </a:lnTo>
                    <a:lnTo>
                      <a:pt x="306409" y="1819401"/>
                    </a:lnTo>
                    <a:lnTo>
                      <a:pt x="302049" y="1819005"/>
                    </a:lnTo>
                    <a:lnTo>
                      <a:pt x="316319" y="2229646"/>
                    </a:lnTo>
                    <a:lnTo>
                      <a:pt x="188285" y="2234803"/>
                    </a:lnTo>
                    <a:lnTo>
                      <a:pt x="132790" y="1794803"/>
                    </a:lnTo>
                    <a:lnTo>
                      <a:pt x="128430" y="1793612"/>
                    </a:lnTo>
                    <a:lnTo>
                      <a:pt x="124863" y="1792025"/>
                    </a:lnTo>
                    <a:lnTo>
                      <a:pt x="120899" y="1789248"/>
                    </a:lnTo>
                    <a:lnTo>
                      <a:pt x="117728" y="1786471"/>
                    </a:lnTo>
                    <a:lnTo>
                      <a:pt x="114160" y="1783297"/>
                    </a:lnTo>
                    <a:lnTo>
                      <a:pt x="111385" y="1779329"/>
                    </a:lnTo>
                    <a:lnTo>
                      <a:pt x="108611" y="1775362"/>
                    </a:lnTo>
                    <a:lnTo>
                      <a:pt x="105836" y="1770997"/>
                    </a:lnTo>
                    <a:lnTo>
                      <a:pt x="103458" y="1766236"/>
                    </a:lnTo>
                    <a:lnTo>
                      <a:pt x="101079" y="1761078"/>
                    </a:lnTo>
                    <a:lnTo>
                      <a:pt x="97115" y="1750763"/>
                    </a:lnTo>
                    <a:lnTo>
                      <a:pt x="93151" y="1739257"/>
                    </a:lnTo>
                    <a:lnTo>
                      <a:pt x="90377" y="1727354"/>
                    </a:lnTo>
                    <a:lnTo>
                      <a:pt x="87602" y="1715848"/>
                    </a:lnTo>
                    <a:lnTo>
                      <a:pt x="85224" y="1704342"/>
                    </a:lnTo>
                    <a:lnTo>
                      <a:pt x="81656" y="1683314"/>
                    </a:lnTo>
                    <a:lnTo>
                      <a:pt x="78881" y="1666254"/>
                    </a:lnTo>
                    <a:lnTo>
                      <a:pt x="78089" y="1659906"/>
                    </a:lnTo>
                    <a:lnTo>
                      <a:pt x="76899" y="1655938"/>
                    </a:lnTo>
                    <a:lnTo>
                      <a:pt x="76503" y="1651177"/>
                    </a:lnTo>
                    <a:lnTo>
                      <a:pt x="70557" y="1587300"/>
                    </a:lnTo>
                    <a:lnTo>
                      <a:pt x="63819" y="1517074"/>
                    </a:lnTo>
                    <a:lnTo>
                      <a:pt x="56684" y="1428598"/>
                    </a:lnTo>
                    <a:lnTo>
                      <a:pt x="47567" y="1425424"/>
                    </a:lnTo>
                    <a:lnTo>
                      <a:pt x="39639" y="1421853"/>
                    </a:lnTo>
                    <a:lnTo>
                      <a:pt x="32900" y="1418679"/>
                    </a:lnTo>
                    <a:lnTo>
                      <a:pt x="27351" y="1415505"/>
                    </a:lnTo>
                    <a:lnTo>
                      <a:pt x="23387" y="1412331"/>
                    </a:lnTo>
                    <a:lnTo>
                      <a:pt x="20216" y="1409157"/>
                    </a:lnTo>
                    <a:lnTo>
                      <a:pt x="19423" y="1407967"/>
                    </a:lnTo>
                    <a:lnTo>
                      <a:pt x="18630" y="1406776"/>
                    </a:lnTo>
                    <a:lnTo>
                      <a:pt x="18234" y="1405189"/>
                    </a:lnTo>
                    <a:lnTo>
                      <a:pt x="18630" y="1403999"/>
                    </a:lnTo>
                    <a:lnTo>
                      <a:pt x="16252" y="1398445"/>
                    </a:lnTo>
                    <a:lnTo>
                      <a:pt x="13874" y="1390906"/>
                    </a:lnTo>
                    <a:lnTo>
                      <a:pt x="11892" y="1381781"/>
                    </a:lnTo>
                    <a:lnTo>
                      <a:pt x="9910" y="1371465"/>
                    </a:lnTo>
                    <a:lnTo>
                      <a:pt x="7531" y="1359166"/>
                    </a:lnTo>
                    <a:lnTo>
                      <a:pt x="5549" y="1346073"/>
                    </a:lnTo>
                    <a:lnTo>
                      <a:pt x="3964" y="1331393"/>
                    </a:lnTo>
                    <a:lnTo>
                      <a:pt x="2775" y="1315920"/>
                    </a:lnTo>
                    <a:lnTo>
                      <a:pt x="1189" y="1299256"/>
                    </a:lnTo>
                    <a:lnTo>
                      <a:pt x="396" y="1282196"/>
                    </a:lnTo>
                    <a:lnTo>
                      <a:pt x="0" y="1263945"/>
                    </a:lnTo>
                    <a:lnTo>
                      <a:pt x="396" y="1245297"/>
                    </a:lnTo>
                    <a:lnTo>
                      <a:pt x="793" y="1226253"/>
                    </a:lnTo>
                    <a:lnTo>
                      <a:pt x="2378" y="1206812"/>
                    </a:lnTo>
                    <a:lnTo>
                      <a:pt x="4360" y="1187371"/>
                    </a:lnTo>
                    <a:lnTo>
                      <a:pt x="6739" y="1167533"/>
                    </a:lnTo>
                    <a:lnTo>
                      <a:pt x="10306" y="1147696"/>
                    </a:lnTo>
                    <a:lnTo>
                      <a:pt x="14270" y="1127858"/>
                    </a:lnTo>
                    <a:lnTo>
                      <a:pt x="19423" y="1108417"/>
                    </a:lnTo>
                    <a:lnTo>
                      <a:pt x="22594" y="1098498"/>
                    </a:lnTo>
                    <a:lnTo>
                      <a:pt x="25369" y="1088976"/>
                    </a:lnTo>
                    <a:lnTo>
                      <a:pt x="28540" y="1079851"/>
                    </a:lnTo>
                    <a:lnTo>
                      <a:pt x="32504" y="1070329"/>
                    </a:lnTo>
                    <a:lnTo>
                      <a:pt x="36468" y="1061203"/>
                    </a:lnTo>
                    <a:lnTo>
                      <a:pt x="40035" y="1052475"/>
                    </a:lnTo>
                    <a:lnTo>
                      <a:pt x="44792" y="1043349"/>
                    </a:lnTo>
                    <a:lnTo>
                      <a:pt x="49549" y="1034621"/>
                    </a:lnTo>
                    <a:lnTo>
                      <a:pt x="53909" y="1026289"/>
                    </a:lnTo>
                    <a:lnTo>
                      <a:pt x="59458" y="1018354"/>
                    </a:lnTo>
                    <a:lnTo>
                      <a:pt x="65008" y="1010022"/>
                    </a:lnTo>
                    <a:lnTo>
                      <a:pt x="70557" y="1002087"/>
                    </a:lnTo>
                    <a:lnTo>
                      <a:pt x="76899" y="994548"/>
                    </a:lnTo>
                    <a:lnTo>
                      <a:pt x="83242" y="987407"/>
                    </a:lnTo>
                    <a:lnTo>
                      <a:pt x="89980" y="980662"/>
                    </a:lnTo>
                    <a:lnTo>
                      <a:pt x="97115" y="973917"/>
                    </a:lnTo>
                    <a:lnTo>
                      <a:pt x="104250" y="967569"/>
                    </a:lnTo>
                    <a:lnTo>
                      <a:pt x="112178" y="961618"/>
                    </a:lnTo>
                    <a:lnTo>
                      <a:pt x="120106" y="956063"/>
                    </a:lnTo>
                    <a:lnTo>
                      <a:pt x="128430" y="950905"/>
                    </a:lnTo>
                    <a:lnTo>
                      <a:pt x="137547" y="946144"/>
                    </a:lnTo>
                    <a:lnTo>
                      <a:pt x="146664" y="941383"/>
                    </a:lnTo>
                    <a:lnTo>
                      <a:pt x="155781" y="937416"/>
                    </a:lnTo>
                    <a:lnTo>
                      <a:pt x="166087" y="933845"/>
                    </a:lnTo>
                    <a:lnTo>
                      <a:pt x="175997" y="930671"/>
                    </a:lnTo>
                    <a:lnTo>
                      <a:pt x="187096" y="927894"/>
                    </a:lnTo>
                    <a:lnTo>
                      <a:pt x="190663" y="927497"/>
                    </a:lnTo>
                    <a:lnTo>
                      <a:pt x="198591" y="927894"/>
                    </a:lnTo>
                    <a:lnTo>
                      <a:pt x="221185" y="929084"/>
                    </a:lnTo>
                    <a:lnTo>
                      <a:pt x="254878" y="931861"/>
                    </a:lnTo>
                    <a:lnTo>
                      <a:pt x="371813" y="1304811"/>
                    </a:lnTo>
                    <a:lnTo>
                      <a:pt x="360714" y="1193322"/>
                    </a:lnTo>
                    <a:lnTo>
                      <a:pt x="355165" y="993358"/>
                    </a:lnTo>
                    <a:lnTo>
                      <a:pt x="347633" y="973917"/>
                    </a:lnTo>
                    <a:lnTo>
                      <a:pt x="362300" y="948525"/>
                    </a:lnTo>
                    <a:lnTo>
                      <a:pt x="395993" y="948525"/>
                    </a:lnTo>
                    <a:lnTo>
                      <a:pt x="409866" y="973917"/>
                    </a:lnTo>
                    <a:lnTo>
                      <a:pt x="403524" y="996532"/>
                    </a:lnTo>
                    <a:lnTo>
                      <a:pt x="443956" y="1288147"/>
                    </a:lnTo>
                    <a:lnTo>
                      <a:pt x="437614" y="937019"/>
                    </a:lnTo>
                    <a:lnTo>
                      <a:pt x="444749" y="933448"/>
                    </a:lnTo>
                    <a:lnTo>
                      <a:pt x="449902" y="930671"/>
                    </a:lnTo>
                    <a:lnTo>
                      <a:pt x="453073" y="928687"/>
                    </a:lnTo>
                    <a:lnTo>
                      <a:pt x="453866" y="927894"/>
                    </a:lnTo>
                    <a:lnTo>
                      <a:pt x="460208" y="927100"/>
                    </a:lnTo>
                    <a:close/>
                    <a:moveTo>
                      <a:pt x="1383083" y="640160"/>
                    </a:moveTo>
                    <a:lnTo>
                      <a:pt x="1382686" y="644922"/>
                    </a:lnTo>
                    <a:lnTo>
                      <a:pt x="1384275" y="651669"/>
                    </a:lnTo>
                    <a:lnTo>
                      <a:pt x="1385070" y="658813"/>
                    </a:lnTo>
                    <a:lnTo>
                      <a:pt x="1385467" y="666750"/>
                    </a:lnTo>
                    <a:lnTo>
                      <a:pt x="1385864" y="674688"/>
                    </a:lnTo>
                    <a:lnTo>
                      <a:pt x="1386262" y="674688"/>
                    </a:lnTo>
                    <a:lnTo>
                      <a:pt x="1385467" y="660797"/>
                    </a:lnTo>
                    <a:lnTo>
                      <a:pt x="1383083" y="640160"/>
                    </a:lnTo>
                    <a:close/>
                    <a:moveTo>
                      <a:pt x="153566" y="634207"/>
                    </a:moveTo>
                    <a:lnTo>
                      <a:pt x="152376" y="649288"/>
                    </a:lnTo>
                    <a:lnTo>
                      <a:pt x="152773" y="649685"/>
                    </a:lnTo>
                    <a:lnTo>
                      <a:pt x="153566" y="634207"/>
                    </a:lnTo>
                    <a:close/>
                    <a:moveTo>
                      <a:pt x="155152" y="615157"/>
                    </a:moveTo>
                    <a:lnTo>
                      <a:pt x="153566" y="633810"/>
                    </a:lnTo>
                    <a:lnTo>
                      <a:pt x="154359" y="626666"/>
                    </a:lnTo>
                    <a:lnTo>
                      <a:pt x="155548" y="619919"/>
                    </a:lnTo>
                    <a:lnTo>
                      <a:pt x="155152" y="615157"/>
                    </a:lnTo>
                    <a:close/>
                    <a:moveTo>
                      <a:pt x="1356862" y="559594"/>
                    </a:moveTo>
                    <a:lnTo>
                      <a:pt x="1359643" y="561578"/>
                    </a:lnTo>
                    <a:lnTo>
                      <a:pt x="1362424" y="563960"/>
                    </a:lnTo>
                    <a:lnTo>
                      <a:pt x="1367589" y="569516"/>
                    </a:lnTo>
                    <a:lnTo>
                      <a:pt x="1365205" y="565547"/>
                    </a:lnTo>
                    <a:lnTo>
                      <a:pt x="1362424" y="562372"/>
                    </a:lnTo>
                    <a:lnTo>
                      <a:pt x="1361232" y="561181"/>
                    </a:lnTo>
                    <a:lnTo>
                      <a:pt x="1359643" y="560388"/>
                    </a:lnTo>
                    <a:lnTo>
                      <a:pt x="1358451" y="559991"/>
                    </a:lnTo>
                    <a:lnTo>
                      <a:pt x="1356862" y="559594"/>
                    </a:lnTo>
                    <a:close/>
                    <a:moveTo>
                      <a:pt x="180128" y="534591"/>
                    </a:moveTo>
                    <a:lnTo>
                      <a:pt x="178939" y="535385"/>
                    </a:lnTo>
                    <a:lnTo>
                      <a:pt x="176956" y="536178"/>
                    </a:lnTo>
                    <a:lnTo>
                      <a:pt x="175767" y="536972"/>
                    </a:lnTo>
                    <a:lnTo>
                      <a:pt x="173388" y="540544"/>
                    </a:lnTo>
                    <a:lnTo>
                      <a:pt x="170613" y="544513"/>
                    </a:lnTo>
                    <a:lnTo>
                      <a:pt x="175767" y="539353"/>
                    </a:lnTo>
                    <a:lnTo>
                      <a:pt x="178939" y="536575"/>
                    </a:lnTo>
                    <a:lnTo>
                      <a:pt x="181714" y="534591"/>
                    </a:lnTo>
                    <a:lnTo>
                      <a:pt x="180128" y="534591"/>
                    </a:lnTo>
                    <a:close/>
                    <a:moveTo>
                      <a:pt x="1221780" y="479425"/>
                    </a:moveTo>
                    <a:lnTo>
                      <a:pt x="1236480" y="479425"/>
                    </a:lnTo>
                    <a:lnTo>
                      <a:pt x="1251578" y="480219"/>
                    </a:lnTo>
                    <a:lnTo>
                      <a:pt x="1267072" y="481806"/>
                    </a:lnTo>
                    <a:lnTo>
                      <a:pt x="1282964" y="484585"/>
                    </a:lnTo>
                    <a:lnTo>
                      <a:pt x="1299253" y="488156"/>
                    </a:lnTo>
                    <a:lnTo>
                      <a:pt x="1315940" y="492919"/>
                    </a:lnTo>
                    <a:lnTo>
                      <a:pt x="1323886" y="495300"/>
                    </a:lnTo>
                    <a:lnTo>
                      <a:pt x="1332229" y="498872"/>
                    </a:lnTo>
                    <a:lnTo>
                      <a:pt x="1340970" y="502047"/>
                    </a:lnTo>
                    <a:lnTo>
                      <a:pt x="1349710" y="505619"/>
                    </a:lnTo>
                    <a:lnTo>
                      <a:pt x="1358054" y="509588"/>
                    </a:lnTo>
                    <a:lnTo>
                      <a:pt x="1366794" y="513953"/>
                    </a:lnTo>
                    <a:lnTo>
                      <a:pt x="1368383" y="515144"/>
                    </a:lnTo>
                    <a:lnTo>
                      <a:pt x="1370370" y="516731"/>
                    </a:lnTo>
                    <a:lnTo>
                      <a:pt x="1374343" y="521494"/>
                    </a:lnTo>
                    <a:lnTo>
                      <a:pt x="1378713" y="527844"/>
                    </a:lnTo>
                    <a:lnTo>
                      <a:pt x="1383878" y="536178"/>
                    </a:lnTo>
                    <a:lnTo>
                      <a:pt x="1388646" y="545703"/>
                    </a:lnTo>
                    <a:lnTo>
                      <a:pt x="1393413" y="556022"/>
                    </a:lnTo>
                    <a:lnTo>
                      <a:pt x="1397783" y="567928"/>
                    </a:lnTo>
                    <a:lnTo>
                      <a:pt x="1401756" y="580231"/>
                    </a:lnTo>
                    <a:lnTo>
                      <a:pt x="1404935" y="592931"/>
                    </a:lnTo>
                    <a:lnTo>
                      <a:pt x="1406127" y="599282"/>
                    </a:lnTo>
                    <a:lnTo>
                      <a:pt x="1407319" y="605632"/>
                    </a:lnTo>
                    <a:lnTo>
                      <a:pt x="1407716" y="612378"/>
                    </a:lnTo>
                    <a:lnTo>
                      <a:pt x="1408113" y="618728"/>
                    </a:lnTo>
                    <a:lnTo>
                      <a:pt x="1408113" y="624682"/>
                    </a:lnTo>
                    <a:lnTo>
                      <a:pt x="1408113" y="631032"/>
                    </a:lnTo>
                    <a:lnTo>
                      <a:pt x="1407319" y="637382"/>
                    </a:lnTo>
                    <a:lnTo>
                      <a:pt x="1406524" y="643335"/>
                    </a:lnTo>
                    <a:lnTo>
                      <a:pt x="1404935" y="649288"/>
                    </a:lnTo>
                    <a:lnTo>
                      <a:pt x="1402551" y="654844"/>
                    </a:lnTo>
                    <a:lnTo>
                      <a:pt x="1400167" y="660400"/>
                    </a:lnTo>
                    <a:lnTo>
                      <a:pt x="1397386" y="665163"/>
                    </a:lnTo>
                    <a:lnTo>
                      <a:pt x="1393810" y="670322"/>
                    </a:lnTo>
                    <a:lnTo>
                      <a:pt x="1389440" y="675085"/>
                    </a:lnTo>
                    <a:lnTo>
                      <a:pt x="1391427" y="675878"/>
                    </a:lnTo>
                    <a:lnTo>
                      <a:pt x="1392619" y="677466"/>
                    </a:lnTo>
                    <a:lnTo>
                      <a:pt x="1393413" y="679053"/>
                    </a:lnTo>
                    <a:lnTo>
                      <a:pt x="1394605" y="681832"/>
                    </a:lnTo>
                    <a:lnTo>
                      <a:pt x="1396591" y="687785"/>
                    </a:lnTo>
                    <a:lnTo>
                      <a:pt x="1398975" y="694928"/>
                    </a:lnTo>
                    <a:lnTo>
                      <a:pt x="1400167" y="703263"/>
                    </a:lnTo>
                    <a:lnTo>
                      <a:pt x="1401359" y="712788"/>
                    </a:lnTo>
                    <a:lnTo>
                      <a:pt x="1402154" y="723107"/>
                    </a:lnTo>
                    <a:lnTo>
                      <a:pt x="1402154" y="734616"/>
                    </a:lnTo>
                    <a:lnTo>
                      <a:pt x="1402154" y="746125"/>
                    </a:lnTo>
                    <a:lnTo>
                      <a:pt x="1401359" y="757635"/>
                    </a:lnTo>
                    <a:lnTo>
                      <a:pt x="1399770" y="768350"/>
                    </a:lnTo>
                    <a:lnTo>
                      <a:pt x="1398181" y="777082"/>
                    </a:lnTo>
                    <a:lnTo>
                      <a:pt x="1395797" y="784225"/>
                    </a:lnTo>
                    <a:lnTo>
                      <a:pt x="1394605" y="787004"/>
                    </a:lnTo>
                    <a:lnTo>
                      <a:pt x="1393413" y="789782"/>
                    </a:lnTo>
                    <a:lnTo>
                      <a:pt x="1392221" y="791766"/>
                    </a:lnTo>
                    <a:lnTo>
                      <a:pt x="1390632" y="793354"/>
                    </a:lnTo>
                    <a:lnTo>
                      <a:pt x="1389043" y="794147"/>
                    </a:lnTo>
                    <a:lnTo>
                      <a:pt x="1387454" y="794941"/>
                    </a:lnTo>
                    <a:lnTo>
                      <a:pt x="1386262" y="794147"/>
                    </a:lnTo>
                    <a:lnTo>
                      <a:pt x="1385070" y="793354"/>
                    </a:lnTo>
                    <a:lnTo>
                      <a:pt x="1383878" y="792163"/>
                    </a:lnTo>
                    <a:lnTo>
                      <a:pt x="1382289" y="790575"/>
                    </a:lnTo>
                    <a:lnTo>
                      <a:pt x="1379905" y="785813"/>
                    </a:lnTo>
                    <a:lnTo>
                      <a:pt x="1377918" y="779463"/>
                    </a:lnTo>
                    <a:lnTo>
                      <a:pt x="1375137" y="788988"/>
                    </a:lnTo>
                    <a:lnTo>
                      <a:pt x="1372356" y="798116"/>
                    </a:lnTo>
                    <a:lnTo>
                      <a:pt x="1368781" y="807244"/>
                    </a:lnTo>
                    <a:lnTo>
                      <a:pt x="1365602" y="816372"/>
                    </a:lnTo>
                    <a:lnTo>
                      <a:pt x="1361232" y="825104"/>
                    </a:lnTo>
                    <a:lnTo>
                      <a:pt x="1357259" y="833438"/>
                    </a:lnTo>
                    <a:lnTo>
                      <a:pt x="1352889" y="842169"/>
                    </a:lnTo>
                    <a:lnTo>
                      <a:pt x="1348121" y="850504"/>
                    </a:lnTo>
                    <a:lnTo>
                      <a:pt x="1343354" y="858044"/>
                    </a:lnTo>
                    <a:lnTo>
                      <a:pt x="1338189" y="865585"/>
                    </a:lnTo>
                    <a:lnTo>
                      <a:pt x="1333024" y="873126"/>
                    </a:lnTo>
                    <a:lnTo>
                      <a:pt x="1327462" y="880269"/>
                    </a:lnTo>
                    <a:lnTo>
                      <a:pt x="1321899" y="887413"/>
                    </a:lnTo>
                    <a:lnTo>
                      <a:pt x="1316337" y="893763"/>
                    </a:lnTo>
                    <a:lnTo>
                      <a:pt x="1310378" y="900113"/>
                    </a:lnTo>
                    <a:lnTo>
                      <a:pt x="1304418" y="906463"/>
                    </a:lnTo>
                    <a:lnTo>
                      <a:pt x="1298459" y="912416"/>
                    </a:lnTo>
                    <a:lnTo>
                      <a:pt x="1292499" y="917972"/>
                    </a:lnTo>
                    <a:lnTo>
                      <a:pt x="1286540" y="922735"/>
                    </a:lnTo>
                    <a:lnTo>
                      <a:pt x="1280183" y="927497"/>
                    </a:lnTo>
                    <a:lnTo>
                      <a:pt x="1274224" y="932260"/>
                    </a:lnTo>
                    <a:lnTo>
                      <a:pt x="1268661" y="936229"/>
                    </a:lnTo>
                    <a:lnTo>
                      <a:pt x="1262702" y="940197"/>
                    </a:lnTo>
                    <a:lnTo>
                      <a:pt x="1256743" y="943769"/>
                    </a:lnTo>
                    <a:lnTo>
                      <a:pt x="1250783" y="946548"/>
                    </a:lnTo>
                    <a:lnTo>
                      <a:pt x="1245221" y="949326"/>
                    </a:lnTo>
                    <a:lnTo>
                      <a:pt x="1239261" y="951707"/>
                    </a:lnTo>
                    <a:lnTo>
                      <a:pt x="1233699" y="953691"/>
                    </a:lnTo>
                    <a:lnTo>
                      <a:pt x="1228932" y="954882"/>
                    </a:lnTo>
                    <a:lnTo>
                      <a:pt x="1223767" y="956073"/>
                    </a:lnTo>
                    <a:lnTo>
                      <a:pt x="1218602" y="956469"/>
                    </a:lnTo>
                    <a:lnTo>
                      <a:pt x="1214232" y="957263"/>
                    </a:lnTo>
                    <a:lnTo>
                      <a:pt x="1208272" y="956469"/>
                    </a:lnTo>
                    <a:lnTo>
                      <a:pt x="1202313" y="956073"/>
                    </a:lnTo>
                    <a:lnTo>
                      <a:pt x="1195956" y="954882"/>
                    </a:lnTo>
                    <a:lnTo>
                      <a:pt x="1189996" y="953691"/>
                    </a:lnTo>
                    <a:lnTo>
                      <a:pt x="1183640" y="952104"/>
                    </a:lnTo>
                    <a:lnTo>
                      <a:pt x="1177283" y="949326"/>
                    </a:lnTo>
                    <a:lnTo>
                      <a:pt x="1171323" y="946944"/>
                    </a:lnTo>
                    <a:lnTo>
                      <a:pt x="1164967" y="944166"/>
                    </a:lnTo>
                    <a:lnTo>
                      <a:pt x="1158610" y="940594"/>
                    </a:lnTo>
                    <a:lnTo>
                      <a:pt x="1152253" y="937419"/>
                    </a:lnTo>
                    <a:lnTo>
                      <a:pt x="1146294" y="933054"/>
                    </a:lnTo>
                    <a:lnTo>
                      <a:pt x="1140334" y="928291"/>
                    </a:lnTo>
                    <a:lnTo>
                      <a:pt x="1133977" y="923926"/>
                    </a:lnTo>
                    <a:lnTo>
                      <a:pt x="1128018" y="918766"/>
                    </a:lnTo>
                    <a:lnTo>
                      <a:pt x="1122058" y="913210"/>
                    </a:lnTo>
                    <a:lnTo>
                      <a:pt x="1116099" y="907257"/>
                    </a:lnTo>
                    <a:lnTo>
                      <a:pt x="1110537" y="901304"/>
                    </a:lnTo>
                    <a:lnTo>
                      <a:pt x="1104975" y="894557"/>
                    </a:lnTo>
                    <a:lnTo>
                      <a:pt x="1099810" y="887810"/>
                    </a:lnTo>
                    <a:lnTo>
                      <a:pt x="1094645" y="880666"/>
                    </a:lnTo>
                    <a:lnTo>
                      <a:pt x="1089877" y="873522"/>
                    </a:lnTo>
                    <a:lnTo>
                      <a:pt x="1085507" y="865585"/>
                    </a:lnTo>
                    <a:lnTo>
                      <a:pt x="1080739" y="857647"/>
                    </a:lnTo>
                    <a:lnTo>
                      <a:pt x="1076766" y="849313"/>
                    </a:lnTo>
                    <a:lnTo>
                      <a:pt x="1072793" y="840582"/>
                    </a:lnTo>
                    <a:lnTo>
                      <a:pt x="1069218" y="831851"/>
                    </a:lnTo>
                    <a:lnTo>
                      <a:pt x="1066039" y="822722"/>
                    </a:lnTo>
                    <a:lnTo>
                      <a:pt x="1063258" y="813197"/>
                    </a:lnTo>
                    <a:lnTo>
                      <a:pt x="1060875" y="803672"/>
                    </a:lnTo>
                    <a:lnTo>
                      <a:pt x="1058491" y="793354"/>
                    </a:lnTo>
                    <a:lnTo>
                      <a:pt x="1056504" y="783432"/>
                    </a:lnTo>
                    <a:lnTo>
                      <a:pt x="1055312" y="772716"/>
                    </a:lnTo>
                    <a:lnTo>
                      <a:pt x="1054915" y="773113"/>
                    </a:lnTo>
                    <a:lnTo>
                      <a:pt x="1054518" y="773113"/>
                    </a:lnTo>
                    <a:lnTo>
                      <a:pt x="1053723" y="771525"/>
                    </a:lnTo>
                    <a:lnTo>
                      <a:pt x="1052929" y="767954"/>
                    </a:lnTo>
                    <a:lnTo>
                      <a:pt x="1051737" y="762000"/>
                    </a:lnTo>
                    <a:lnTo>
                      <a:pt x="1048558" y="745729"/>
                    </a:lnTo>
                    <a:lnTo>
                      <a:pt x="1046174" y="726282"/>
                    </a:lnTo>
                    <a:lnTo>
                      <a:pt x="1043393" y="706041"/>
                    </a:lnTo>
                    <a:lnTo>
                      <a:pt x="1042201" y="688578"/>
                    </a:lnTo>
                    <a:lnTo>
                      <a:pt x="1042201" y="681435"/>
                    </a:lnTo>
                    <a:lnTo>
                      <a:pt x="1042599" y="675878"/>
                    </a:lnTo>
                    <a:lnTo>
                      <a:pt x="1043393" y="672307"/>
                    </a:lnTo>
                    <a:lnTo>
                      <a:pt x="1043791" y="671116"/>
                    </a:lnTo>
                    <a:lnTo>
                      <a:pt x="1044585" y="671116"/>
                    </a:lnTo>
                    <a:lnTo>
                      <a:pt x="1045777" y="671116"/>
                    </a:lnTo>
                    <a:lnTo>
                      <a:pt x="1046969" y="671910"/>
                    </a:lnTo>
                    <a:lnTo>
                      <a:pt x="1048956" y="674291"/>
                    </a:lnTo>
                    <a:lnTo>
                      <a:pt x="1048558" y="662385"/>
                    </a:lnTo>
                    <a:lnTo>
                      <a:pt x="1048161" y="649685"/>
                    </a:lnTo>
                    <a:lnTo>
                      <a:pt x="1048558" y="636588"/>
                    </a:lnTo>
                    <a:lnTo>
                      <a:pt x="1050147" y="622697"/>
                    </a:lnTo>
                    <a:lnTo>
                      <a:pt x="1052929" y="624682"/>
                    </a:lnTo>
                    <a:lnTo>
                      <a:pt x="1055710" y="626666"/>
                    </a:lnTo>
                    <a:lnTo>
                      <a:pt x="1058888" y="627857"/>
                    </a:lnTo>
                    <a:lnTo>
                      <a:pt x="1061669" y="629047"/>
                    </a:lnTo>
                    <a:lnTo>
                      <a:pt x="1065245" y="629841"/>
                    </a:lnTo>
                    <a:lnTo>
                      <a:pt x="1068423" y="630238"/>
                    </a:lnTo>
                    <a:lnTo>
                      <a:pt x="1075575" y="630635"/>
                    </a:lnTo>
                    <a:lnTo>
                      <a:pt x="1082726" y="630238"/>
                    </a:lnTo>
                    <a:lnTo>
                      <a:pt x="1090672" y="629047"/>
                    </a:lnTo>
                    <a:lnTo>
                      <a:pt x="1099412" y="627063"/>
                    </a:lnTo>
                    <a:lnTo>
                      <a:pt x="1108153" y="623888"/>
                    </a:lnTo>
                    <a:lnTo>
                      <a:pt x="1116894" y="621110"/>
                    </a:lnTo>
                    <a:lnTo>
                      <a:pt x="1126429" y="617141"/>
                    </a:lnTo>
                    <a:lnTo>
                      <a:pt x="1146294" y="608410"/>
                    </a:lnTo>
                    <a:lnTo>
                      <a:pt x="1187613" y="588169"/>
                    </a:lnTo>
                    <a:lnTo>
                      <a:pt x="1176886" y="592535"/>
                    </a:lnTo>
                    <a:lnTo>
                      <a:pt x="1167350" y="597297"/>
                    </a:lnTo>
                    <a:lnTo>
                      <a:pt x="1158213" y="601663"/>
                    </a:lnTo>
                    <a:lnTo>
                      <a:pt x="1149869" y="605235"/>
                    </a:lnTo>
                    <a:lnTo>
                      <a:pt x="1141923" y="607616"/>
                    </a:lnTo>
                    <a:lnTo>
                      <a:pt x="1134375" y="609203"/>
                    </a:lnTo>
                    <a:lnTo>
                      <a:pt x="1126826" y="610394"/>
                    </a:lnTo>
                    <a:lnTo>
                      <a:pt x="1120072" y="611188"/>
                    </a:lnTo>
                    <a:lnTo>
                      <a:pt x="1113318" y="611188"/>
                    </a:lnTo>
                    <a:lnTo>
                      <a:pt x="1106564" y="610791"/>
                    </a:lnTo>
                    <a:lnTo>
                      <a:pt x="1100604" y="609600"/>
                    </a:lnTo>
                    <a:lnTo>
                      <a:pt x="1094645" y="608410"/>
                    </a:lnTo>
                    <a:lnTo>
                      <a:pt x="1089083" y="606822"/>
                    </a:lnTo>
                    <a:lnTo>
                      <a:pt x="1083521" y="604044"/>
                    </a:lnTo>
                    <a:lnTo>
                      <a:pt x="1079150" y="601663"/>
                    </a:lnTo>
                    <a:lnTo>
                      <a:pt x="1073985" y="599282"/>
                    </a:lnTo>
                    <a:lnTo>
                      <a:pt x="1069615" y="596107"/>
                    </a:lnTo>
                    <a:lnTo>
                      <a:pt x="1065642" y="592931"/>
                    </a:lnTo>
                    <a:lnTo>
                      <a:pt x="1061669" y="589360"/>
                    </a:lnTo>
                    <a:lnTo>
                      <a:pt x="1058491" y="586185"/>
                    </a:lnTo>
                    <a:lnTo>
                      <a:pt x="1052134" y="579041"/>
                    </a:lnTo>
                    <a:lnTo>
                      <a:pt x="1046572" y="572294"/>
                    </a:lnTo>
                    <a:lnTo>
                      <a:pt x="1042201" y="565944"/>
                    </a:lnTo>
                    <a:lnTo>
                      <a:pt x="1039023" y="560388"/>
                    </a:lnTo>
                    <a:lnTo>
                      <a:pt x="1036639" y="555625"/>
                    </a:lnTo>
                    <a:lnTo>
                      <a:pt x="1035050" y="552053"/>
                    </a:lnTo>
                    <a:lnTo>
                      <a:pt x="1041407" y="546497"/>
                    </a:lnTo>
                    <a:lnTo>
                      <a:pt x="1049353" y="540147"/>
                    </a:lnTo>
                    <a:lnTo>
                      <a:pt x="1060477" y="532606"/>
                    </a:lnTo>
                    <a:lnTo>
                      <a:pt x="1074383" y="523478"/>
                    </a:lnTo>
                    <a:lnTo>
                      <a:pt x="1082329" y="519113"/>
                    </a:lnTo>
                    <a:lnTo>
                      <a:pt x="1090672" y="514350"/>
                    </a:lnTo>
                    <a:lnTo>
                      <a:pt x="1100207" y="509588"/>
                    </a:lnTo>
                    <a:lnTo>
                      <a:pt x="1109742" y="505619"/>
                    </a:lnTo>
                    <a:lnTo>
                      <a:pt x="1120072" y="500856"/>
                    </a:lnTo>
                    <a:lnTo>
                      <a:pt x="1130799" y="496888"/>
                    </a:lnTo>
                    <a:lnTo>
                      <a:pt x="1142321" y="492919"/>
                    </a:lnTo>
                    <a:lnTo>
                      <a:pt x="1154637" y="489347"/>
                    </a:lnTo>
                    <a:lnTo>
                      <a:pt x="1166953" y="486172"/>
                    </a:lnTo>
                    <a:lnTo>
                      <a:pt x="1179667" y="483791"/>
                    </a:lnTo>
                    <a:lnTo>
                      <a:pt x="1193175" y="481410"/>
                    </a:lnTo>
                    <a:lnTo>
                      <a:pt x="1207478" y="480219"/>
                    </a:lnTo>
                    <a:lnTo>
                      <a:pt x="1221780" y="479425"/>
                    </a:lnTo>
                    <a:close/>
                    <a:moveTo>
                      <a:pt x="301839" y="454025"/>
                    </a:moveTo>
                    <a:lnTo>
                      <a:pt x="316508" y="454422"/>
                    </a:lnTo>
                    <a:lnTo>
                      <a:pt x="330781" y="454819"/>
                    </a:lnTo>
                    <a:lnTo>
                      <a:pt x="344656" y="456803"/>
                    </a:lnTo>
                    <a:lnTo>
                      <a:pt x="358136" y="458788"/>
                    </a:lnTo>
                    <a:lnTo>
                      <a:pt x="371219" y="461169"/>
                    </a:lnTo>
                    <a:lnTo>
                      <a:pt x="383509" y="464344"/>
                    </a:lnTo>
                    <a:lnTo>
                      <a:pt x="395799" y="467916"/>
                    </a:lnTo>
                    <a:lnTo>
                      <a:pt x="406900" y="471885"/>
                    </a:lnTo>
                    <a:lnTo>
                      <a:pt x="418000" y="475853"/>
                    </a:lnTo>
                    <a:lnTo>
                      <a:pt x="428308" y="480219"/>
                    </a:lnTo>
                    <a:lnTo>
                      <a:pt x="437823" y="484981"/>
                    </a:lnTo>
                    <a:lnTo>
                      <a:pt x="446941" y="489347"/>
                    </a:lnTo>
                    <a:lnTo>
                      <a:pt x="455663" y="494110"/>
                    </a:lnTo>
                    <a:lnTo>
                      <a:pt x="463593" y="498872"/>
                    </a:lnTo>
                    <a:lnTo>
                      <a:pt x="477468" y="507206"/>
                    </a:lnTo>
                    <a:lnTo>
                      <a:pt x="488173" y="515144"/>
                    </a:lnTo>
                    <a:lnTo>
                      <a:pt x="496498" y="521097"/>
                    </a:lnTo>
                    <a:lnTo>
                      <a:pt x="503238" y="527050"/>
                    </a:lnTo>
                    <a:lnTo>
                      <a:pt x="500859" y="531019"/>
                    </a:lnTo>
                    <a:lnTo>
                      <a:pt x="498877" y="534988"/>
                    </a:lnTo>
                    <a:lnTo>
                      <a:pt x="495309" y="540941"/>
                    </a:lnTo>
                    <a:lnTo>
                      <a:pt x="491344" y="547291"/>
                    </a:lnTo>
                    <a:lnTo>
                      <a:pt x="485794" y="554038"/>
                    </a:lnTo>
                    <a:lnTo>
                      <a:pt x="479451" y="561181"/>
                    </a:lnTo>
                    <a:lnTo>
                      <a:pt x="476279" y="564753"/>
                    </a:lnTo>
                    <a:lnTo>
                      <a:pt x="472315" y="567928"/>
                    </a:lnTo>
                    <a:lnTo>
                      <a:pt x="467954" y="570707"/>
                    </a:lnTo>
                    <a:lnTo>
                      <a:pt x="463989" y="573882"/>
                    </a:lnTo>
                    <a:lnTo>
                      <a:pt x="459232" y="576660"/>
                    </a:lnTo>
                    <a:lnTo>
                      <a:pt x="454078" y="579438"/>
                    </a:lnTo>
                    <a:lnTo>
                      <a:pt x="448924" y="581422"/>
                    </a:lnTo>
                    <a:lnTo>
                      <a:pt x="443373" y="583010"/>
                    </a:lnTo>
                    <a:lnTo>
                      <a:pt x="437427" y="584994"/>
                    </a:lnTo>
                    <a:lnTo>
                      <a:pt x="431480" y="585788"/>
                    </a:lnTo>
                    <a:lnTo>
                      <a:pt x="424740" y="586185"/>
                    </a:lnTo>
                    <a:lnTo>
                      <a:pt x="418000" y="586185"/>
                    </a:lnTo>
                    <a:lnTo>
                      <a:pt x="411261" y="585788"/>
                    </a:lnTo>
                    <a:lnTo>
                      <a:pt x="403728" y="584200"/>
                    </a:lnTo>
                    <a:lnTo>
                      <a:pt x="396195" y="582216"/>
                    </a:lnTo>
                    <a:lnTo>
                      <a:pt x="388266" y="579835"/>
                    </a:lnTo>
                    <a:lnTo>
                      <a:pt x="379544" y="576263"/>
                    </a:lnTo>
                    <a:lnTo>
                      <a:pt x="370822" y="572294"/>
                    </a:lnTo>
                    <a:lnTo>
                      <a:pt x="361307" y="567531"/>
                    </a:lnTo>
                    <a:lnTo>
                      <a:pt x="350603" y="563166"/>
                    </a:lnTo>
                    <a:lnTo>
                      <a:pt x="392231" y="583010"/>
                    </a:lnTo>
                    <a:lnTo>
                      <a:pt x="411657" y="592138"/>
                    </a:lnTo>
                    <a:lnTo>
                      <a:pt x="420776" y="595710"/>
                    </a:lnTo>
                    <a:lnTo>
                      <a:pt x="429894" y="599282"/>
                    </a:lnTo>
                    <a:lnTo>
                      <a:pt x="438616" y="601663"/>
                    </a:lnTo>
                    <a:lnTo>
                      <a:pt x="446941" y="603647"/>
                    </a:lnTo>
                    <a:lnTo>
                      <a:pt x="454871" y="605235"/>
                    </a:lnTo>
                    <a:lnTo>
                      <a:pt x="462403" y="606028"/>
                    </a:lnTo>
                    <a:lnTo>
                      <a:pt x="469539" y="605632"/>
                    </a:lnTo>
                    <a:lnTo>
                      <a:pt x="472711" y="604441"/>
                    </a:lnTo>
                    <a:lnTo>
                      <a:pt x="476279" y="603647"/>
                    </a:lnTo>
                    <a:lnTo>
                      <a:pt x="479054" y="602853"/>
                    </a:lnTo>
                    <a:lnTo>
                      <a:pt x="481829" y="601266"/>
                    </a:lnTo>
                    <a:lnTo>
                      <a:pt x="485001" y="599678"/>
                    </a:lnTo>
                    <a:lnTo>
                      <a:pt x="487380" y="597694"/>
                    </a:lnTo>
                    <a:lnTo>
                      <a:pt x="489362" y="611982"/>
                    </a:lnTo>
                    <a:lnTo>
                      <a:pt x="489758" y="624682"/>
                    </a:lnTo>
                    <a:lnTo>
                      <a:pt x="489758" y="636985"/>
                    </a:lnTo>
                    <a:lnTo>
                      <a:pt x="488569" y="648891"/>
                    </a:lnTo>
                    <a:lnTo>
                      <a:pt x="490948" y="646907"/>
                    </a:lnTo>
                    <a:lnTo>
                      <a:pt x="492137" y="646510"/>
                    </a:lnTo>
                    <a:lnTo>
                      <a:pt x="493327" y="646113"/>
                    </a:lnTo>
                    <a:lnTo>
                      <a:pt x="493723" y="646510"/>
                    </a:lnTo>
                    <a:lnTo>
                      <a:pt x="494119" y="647303"/>
                    </a:lnTo>
                    <a:lnTo>
                      <a:pt x="494912" y="650875"/>
                    </a:lnTo>
                    <a:lnTo>
                      <a:pt x="495309" y="656432"/>
                    </a:lnTo>
                    <a:lnTo>
                      <a:pt x="495309" y="663575"/>
                    </a:lnTo>
                    <a:lnTo>
                      <a:pt x="494119" y="681435"/>
                    </a:lnTo>
                    <a:lnTo>
                      <a:pt x="491741" y="701279"/>
                    </a:lnTo>
                    <a:lnTo>
                      <a:pt x="489362" y="720725"/>
                    </a:lnTo>
                    <a:lnTo>
                      <a:pt x="486190" y="736600"/>
                    </a:lnTo>
                    <a:lnTo>
                      <a:pt x="485001" y="742554"/>
                    </a:lnTo>
                    <a:lnTo>
                      <a:pt x="484208" y="746522"/>
                    </a:lnTo>
                    <a:lnTo>
                      <a:pt x="483415" y="748507"/>
                    </a:lnTo>
                    <a:lnTo>
                      <a:pt x="483019" y="748507"/>
                    </a:lnTo>
                    <a:lnTo>
                      <a:pt x="482622" y="747713"/>
                    </a:lnTo>
                    <a:lnTo>
                      <a:pt x="481037" y="758032"/>
                    </a:lnTo>
                    <a:lnTo>
                      <a:pt x="479451" y="768350"/>
                    </a:lnTo>
                    <a:lnTo>
                      <a:pt x="477072" y="778272"/>
                    </a:lnTo>
                    <a:lnTo>
                      <a:pt x="474297" y="788194"/>
                    </a:lnTo>
                    <a:lnTo>
                      <a:pt x="471918" y="797719"/>
                    </a:lnTo>
                    <a:lnTo>
                      <a:pt x="468350" y="806451"/>
                    </a:lnTo>
                    <a:lnTo>
                      <a:pt x="465178" y="815976"/>
                    </a:lnTo>
                    <a:lnTo>
                      <a:pt x="460817" y="824310"/>
                    </a:lnTo>
                    <a:lnTo>
                      <a:pt x="457249" y="832644"/>
                    </a:lnTo>
                    <a:lnTo>
                      <a:pt x="452492" y="840582"/>
                    </a:lnTo>
                    <a:lnTo>
                      <a:pt x="447734" y="848122"/>
                    </a:lnTo>
                    <a:lnTo>
                      <a:pt x="443373" y="856060"/>
                    </a:lnTo>
                    <a:lnTo>
                      <a:pt x="438220" y="863204"/>
                    </a:lnTo>
                    <a:lnTo>
                      <a:pt x="432669" y="869951"/>
                    </a:lnTo>
                    <a:lnTo>
                      <a:pt x="427119" y="876301"/>
                    </a:lnTo>
                    <a:lnTo>
                      <a:pt x="421965" y="882254"/>
                    </a:lnTo>
                    <a:lnTo>
                      <a:pt x="416018" y="887810"/>
                    </a:lnTo>
                    <a:lnTo>
                      <a:pt x="410071" y="893366"/>
                    </a:lnTo>
                    <a:lnTo>
                      <a:pt x="404124" y="898922"/>
                    </a:lnTo>
                    <a:lnTo>
                      <a:pt x="398178" y="903685"/>
                    </a:lnTo>
                    <a:lnTo>
                      <a:pt x="391834" y="907654"/>
                    </a:lnTo>
                    <a:lnTo>
                      <a:pt x="385491" y="912019"/>
                    </a:lnTo>
                    <a:lnTo>
                      <a:pt x="379148" y="915591"/>
                    </a:lnTo>
                    <a:lnTo>
                      <a:pt x="372805" y="919163"/>
                    </a:lnTo>
                    <a:lnTo>
                      <a:pt x="366858" y="921941"/>
                    </a:lnTo>
                    <a:lnTo>
                      <a:pt x="360911" y="924719"/>
                    </a:lnTo>
                    <a:lnTo>
                      <a:pt x="354568" y="926704"/>
                    </a:lnTo>
                    <a:lnTo>
                      <a:pt x="348225" y="928688"/>
                    </a:lnTo>
                    <a:lnTo>
                      <a:pt x="342278" y="930276"/>
                    </a:lnTo>
                    <a:lnTo>
                      <a:pt x="335934" y="931069"/>
                    </a:lnTo>
                    <a:lnTo>
                      <a:pt x="329988" y="931863"/>
                    </a:lnTo>
                    <a:lnTo>
                      <a:pt x="324041" y="931863"/>
                    </a:lnTo>
                    <a:lnTo>
                      <a:pt x="319283" y="931863"/>
                    </a:lnTo>
                    <a:lnTo>
                      <a:pt x="314922" y="931069"/>
                    </a:lnTo>
                    <a:lnTo>
                      <a:pt x="309372" y="930276"/>
                    </a:lnTo>
                    <a:lnTo>
                      <a:pt x="304218" y="928291"/>
                    </a:lnTo>
                    <a:lnTo>
                      <a:pt x="298668" y="926704"/>
                    </a:lnTo>
                    <a:lnTo>
                      <a:pt x="293514" y="924323"/>
                    </a:lnTo>
                    <a:lnTo>
                      <a:pt x="287567" y="921544"/>
                    </a:lnTo>
                    <a:lnTo>
                      <a:pt x="281620" y="918369"/>
                    </a:lnTo>
                    <a:lnTo>
                      <a:pt x="275673" y="914797"/>
                    </a:lnTo>
                    <a:lnTo>
                      <a:pt x="269727" y="911226"/>
                    </a:lnTo>
                    <a:lnTo>
                      <a:pt x="263780" y="906860"/>
                    </a:lnTo>
                    <a:lnTo>
                      <a:pt x="257833" y="902494"/>
                    </a:lnTo>
                    <a:lnTo>
                      <a:pt x="251490" y="897732"/>
                    </a:lnTo>
                    <a:lnTo>
                      <a:pt x="245939" y="892572"/>
                    </a:lnTo>
                    <a:lnTo>
                      <a:pt x="239993" y="887016"/>
                    </a:lnTo>
                    <a:lnTo>
                      <a:pt x="234046" y="881063"/>
                    </a:lnTo>
                    <a:lnTo>
                      <a:pt x="228099" y="875110"/>
                    </a:lnTo>
                    <a:lnTo>
                      <a:pt x="222152" y="868760"/>
                    </a:lnTo>
                    <a:lnTo>
                      <a:pt x="216602" y="862013"/>
                    </a:lnTo>
                    <a:lnTo>
                      <a:pt x="210655" y="855663"/>
                    </a:lnTo>
                    <a:lnTo>
                      <a:pt x="205501" y="848122"/>
                    </a:lnTo>
                    <a:lnTo>
                      <a:pt x="200347" y="840582"/>
                    </a:lnTo>
                    <a:lnTo>
                      <a:pt x="195193" y="833041"/>
                    </a:lnTo>
                    <a:lnTo>
                      <a:pt x="190039" y="825104"/>
                    </a:lnTo>
                    <a:lnTo>
                      <a:pt x="185678" y="817166"/>
                    </a:lnTo>
                    <a:lnTo>
                      <a:pt x="181317" y="808832"/>
                    </a:lnTo>
                    <a:lnTo>
                      <a:pt x="176956" y="800101"/>
                    </a:lnTo>
                    <a:lnTo>
                      <a:pt x="173388" y="791369"/>
                    </a:lnTo>
                    <a:lnTo>
                      <a:pt x="169424" y="782638"/>
                    </a:lnTo>
                    <a:lnTo>
                      <a:pt x="166252" y="773113"/>
                    </a:lnTo>
                    <a:lnTo>
                      <a:pt x="163081" y="763985"/>
                    </a:lnTo>
                    <a:lnTo>
                      <a:pt x="160702" y="754460"/>
                    </a:lnTo>
                    <a:lnTo>
                      <a:pt x="158720" y="760413"/>
                    </a:lnTo>
                    <a:lnTo>
                      <a:pt x="155944" y="765572"/>
                    </a:lnTo>
                    <a:lnTo>
                      <a:pt x="154755" y="767160"/>
                    </a:lnTo>
                    <a:lnTo>
                      <a:pt x="153566" y="768747"/>
                    </a:lnTo>
                    <a:lnTo>
                      <a:pt x="152376" y="769541"/>
                    </a:lnTo>
                    <a:lnTo>
                      <a:pt x="151187" y="769541"/>
                    </a:lnTo>
                    <a:lnTo>
                      <a:pt x="149205" y="769144"/>
                    </a:lnTo>
                    <a:lnTo>
                      <a:pt x="148015" y="768350"/>
                    </a:lnTo>
                    <a:lnTo>
                      <a:pt x="146430" y="766763"/>
                    </a:lnTo>
                    <a:lnTo>
                      <a:pt x="145240" y="764779"/>
                    </a:lnTo>
                    <a:lnTo>
                      <a:pt x="143654" y="762397"/>
                    </a:lnTo>
                    <a:lnTo>
                      <a:pt x="142465" y="759222"/>
                    </a:lnTo>
                    <a:lnTo>
                      <a:pt x="140483" y="751682"/>
                    </a:lnTo>
                    <a:lnTo>
                      <a:pt x="138897" y="742950"/>
                    </a:lnTo>
                    <a:lnTo>
                      <a:pt x="136915" y="732632"/>
                    </a:lnTo>
                    <a:lnTo>
                      <a:pt x="136122" y="721519"/>
                    </a:lnTo>
                    <a:lnTo>
                      <a:pt x="136122" y="709216"/>
                    </a:lnTo>
                    <a:lnTo>
                      <a:pt x="136122" y="698104"/>
                    </a:lnTo>
                    <a:lnTo>
                      <a:pt x="136915" y="687785"/>
                    </a:lnTo>
                    <a:lnTo>
                      <a:pt x="138500" y="678260"/>
                    </a:lnTo>
                    <a:lnTo>
                      <a:pt x="139690" y="669528"/>
                    </a:lnTo>
                    <a:lnTo>
                      <a:pt x="141672" y="662385"/>
                    </a:lnTo>
                    <a:lnTo>
                      <a:pt x="143654" y="656432"/>
                    </a:lnTo>
                    <a:lnTo>
                      <a:pt x="145240" y="654447"/>
                    </a:lnTo>
                    <a:lnTo>
                      <a:pt x="146033" y="652066"/>
                    </a:lnTo>
                    <a:lnTo>
                      <a:pt x="147222" y="650875"/>
                    </a:lnTo>
                    <a:lnTo>
                      <a:pt x="148808" y="649685"/>
                    </a:lnTo>
                    <a:lnTo>
                      <a:pt x="144844" y="644922"/>
                    </a:lnTo>
                    <a:lnTo>
                      <a:pt x="141276" y="640557"/>
                    </a:lnTo>
                    <a:lnTo>
                      <a:pt x="138500" y="635397"/>
                    </a:lnTo>
                    <a:lnTo>
                      <a:pt x="135725" y="629841"/>
                    </a:lnTo>
                    <a:lnTo>
                      <a:pt x="133743" y="623888"/>
                    </a:lnTo>
                    <a:lnTo>
                      <a:pt x="132554" y="618728"/>
                    </a:lnTo>
                    <a:lnTo>
                      <a:pt x="131364" y="612378"/>
                    </a:lnTo>
                    <a:lnTo>
                      <a:pt x="130175" y="606425"/>
                    </a:lnTo>
                    <a:lnTo>
                      <a:pt x="130175" y="600075"/>
                    </a:lnTo>
                    <a:lnTo>
                      <a:pt x="130175" y="593725"/>
                    </a:lnTo>
                    <a:lnTo>
                      <a:pt x="130968" y="586978"/>
                    </a:lnTo>
                    <a:lnTo>
                      <a:pt x="131364" y="580628"/>
                    </a:lnTo>
                    <a:lnTo>
                      <a:pt x="132554" y="574278"/>
                    </a:lnTo>
                    <a:lnTo>
                      <a:pt x="133743" y="567531"/>
                    </a:lnTo>
                    <a:lnTo>
                      <a:pt x="136518" y="554831"/>
                    </a:lnTo>
                    <a:lnTo>
                      <a:pt x="140879" y="542528"/>
                    </a:lnTo>
                    <a:lnTo>
                      <a:pt x="145240" y="531416"/>
                    </a:lnTo>
                    <a:lnTo>
                      <a:pt x="149998" y="520700"/>
                    </a:lnTo>
                    <a:lnTo>
                      <a:pt x="154755" y="511175"/>
                    </a:lnTo>
                    <a:lnTo>
                      <a:pt x="159909" y="502841"/>
                    </a:lnTo>
                    <a:lnTo>
                      <a:pt x="163874" y="496094"/>
                    </a:lnTo>
                    <a:lnTo>
                      <a:pt x="168234" y="491728"/>
                    </a:lnTo>
                    <a:lnTo>
                      <a:pt x="169820" y="490141"/>
                    </a:lnTo>
                    <a:lnTo>
                      <a:pt x="171803" y="488950"/>
                    </a:lnTo>
                    <a:lnTo>
                      <a:pt x="180525" y="484981"/>
                    </a:lnTo>
                    <a:lnTo>
                      <a:pt x="188850" y="480616"/>
                    </a:lnTo>
                    <a:lnTo>
                      <a:pt x="197176" y="477044"/>
                    </a:lnTo>
                    <a:lnTo>
                      <a:pt x="206294" y="473472"/>
                    </a:lnTo>
                    <a:lnTo>
                      <a:pt x="214620" y="470694"/>
                    </a:lnTo>
                    <a:lnTo>
                      <a:pt x="222549" y="467519"/>
                    </a:lnTo>
                    <a:lnTo>
                      <a:pt x="239596" y="463153"/>
                    </a:lnTo>
                    <a:lnTo>
                      <a:pt x="255454" y="459581"/>
                    </a:lnTo>
                    <a:lnTo>
                      <a:pt x="270916" y="456803"/>
                    </a:lnTo>
                    <a:lnTo>
                      <a:pt x="286774" y="454819"/>
                    </a:lnTo>
                    <a:lnTo>
                      <a:pt x="301839" y="454025"/>
                    </a:lnTo>
                    <a:close/>
                    <a:moveTo>
                      <a:pt x="634999" y="33338"/>
                    </a:moveTo>
                    <a:lnTo>
                      <a:pt x="647699" y="33338"/>
                    </a:lnTo>
                    <a:lnTo>
                      <a:pt x="660003" y="33734"/>
                    </a:lnTo>
                    <a:lnTo>
                      <a:pt x="671512" y="34923"/>
                    </a:lnTo>
                    <a:lnTo>
                      <a:pt x="683418" y="36903"/>
                    </a:lnTo>
                    <a:lnTo>
                      <a:pt x="695325" y="39280"/>
                    </a:lnTo>
                    <a:lnTo>
                      <a:pt x="706437" y="42052"/>
                    </a:lnTo>
                    <a:lnTo>
                      <a:pt x="697309" y="50766"/>
                    </a:lnTo>
                    <a:lnTo>
                      <a:pt x="688975" y="59877"/>
                    </a:lnTo>
                    <a:lnTo>
                      <a:pt x="681434" y="69383"/>
                    </a:lnTo>
                    <a:lnTo>
                      <a:pt x="673893" y="79285"/>
                    </a:lnTo>
                    <a:lnTo>
                      <a:pt x="667146" y="89188"/>
                    </a:lnTo>
                    <a:lnTo>
                      <a:pt x="660796" y="99486"/>
                    </a:lnTo>
                    <a:lnTo>
                      <a:pt x="654843" y="109785"/>
                    </a:lnTo>
                    <a:lnTo>
                      <a:pt x="649287" y="120875"/>
                    </a:lnTo>
                    <a:lnTo>
                      <a:pt x="644524" y="131966"/>
                    </a:lnTo>
                    <a:lnTo>
                      <a:pt x="640556" y="143057"/>
                    </a:lnTo>
                    <a:lnTo>
                      <a:pt x="636587" y="154543"/>
                    </a:lnTo>
                    <a:lnTo>
                      <a:pt x="633809" y="166426"/>
                    </a:lnTo>
                    <a:lnTo>
                      <a:pt x="631824" y="177913"/>
                    </a:lnTo>
                    <a:lnTo>
                      <a:pt x="629840" y="189796"/>
                    </a:lnTo>
                    <a:lnTo>
                      <a:pt x="628649" y="202075"/>
                    </a:lnTo>
                    <a:lnTo>
                      <a:pt x="628649" y="214750"/>
                    </a:lnTo>
                    <a:lnTo>
                      <a:pt x="628649" y="224256"/>
                    </a:lnTo>
                    <a:lnTo>
                      <a:pt x="629443" y="233762"/>
                    </a:lnTo>
                    <a:lnTo>
                      <a:pt x="630237" y="243269"/>
                    </a:lnTo>
                    <a:lnTo>
                      <a:pt x="632221" y="252379"/>
                    </a:lnTo>
                    <a:lnTo>
                      <a:pt x="633809" y="261885"/>
                    </a:lnTo>
                    <a:lnTo>
                      <a:pt x="635793" y="270995"/>
                    </a:lnTo>
                    <a:lnTo>
                      <a:pt x="638968" y="280502"/>
                    </a:lnTo>
                    <a:lnTo>
                      <a:pt x="641746" y="289216"/>
                    </a:lnTo>
                    <a:lnTo>
                      <a:pt x="644921" y="297930"/>
                    </a:lnTo>
                    <a:lnTo>
                      <a:pt x="648890" y="306644"/>
                    </a:lnTo>
                    <a:lnTo>
                      <a:pt x="652859" y="315358"/>
                    </a:lnTo>
                    <a:lnTo>
                      <a:pt x="657224" y="323676"/>
                    </a:lnTo>
                    <a:lnTo>
                      <a:pt x="661987" y="331994"/>
                    </a:lnTo>
                    <a:lnTo>
                      <a:pt x="667543" y="340312"/>
                    </a:lnTo>
                    <a:lnTo>
                      <a:pt x="673099" y="348630"/>
                    </a:lnTo>
                    <a:lnTo>
                      <a:pt x="678656" y="356552"/>
                    </a:lnTo>
                    <a:lnTo>
                      <a:pt x="667146" y="358928"/>
                    </a:lnTo>
                    <a:lnTo>
                      <a:pt x="655240" y="360513"/>
                    </a:lnTo>
                    <a:lnTo>
                      <a:pt x="643731" y="362097"/>
                    </a:lnTo>
                    <a:lnTo>
                      <a:pt x="573087" y="436563"/>
                    </a:lnTo>
                    <a:lnTo>
                      <a:pt x="552846" y="352195"/>
                    </a:lnTo>
                    <a:lnTo>
                      <a:pt x="541337" y="348630"/>
                    </a:lnTo>
                    <a:lnTo>
                      <a:pt x="530224" y="343877"/>
                    </a:lnTo>
                    <a:lnTo>
                      <a:pt x="519509" y="338332"/>
                    </a:lnTo>
                    <a:lnTo>
                      <a:pt x="508793" y="332390"/>
                    </a:lnTo>
                    <a:lnTo>
                      <a:pt x="499268" y="326053"/>
                    </a:lnTo>
                    <a:lnTo>
                      <a:pt x="490140" y="319319"/>
                    </a:lnTo>
                    <a:lnTo>
                      <a:pt x="481409" y="311793"/>
                    </a:lnTo>
                    <a:lnTo>
                      <a:pt x="473471" y="303871"/>
                    </a:lnTo>
                    <a:lnTo>
                      <a:pt x="465931" y="295553"/>
                    </a:lnTo>
                    <a:lnTo>
                      <a:pt x="459184" y="286443"/>
                    </a:lnTo>
                    <a:lnTo>
                      <a:pt x="453231" y="277333"/>
                    </a:lnTo>
                    <a:lnTo>
                      <a:pt x="447674" y="267827"/>
                    </a:lnTo>
                    <a:lnTo>
                      <a:pt x="443309" y="257924"/>
                    </a:lnTo>
                    <a:lnTo>
                      <a:pt x="439737" y="247626"/>
                    </a:lnTo>
                    <a:lnTo>
                      <a:pt x="436959" y="236535"/>
                    </a:lnTo>
                    <a:lnTo>
                      <a:pt x="434578" y="225444"/>
                    </a:lnTo>
                    <a:lnTo>
                      <a:pt x="433784" y="217126"/>
                    </a:lnTo>
                    <a:lnTo>
                      <a:pt x="433387" y="208808"/>
                    </a:lnTo>
                    <a:lnTo>
                      <a:pt x="433387" y="200490"/>
                    </a:lnTo>
                    <a:lnTo>
                      <a:pt x="434181" y="192568"/>
                    </a:lnTo>
                    <a:lnTo>
                      <a:pt x="434974" y="183854"/>
                    </a:lnTo>
                    <a:lnTo>
                      <a:pt x="436959" y="175932"/>
                    </a:lnTo>
                    <a:lnTo>
                      <a:pt x="438943" y="168011"/>
                    </a:lnTo>
                    <a:lnTo>
                      <a:pt x="441324" y="160089"/>
                    </a:lnTo>
                    <a:lnTo>
                      <a:pt x="444499" y="152563"/>
                    </a:lnTo>
                    <a:lnTo>
                      <a:pt x="447674" y="145037"/>
                    </a:lnTo>
                    <a:lnTo>
                      <a:pt x="451643" y="137115"/>
                    </a:lnTo>
                    <a:lnTo>
                      <a:pt x="456009" y="129985"/>
                    </a:lnTo>
                    <a:lnTo>
                      <a:pt x="460374" y="122856"/>
                    </a:lnTo>
                    <a:lnTo>
                      <a:pt x="465534" y="115726"/>
                    </a:lnTo>
                    <a:lnTo>
                      <a:pt x="471090" y="108992"/>
                    </a:lnTo>
                    <a:lnTo>
                      <a:pt x="476646" y="102259"/>
                    </a:lnTo>
                    <a:lnTo>
                      <a:pt x="482996" y="95921"/>
                    </a:lnTo>
                    <a:lnTo>
                      <a:pt x="488949" y="89980"/>
                    </a:lnTo>
                    <a:lnTo>
                      <a:pt x="495696" y="84434"/>
                    </a:lnTo>
                    <a:lnTo>
                      <a:pt x="503237" y="78889"/>
                    </a:lnTo>
                    <a:lnTo>
                      <a:pt x="510778" y="73344"/>
                    </a:lnTo>
                    <a:lnTo>
                      <a:pt x="518318" y="68195"/>
                    </a:lnTo>
                    <a:lnTo>
                      <a:pt x="526256" y="63441"/>
                    </a:lnTo>
                    <a:lnTo>
                      <a:pt x="534590" y="59084"/>
                    </a:lnTo>
                    <a:lnTo>
                      <a:pt x="543321" y="54727"/>
                    </a:lnTo>
                    <a:lnTo>
                      <a:pt x="552449" y="51162"/>
                    </a:lnTo>
                    <a:lnTo>
                      <a:pt x="561181" y="47598"/>
                    </a:lnTo>
                    <a:lnTo>
                      <a:pt x="570309" y="44429"/>
                    </a:lnTo>
                    <a:lnTo>
                      <a:pt x="580231" y="41656"/>
                    </a:lnTo>
                    <a:lnTo>
                      <a:pt x="589756" y="39280"/>
                    </a:lnTo>
                    <a:lnTo>
                      <a:pt x="600074" y="37299"/>
                    </a:lnTo>
                    <a:lnTo>
                      <a:pt x="609996" y="35319"/>
                    </a:lnTo>
                    <a:lnTo>
                      <a:pt x="622696" y="34130"/>
                    </a:lnTo>
                    <a:lnTo>
                      <a:pt x="634999" y="33338"/>
                    </a:lnTo>
                    <a:close/>
                    <a:moveTo>
                      <a:pt x="942975" y="0"/>
                    </a:moveTo>
                    <a:lnTo>
                      <a:pt x="956886" y="396"/>
                    </a:lnTo>
                    <a:lnTo>
                      <a:pt x="970400" y="793"/>
                    </a:lnTo>
                    <a:lnTo>
                      <a:pt x="983119" y="2378"/>
                    </a:lnTo>
                    <a:lnTo>
                      <a:pt x="996236" y="4359"/>
                    </a:lnTo>
                    <a:lnTo>
                      <a:pt x="1009352" y="6737"/>
                    </a:lnTo>
                    <a:lnTo>
                      <a:pt x="1022071" y="9907"/>
                    </a:lnTo>
                    <a:lnTo>
                      <a:pt x="1034392" y="13078"/>
                    </a:lnTo>
                    <a:lnTo>
                      <a:pt x="1046714" y="17040"/>
                    </a:lnTo>
                    <a:lnTo>
                      <a:pt x="1058638" y="21003"/>
                    </a:lnTo>
                    <a:lnTo>
                      <a:pt x="1069767" y="25759"/>
                    </a:lnTo>
                    <a:lnTo>
                      <a:pt x="1080896" y="31307"/>
                    </a:lnTo>
                    <a:lnTo>
                      <a:pt x="1091628" y="36855"/>
                    </a:lnTo>
                    <a:lnTo>
                      <a:pt x="1102359" y="42403"/>
                    </a:lnTo>
                    <a:lnTo>
                      <a:pt x="1112693" y="48743"/>
                    </a:lnTo>
                    <a:lnTo>
                      <a:pt x="1121835" y="55480"/>
                    </a:lnTo>
                    <a:lnTo>
                      <a:pt x="1130977" y="62613"/>
                    </a:lnTo>
                    <a:lnTo>
                      <a:pt x="1140119" y="70143"/>
                    </a:lnTo>
                    <a:lnTo>
                      <a:pt x="1148465" y="78465"/>
                    </a:lnTo>
                    <a:lnTo>
                      <a:pt x="1156415" y="86390"/>
                    </a:lnTo>
                    <a:lnTo>
                      <a:pt x="1163966" y="94712"/>
                    </a:lnTo>
                    <a:lnTo>
                      <a:pt x="1170723" y="103431"/>
                    </a:lnTo>
                    <a:lnTo>
                      <a:pt x="1177083" y="112545"/>
                    </a:lnTo>
                    <a:lnTo>
                      <a:pt x="1183045" y="121660"/>
                    </a:lnTo>
                    <a:lnTo>
                      <a:pt x="1188609" y="130774"/>
                    </a:lnTo>
                    <a:lnTo>
                      <a:pt x="1192982" y="141078"/>
                    </a:lnTo>
                    <a:lnTo>
                      <a:pt x="1197354" y="150589"/>
                    </a:lnTo>
                    <a:lnTo>
                      <a:pt x="1201328" y="160892"/>
                    </a:lnTo>
                    <a:lnTo>
                      <a:pt x="1204111" y="171195"/>
                    </a:lnTo>
                    <a:lnTo>
                      <a:pt x="1206098" y="181895"/>
                    </a:lnTo>
                    <a:lnTo>
                      <a:pt x="1208085" y="192991"/>
                    </a:lnTo>
                    <a:lnTo>
                      <a:pt x="1209278" y="203294"/>
                    </a:lnTo>
                    <a:lnTo>
                      <a:pt x="1209675" y="214787"/>
                    </a:lnTo>
                    <a:lnTo>
                      <a:pt x="1209278" y="225486"/>
                    </a:lnTo>
                    <a:lnTo>
                      <a:pt x="1208085" y="236582"/>
                    </a:lnTo>
                    <a:lnTo>
                      <a:pt x="1206098" y="247282"/>
                    </a:lnTo>
                    <a:lnTo>
                      <a:pt x="1204111" y="257586"/>
                    </a:lnTo>
                    <a:lnTo>
                      <a:pt x="1201328" y="268285"/>
                    </a:lnTo>
                    <a:lnTo>
                      <a:pt x="1197354" y="278192"/>
                    </a:lnTo>
                    <a:lnTo>
                      <a:pt x="1192982" y="288496"/>
                    </a:lnTo>
                    <a:lnTo>
                      <a:pt x="1188609" y="298007"/>
                    </a:lnTo>
                    <a:lnTo>
                      <a:pt x="1183045" y="307914"/>
                    </a:lnTo>
                    <a:lnTo>
                      <a:pt x="1177083" y="317028"/>
                    </a:lnTo>
                    <a:lnTo>
                      <a:pt x="1170723" y="325747"/>
                    </a:lnTo>
                    <a:lnTo>
                      <a:pt x="1163966" y="334861"/>
                    </a:lnTo>
                    <a:lnTo>
                      <a:pt x="1156415" y="343183"/>
                    </a:lnTo>
                    <a:lnTo>
                      <a:pt x="1148465" y="351109"/>
                    </a:lnTo>
                    <a:lnTo>
                      <a:pt x="1140119" y="358638"/>
                    </a:lnTo>
                    <a:lnTo>
                      <a:pt x="1130977" y="366168"/>
                    </a:lnTo>
                    <a:lnTo>
                      <a:pt x="1121835" y="373301"/>
                    </a:lnTo>
                    <a:lnTo>
                      <a:pt x="1112693" y="380038"/>
                    </a:lnTo>
                    <a:lnTo>
                      <a:pt x="1102359" y="386378"/>
                    </a:lnTo>
                    <a:lnTo>
                      <a:pt x="1091628" y="392323"/>
                    </a:lnTo>
                    <a:lnTo>
                      <a:pt x="1080896" y="398267"/>
                    </a:lnTo>
                    <a:lnTo>
                      <a:pt x="1069767" y="403419"/>
                    </a:lnTo>
                    <a:lnTo>
                      <a:pt x="1058638" y="407778"/>
                    </a:lnTo>
                    <a:lnTo>
                      <a:pt x="1046714" y="412137"/>
                    </a:lnTo>
                    <a:lnTo>
                      <a:pt x="1034392" y="416496"/>
                    </a:lnTo>
                    <a:lnTo>
                      <a:pt x="1022071" y="419666"/>
                    </a:lnTo>
                    <a:lnTo>
                      <a:pt x="1009352" y="422440"/>
                    </a:lnTo>
                    <a:lnTo>
                      <a:pt x="996236" y="424818"/>
                    </a:lnTo>
                    <a:lnTo>
                      <a:pt x="983119" y="426799"/>
                    </a:lnTo>
                    <a:lnTo>
                      <a:pt x="970400" y="427988"/>
                    </a:lnTo>
                    <a:lnTo>
                      <a:pt x="956886" y="429177"/>
                    </a:lnTo>
                    <a:lnTo>
                      <a:pt x="942975" y="429573"/>
                    </a:lnTo>
                    <a:lnTo>
                      <a:pt x="931051" y="429573"/>
                    </a:lnTo>
                    <a:lnTo>
                      <a:pt x="923897" y="438292"/>
                    </a:lnTo>
                    <a:lnTo>
                      <a:pt x="921512" y="440669"/>
                    </a:lnTo>
                    <a:lnTo>
                      <a:pt x="920320" y="442651"/>
                    </a:lnTo>
                    <a:lnTo>
                      <a:pt x="919525" y="444632"/>
                    </a:lnTo>
                    <a:lnTo>
                      <a:pt x="918730" y="447010"/>
                    </a:lnTo>
                    <a:lnTo>
                      <a:pt x="918332" y="449784"/>
                    </a:lnTo>
                    <a:lnTo>
                      <a:pt x="917935" y="453351"/>
                    </a:lnTo>
                    <a:lnTo>
                      <a:pt x="917537" y="457710"/>
                    </a:lnTo>
                    <a:lnTo>
                      <a:pt x="917935" y="468806"/>
                    </a:lnTo>
                    <a:lnTo>
                      <a:pt x="919127" y="484657"/>
                    </a:lnTo>
                    <a:lnTo>
                      <a:pt x="921512" y="506056"/>
                    </a:lnTo>
                    <a:lnTo>
                      <a:pt x="925487" y="533400"/>
                    </a:lnTo>
                    <a:lnTo>
                      <a:pt x="803862" y="397474"/>
                    </a:lnTo>
                    <a:lnTo>
                      <a:pt x="799490" y="395493"/>
                    </a:lnTo>
                    <a:lnTo>
                      <a:pt x="785578" y="387171"/>
                    </a:lnTo>
                    <a:lnTo>
                      <a:pt x="772064" y="378849"/>
                    </a:lnTo>
                    <a:lnTo>
                      <a:pt x="759346" y="370131"/>
                    </a:lnTo>
                    <a:lnTo>
                      <a:pt x="747819" y="360223"/>
                    </a:lnTo>
                    <a:lnTo>
                      <a:pt x="736690" y="350713"/>
                    </a:lnTo>
                    <a:lnTo>
                      <a:pt x="726753" y="339617"/>
                    </a:lnTo>
                    <a:lnTo>
                      <a:pt x="717214" y="328917"/>
                    </a:lnTo>
                    <a:lnTo>
                      <a:pt x="708867" y="317425"/>
                    </a:lnTo>
                    <a:lnTo>
                      <a:pt x="701713" y="305536"/>
                    </a:lnTo>
                    <a:lnTo>
                      <a:pt x="694956" y="293251"/>
                    </a:lnTo>
                    <a:lnTo>
                      <a:pt x="689391" y="280966"/>
                    </a:lnTo>
                    <a:lnTo>
                      <a:pt x="687007" y="274626"/>
                    </a:lnTo>
                    <a:lnTo>
                      <a:pt x="684622" y="268285"/>
                    </a:lnTo>
                    <a:lnTo>
                      <a:pt x="682635" y="261548"/>
                    </a:lnTo>
                    <a:lnTo>
                      <a:pt x="681045" y="255208"/>
                    </a:lnTo>
                    <a:lnTo>
                      <a:pt x="679852" y="248471"/>
                    </a:lnTo>
                    <a:lnTo>
                      <a:pt x="678660" y="241734"/>
                    </a:lnTo>
                    <a:lnTo>
                      <a:pt x="677467" y="234997"/>
                    </a:lnTo>
                    <a:lnTo>
                      <a:pt x="676673" y="228260"/>
                    </a:lnTo>
                    <a:lnTo>
                      <a:pt x="676275" y="221524"/>
                    </a:lnTo>
                    <a:lnTo>
                      <a:pt x="676275" y="214787"/>
                    </a:lnTo>
                    <a:lnTo>
                      <a:pt x="676673" y="203294"/>
                    </a:lnTo>
                    <a:lnTo>
                      <a:pt x="677467" y="192991"/>
                    </a:lnTo>
                    <a:lnTo>
                      <a:pt x="679455" y="181895"/>
                    </a:lnTo>
                    <a:lnTo>
                      <a:pt x="681840" y="171195"/>
                    </a:lnTo>
                    <a:lnTo>
                      <a:pt x="684622" y="160892"/>
                    </a:lnTo>
                    <a:lnTo>
                      <a:pt x="688199" y="150589"/>
                    </a:lnTo>
                    <a:lnTo>
                      <a:pt x="692571" y="141078"/>
                    </a:lnTo>
                    <a:lnTo>
                      <a:pt x="696943" y="130774"/>
                    </a:lnTo>
                    <a:lnTo>
                      <a:pt x="702508" y="121660"/>
                    </a:lnTo>
                    <a:lnTo>
                      <a:pt x="708470" y="112545"/>
                    </a:lnTo>
                    <a:lnTo>
                      <a:pt x="714829" y="103431"/>
                    </a:lnTo>
                    <a:lnTo>
                      <a:pt x="721984" y="94712"/>
                    </a:lnTo>
                    <a:lnTo>
                      <a:pt x="729138" y="86390"/>
                    </a:lnTo>
                    <a:lnTo>
                      <a:pt x="737087" y="78465"/>
                    </a:lnTo>
                    <a:lnTo>
                      <a:pt x="745434" y="70143"/>
                    </a:lnTo>
                    <a:lnTo>
                      <a:pt x="754576" y="62613"/>
                    </a:lnTo>
                    <a:lnTo>
                      <a:pt x="763718" y="55480"/>
                    </a:lnTo>
                    <a:lnTo>
                      <a:pt x="773654" y="48743"/>
                    </a:lnTo>
                    <a:lnTo>
                      <a:pt x="783591" y="42403"/>
                    </a:lnTo>
                    <a:lnTo>
                      <a:pt x="793925" y="36855"/>
                    </a:lnTo>
                    <a:lnTo>
                      <a:pt x="804657" y="31307"/>
                    </a:lnTo>
                    <a:lnTo>
                      <a:pt x="815786" y="25759"/>
                    </a:lnTo>
                    <a:lnTo>
                      <a:pt x="827710" y="21003"/>
                    </a:lnTo>
                    <a:lnTo>
                      <a:pt x="839236" y="17040"/>
                    </a:lnTo>
                    <a:lnTo>
                      <a:pt x="851160" y="13078"/>
                    </a:lnTo>
                    <a:lnTo>
                      <a:pt x="863879" y="9907"/>
                    </a:lnTo>
                    <a:lnTo>
                      <a:pt x="876598" y="6737"/>
                    </a:lnTo>
                    <a:lnTo>
                      <a:pt x="889317" y="4359"/>
                    </a:lnTo>
                    <a:lnTo>
                      <a:pt x="902434" y="2378"/>
                    </a:lnTo>
                    <a:lnTo>
                      <a:pt x="915947" y="793"/>
                    </a:lnTo>
                    <a:lnTo>
                      <a:pt x="929461" y="396"/>
                    </a:lnTo>
                    <a:lnTo>
                      <a:pt x="942975" y="0"/>
                    </a:lnTo>
                    <a:close/>
                  </a:path>
                </a:pathLst>
              </a:custGeom>
              <a:solidFill>
                <a:schemeClr val="bg1"/>
              </a:solidFill>
              <a:ln>
                <a:noFill/>
              </a:ln>
            </p:spPr>
            <p:txBody>
              <a:bodyPr anchor="ctr">
                <a:scene3d>
                  <a:camera prst="orthographicFront"/>
                  <a:lightRig rig="threePt" dir="t"/>
                </a:scene3d>
              </a:bodyPr>
              <a:lstStyle/>
              <a:p>
                <a:pPr algn="ctr">
                  <a:defRPr/>
                </a:pPr>
                <a:endParaRPr lang="zh-CN" altLang="en-US">
                  <a:solidFill>
                    <a:srgbClr val="FFFFFF"/>
                  </a:solidFill>
                  <a:ea typeface="字魂创中黑"/>
                  <a:cs typeface="字魂创中黑" panose="00000500000000000000" charset="-122"/>
                </a:endParaRPr>
              </a:p>
            </p:txBody>
          </p:sp>
        </p:grpSp>
        <p:grpSp>
          <p:nvGrpSpPr>
            <p:cNvPr id="90" name="图形"/>
            <p:cNvGrpSpPr/>
            <p:nvPr/>
          </p:nvGrpSpPr>
          <p:grpSpPr>
            <a:xfrm>
              <a:off x="5932" y="8057"/>
              <a:ext cx="3664" cy="1225"/>
              <a:chOff x="3862331" y="4946878"/>
              <a:chExt cx="2326866" cy="777684"/>
            </a:xfrm>
          </p:grpSpPr>
          <p:sp>
            <p:nvSpPr>
              <p:cNvPr id="91" name="图形"/>
              <p:cNvSpPr txBox="1"/>
              <p:nvPr/>
            </p:nvSpPr>
            <p:spPr>
              <a:xfrm>
                <a:off x="4056614" y="4946878"/>
                <a:ext cx="1785894" cy="289456"/>
              </a:xfrm>
              <a:prstGeom prst="rect">
                <a:avLst/>
              </a:prstGeom>
              <a:noFill/>
            </p:spPr>
            <p:txBody>
              <a:bodyPr wrap="square" rtlCol="0">
                <a:normAutofit lnSpcReduction="20000"/>
              </a:bodyPr>
              <a:lstStyle/>
              <a:p>
                <a:pPr algn="ctr"/>
                <a:r>
                  <a:rPr lang="en-US" altLang="en-US" sz="1300" b="1">
                    <a:solidFill>
                      <a:schemeClr val="tx1">
                        <a:lumMod val="75000"/>
                        <a:lumOff val="25000"/>
                      </a:schemeClr>
                    </a:solidFill>
                    <a:latin typeface="Source Han Sans SC"/>
                    <a:ea typeface="Source Han Sans SC"/>
                    <a:cs typeface="字魂创中黑" panose="00000500000000000000" charset="-122"/>
                    <a:sym typeface="+mn-ea"/>
                  </a:rPr>
                  <a:t>Default title text</a:t>
                </a:r>
                <a:endParaRPr lang="zh-CN" altLang="en-US" b="1">
                  <a:solidFill>
                    <a:schemeClr val="accent4"/>
                  </a:solidFill>
                  <a:latin typeface="+mn-ea"/>
                  <a:cs typeface="字魂创中黑" panose="00000500000000000000" charset="-122"/>
                </a:endParaRPr>
              </a:p>
            </p:txBody>
          </p:sp>
          <p:sp>
            <p:nvSpPr>
              <p:cNvPr id="92" name="图形"/>
              <p:cNvSpPr/>
              <p:nvPr/>
            </p:nvSpPr>
            <p:spPr>
              <a:xfrm>
                <a:off x="3862331" y="5273585"/>
                <a:ext cx="2326866" cy="450976"/>
              </a:xfrm>
              <a:prstGeom prst="rect">
                <a:avLst/>
              </a:prstGeom>
              <a:noFill/>
            </p:spPr>
            <p:txBody>
              <a:bodyPr wrap="square" rtlCol="0">
                <a:normAutofit lnSpcReduction="10000"/>
              </a:bodyPr>
              <a:lstStyle/>
              <a:p>
                <a:pPr algn="ctr">
                  <a:lnSpc>
                    <a:spcPct val="120000"/>
                  </a:lnSpc>
                </a:pPr>
                <a:r>
                  <a:rPr lang="en-US" altLang="en-US" sz="10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 Add your text here</a:t>
                </a:r>
                <a:endParaRPr lang="zh-CN" altLang="en-US" sz="1000">
                  <a:solidFill>
                    <a:schemeClr val="tx1">
                      <a:lumMod val="75000"/>
                      <a:lumOff val="25000"/>
                    </a:schemeClr>
                  </a:solidFill>
                  <a:latin typeface="字魂创中黑"/>
                  <a:ea typeface="字魂创中黑"/>
                  <a:cs typeface="字魂创中黑" panose="00000500000000000000" charset="-122"/>
                  <a:sym typeface="+mn-ea"/>
                </a:endParaRPr>
              </a:p>
            </p:txBody>
          </p:sp>
        </p:grpSp>
        <p:sp>
          <p:nvSpPr>
            <p:cNvPr id="93" name="图形"/>
            <p:cNvSpPr txBox="1"/>
            <p:nvPr/>
          </p:nvSpPr>
          <p:spPr>
            <a:xfrm>
              <a:off x="2423" y="3506"/>
              <a:ext cx="10442" cy="979"/>
            </a:xfrm>
            <a:prstGeom prst="rect">
              <a:avLst/>
            </a:prstGeom>
            <a:noFill/>
          </p:spPr>
          <p:txBody>
            <a:bodyPr wrap="square" rtlCol="0">
              <a:normAutofit/>
            </a:bodyPr>
            <a:lstStyle/>
            <a:p>
              <a:pPr>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rPr>
                <a:t>Add your text here add your text here add your text here add your text here add your text here add your text here Add your text here</a:t>
              </a:r>
              <a:endParaRPr lang="zh-CN" altLang="en-US" sz="1200">
                <a:solidFill>
                  <a:schemeClr val="tx1">
                    <a:lumMod val="75000"/>
                    <a:lumOff val="25000"/>
                  </a:schemeClr>
                </a:solidFill>
                <a:latin typeface="字魂创中黑"/>
                <a:ea typeface="字魂创中黑"/>
                <a:cs typeface="字魂创中黑" panose="00000500000000000000" charset="-122"/>
              </a:endParaRPr>
            </a:p>
          </p:txBody>
        </p:sp>
        <p:sp>
          <p:nvSpPr>
            <p:cNvPr id="94" name="图形"/>
            <p:cNvSpPr txBox="1"/>
            <p:nvPr/>
          </p:nvSpPr>
          <p:spPr>
            <a:xfrm>
              <a:off x="2439" y="2734"/>
              <a:ext cx="2552" cy="485"/>
            </a:xfrm>
            <a:prstGeom prst="rect">
              <a:avLst/>
            </a:prstGeom>
            <a:noFill/>
          </p:spPr>
          <p:txBody>
            <a:bodyPr wrap="none" rtlCol="0">
              <a:normAutofit/>
            </a:bodyPr>
            <a:lstStyle/>
            <a:p>
              <a:r>
                <a:rPr lang="en-US" altLang="en-US" sz="1400" b="1">
                  <a:solidFill>
                    <a:schemeClr val="tx1"/>
                  </a:solidFill>
                  <a:latin typeface="Source Han Sans SC"/>
                  <a:ea typeface="Source Han Sans SC"/>
                  <a:cs typeface="字魂创中黑" panose="00000500000000000000" charset="-122"/>
                </a:rPr>
                <a:t>Default title text</a:t>
              </a:r>
              <a:endParaRPr lang="zh-CN" altLang="en-US" sz="2000" b="1">
                <a:solidFill>
                  <a:schemeClr val="tx1"/>
                </a:solidFill>
                <a:latin typeface="字魂创中黑"/>
                <a:ea typeface="字魂创中黑"/>
                <a:cs typeface="字魂创中黑" panose="00000500000000000000" charset="-122"/>
              </a:endParaRPr>
            </a:p>
          </p:txBody>
        </p:sp>
        <p:cxnSp>
          <p:nvCxnSpPr>
            <p:cNvPr id="95" name="图形"/>
            <p:cNvCxnSpPr/>
            <p:nvPr/>
          </p:nvCxnSpPr>
          <p:spPr>
            <a:xfrm>
              <a:off x="2678" y="3506"/>
              <a:ext cx="2321" cy="0"/>
            </a:xfrm>
            <a:prstGeom prst="line">
              <a:avLst/>
            </a:prstGeom>
            <a:ln>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96" name="图形"/>
            <p:cNvCxnSpPr/>
            <p:nvPr/>
          </p:nvCxnSpPr>
          <p:spPr>
            <a:xfrm>
              <a:off x="2632" y="3506"/>
              <a:ext cx="1208"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22"/>
    </p:custDataLst>
  </p:cSld>
  <p:clrMapOvr>
    <a:masterClrMapping/>
  </p:clrMapOvr>
  <p:transition advTm="2000">
    <p:plu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3" presetClass="entr" presetSubtype="16" fill="hold" nodeType="afterEffect">
                                  <p:stCondLst>
                                    <p:cond delay="0"/>
                                  </p:stCondLst>
                                  <p:childTnLst>
                                    <p:set>
                                      <p:cBhvr>
                                        <p:cTn id="6" dur="500" fill="hold">
                                          <p:stCondLst>
                                            <p:cond delay="0"/>
                                          </p:stCondLst>
                                        </p:cTn>
                                        <p:tgtEl>
                                          <p:spTgt spid="2"/>
                                        </p:tgtEl>
                                        <p:attrNameLst>
                                          <p:attrName>style.visibility</p:attrName>
                                        </p:attrNameLst>
                                      </p:cBhvr>
                                      <p:to>
                                        <p:strVal val="visible"/>
                                      </p:to>
                                    </p:set>
                                    <p:animEffect transition="in" filter="plus(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grpSp>
        <p:nvGrpSpPr>
          <p:cNvPr id="7" name="图形"/>
          <p:cNvGrpSpPr/>
          <p:nvPr/>
        </p:nvGrpSpPr>
        <p:grpSpPr>
          <a:xfrm>
            <a:off x="673735" y="810260"/>
            <a:ext cx="3173730" cy="528955"/>
            <a:chOff x="1061" y="1276"/>
            <a:chExt cx="4998" cy="833"/>
          </a:xfrm>
        </p:grpSpPr>
        <p:sp>
          <p:nvSpPr>
            <p:cNvPr id="3" name="图形"/>
            <p:cNvSpPr/>
            <p:nvPr/>
          </p:nvSpPr>
          <p:spPr>
            <a:xfrm rot="3300000">
              <a:off x="1061" y="1276"/>
              <a:ext cx="793" cy="793"/>
            </a:xfrm>
            <a:prstGeom prst="roundRect">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Normal" panose="020b0400000000000000" charset="-122"/>
                <a:ea typeface="思源黑体 CN Normal" panose="020b0400000000000000" charset="-122"/>
                <a:cs typeface="字魂创中黑" panose="00000500000000000000" charset="-122"/>
              </a:endParaRPr>
            </a:p>
          </p:txBody>
        </p:sp>
        <p:sp>
          <p:nvSpPr>
            <p:cNvPr id="5" name="图形"/>
            <p:cNvSpPr/>
            <p:nvPr/>
          </p:nvSpPr>
          <p:spPr>
            <a:xfrm rot="3300000">
              <a:off x="1341" y="1316"/>
              <a:ext cx="793" cy="793"/>
            </a:xfrm>
            <a:prstGeom prst="roundRect">
              <a:avLst/>
            </a:prstGeom>
            <a:solidFill>
              <a:schemeClr val="accent1"/>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Normal" panose="020b0400000000000000" charset="-122"/>
                <a:ea typeface="思源黑体 CN Normal" panose="020b0400000000000000" charset="-122"/>
                <a:cs typeface="字魂创中黑" panose="00000500000000000000" charset="-122"/>
              </a:endParaRPr>
            </a:p>
          </p:txBody>
        </p:sp>
        <p:sp>
          <p:nvSpPr>
            <p:cNvPr id="23" name="图形"/>
            <p:cNvSpPr txBox="1"/>
            <p:nvPr/>
          </p:nvSpPr>
          <p:spPr>
            <a:xfrm>
              <a:off x="2183" y="1301"/>
              <a:ext cx="3876" cy="480"/>
            </a:xfrm>
            <a:prstGeom prst="rect">
              <a:avLst/>
            </a:prstGeom>
            <a:noFill/>
          </p:spPr>
          <p:txBody>
            <a:bodyPr wrap="square" rtlCol="0">
              <a:normAutofit lnSpcReduction="20000"/>
            </a:bodyPr>
            <a:lstStyle/>
            <a:p>
              <a:pPr algn="l"/>
              <a:r>
                <a:rPr lang="en-US" altLang="en-US" sz="1400">
                  <a:solidFill>
                    <a:schemeClr val="tx1"/>
                  </a:solidFill>
                  <a:latin typeface="Source Han Sans SC"/>
                  <a:ea typeface="Source Han Sans SC"/>
                  <a:cs typeface="字魂创中黑" panose="00000500000000000000" charset="-122"/>
                  <a:sym typeface="+mn-ea"/>
                </a:rPr>
                <a:t>Internship results report</a:t>
              </a:r>
              <a:endParaRPr lang="zh-CN" altLang="en-US" sz="2800">
                <a:solidFill>
                  <a:schemeClr val="tx1"/>
                </a:solidFill>
                <a:latin typeface="字魂创粗黑" panose="00000500000000000000" charset="-122"/>
                <a:ea typeface="字魂创粗黑" panose="00000500000000000000" charset="-122"/>
                <a:cs typeface="字魂创中黑" panose="00000500000000000000" charset="-122"/>
                <a:sym typeface="+mn-ea"/>
              </a:endParaRPr>
            </a:p>
          </p:txBody>
        </p:sp>
        <p:sp>
          <p:nvSpPr>
            <p:cNvPr id="4" name="图形"/>
            <p:cNvSpPr txBox="1"/>
            <p:nvPr/>
          </p:nvSpPr>
          <p:spPr>
            <a:xfrm>
              <a:off x="1251" y="1293"/>
              <a:ext cx="932" cy="725"/>
            </a:xfrm>
            <a:prstGeom prst="rect">
              <a:avLst/>
            </a:prstGeom>
            <a:noFill/>
          </p:spPr>
          <p:txBody>
            <a:bodyPr wrap="square" rtlCol="0">
              <a:normAutofit/>
            </a:bodyPr>
            <a:lstStyle/>
            <a:p>
              <a:pPr algn="ctr"/>
              <a:r>
                <a:rPr lang="en-US" altLang="zh-CN" sz="2400">
                  <a:solidFill>
                    <a:schemeClr val="bg1"/>
                  </a:solidFill>
                  <a:latin typeface="Source Han Sans SC"/>
                  <a:ea typeface="Source Han Sans SC"/>
                  <a:cs typeface="字魂创中黑" panose="00000500000000000000" charset="-122"/>
                </a:rPr>
                <a:t>03</a:t>
              </a:r>
              <a:endParaRPr lang="en-US" altLang="zh-CN" sz="2400">
                <a:solidFill>
                  <a:schemeClr val="bg1"/>
                </a:solidFill>
                <a:latin typeface="字魂创粗黑" panose="00000500000000000000" charset="-122"/>
                <a:ea typeface="字魂创粗黑" panose="00000500000000000000" charset="-122"/>
                <a:cs typeface="字魂创中黑" panose="00000500000000000000" charset="-122"/>
              </a:endParaRPr>
            </a:p>
          </p:txBody>
        </p:sp>
      </p:grpSp>
      <p:grpSp>
        <p:nvGrpSpPr>
          <p:cNvPr id="2" name="组合 1"/>
          <p:cNvGrpSpPr/>
          <p:nvPr/>
        </p:nvGrpSpPr>
        <p:grpSpPr>
          <a:xfrm>
            <a:off x="1330960" y="999490"/>
            <a:ext cx="9994900" cy="5161280"/>
            <a:chOff x="2096" y="1574"/>
            <a:chExt cx="15740" cy="8128"/>
          </a:xfrm>
        </p:grpSpPr>
        <p:sp>
          <p:nvSpPr>
            <p:cNvPr id="92" name="图形"/>
            <p:cNvSpPr/>
            <p:nvPr/>
          </p:nvSpPr>
          <p:spPr>
            <a:xfrm>
              <a:off x="2694" y="3354"/>
              <a:ext cx="2632" cy="707"/>
            </a:xfrm>
            <a:custGeom>
              <a:rect l="l" t="t" r="r" b="b"/>
              <a:pathLst>
                <a:path w="4464496" h="360040">
                  <a:moveTo>
                    <a:pt x="0" y="0"/>
                  </a:moveTo>
                  <a:lnTo>
                    <a:pt x="4464496" y="0"/>
                  </a:lnTo>
                  <a:lnTo>
                    <a:pt x="4464496" y="360040"/>
                  </a:lnTo>
                  <a:lnTo>
                    <a:pt x="0" y="35487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85000" lnSpcReduction="20000"/>
            </a:bodyPr>
            <a:lstStyle/>
            <a:p>
              <a:pPr algn="ctr"/>
              <a:r>
                <a:rPr lang="en-US" altLang="zh-CN" sz="1700" b="1">
                  <a:solidFill>
                    <a:schemeClr val="bg1"/>
                  </a:solidFill>
                  <a:latin typeface="Source Han Sans SC"/>
                  <a:ea typeface="Source Han Sans SC"/>
                  <a:cs typeface="字魂创中黑" panose="00000500000000000000" charset="-122"/>
                  <a:sym typeface="+mn-ea"/>
                </a:rPr>
                <a:t>Default title text</a:t>
              </a:r>
              <a:endParaRPr lang="zh-CN" altLang="en-US">
                <a:cs typeface="字魂创中黑" panose="00000500000000000000" charset="-122"/>
              </a:endParaRPr>
            </a:p>
          </p:txBody>
        </p:sp>
        <p:sp>
          <p:nvSpPr>
            <p:cNvPr id="110" name="图形"/>
            <p:cNvSpPr/>
            <p:nvPr/>
          </p:nvSpPr>
          <p:spPr>
            <a:xfrm>
              <a:off x="2096" y="3295"/>
              <a:ext cx="826" cy="826"/>
            </a:xfrm>
            <a:prstGeom prst="ellipse">
              <a:avLst/>
            </a:prstGeom>
            <a:solidFill>
              <a:schemeClr val="accent2"/>
            </a:solidFill>
            <a:ln w="285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1600" b="1">
                  <a:latin typeface="Source Han Sans SC"/>
                  <a:ea typeface="Source Han Sans SC"/>
                  <a:cs typeface="字魂创中黑" panose="00000500000000000000" charset="-122"/>
                </a:rPr>
                <a:t>A</a:t>
              </a:r>
              <a:endParaRPr lang="en-US" altLang="zh-CN" sz="1600" b="1">
                <a:latin typeface="字魂创中黑"/>
                <a:ea typeface="字魂创中黑"/>
                <a:cs typeface="字魂创中黑" panose="00000500000000000000" charset="-122"/>
              </a:endParaRPr>
            </a:p>
          </p:txBody>
        </p:sp>
        <p:sp>
          <p:nvSpPr>
            <p:cNvPr id="111" name="图形"/>
            <p:cNvSpPr txBox="1"/>
            <p:nvPr/>
          </p:nvSpPr>
          <p:spPr>
            <a:xfrm>
              <a:off x="2105" y="4090"/>
              <a:ext cx="7476" cy="1411"/>
            </a:xfrm>
            <a:prstGeom prst="rect">
              <a:avLst/>
            </a:prstGeom>
            <a:noFill/>
          </p:spPr>
          <p:txBody>
            <a:bodyPr wrap="square" rtlCol="0">
              <a:normAutofit/>
            </a:bodyPr>
            <a:lstStyle/>
            <a:p>
              <a:pPr>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rPr>
                <a:t>Add your text here add your text here add your text here add your text here add your text here add your text here Add your text content</a:t>
              </a:r>
              <a:endParaRPr lang="zh-CN" altLang="en-US" sz="1200">
                <a:solidFill>
                  <a:schemeClr val="tx1">
                    <a:lumMod val="75000"/>
                    <a:lumOff val="25000"/>
                  </a:schemeClr>
                </a:solidFill>
                <a:latin typeface="字魂创中黑"/>
                <a:ea typeface="字魂创中黑"/>
                <a:cs typeface="字魂创中黑" panose="00000500000000000000" charset="-122"/>
              </a:endParaRPr>
            </a:p>
          </p:txBody>
        </p:sp>
        <p:sp>
          <p:nvSpPr>
            <p:cNvPr id="112" name="图形"/>
            <p:cNvSpPr/>
            <p:nvPr/>
          </p:nvSpPr>
          <p:spPr>
            <a:xfrm>
              <a:off x="2694" y="6041"/>
              <a:ext cx="2632" cy="707"/>
            </a:xfrm>
            <a:custGeom>
              <a:rect l="l" t="t" r="r" b="b"/>
              <a:pathLst>
                <a:path w="4464496" h="360040">
                  <a:moveTo>
                    <a:pt x="0" y="0"/>
                  </a:moveTo>
                  <a:lnTo>
                    <a:pt x="4464496" y="0"/>
                  </a:lnTo>
                  <a:lnTo>
                    <a:pt x="4464496" y="360040"/>
                  </a:lnTo>
                  <a:lnTo>
                    <a:pt x="0" y="3548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85000" lnSpcReduction="20000"/>
            </a:bodyPr>
            <a:lstStyle/>
            <a:p>
              <a:pPr algn="ctr"/>
              <a:r>
                <a:rPr lang="en-US" altLang="zh-CN" sz="1700" b="1">
                  <a:solidFill>
                    <a:schemeClr val="bg1"/>
                  </a:solidFill>
                  <a:latin typeface="Source Han Sans SC"/>
                  <a:ea typeface="Source Han Sans SC"/>
                  <a:cs typeface="字魂创中黑" panose="00000500000000000000" charset="-122"/>
                  <a:sym typeface="+mn-ea"/>
                </a:rPr>
                <a:t>Default title text</a:t>
              </a:r>
              <a:endParaRPr lang="zh-CN" altLang="en-US">
                <a:cs typeface="字魂创中黑" panose="00000500000000000000" charset="-122"/>
              </a:endParaRPr>
            </a:p>
          </p:txBody>
        </p:sp>
        <p:sp>
          <p:nvSpPr>
            <p:cNvPr id="113" name="图形"/>
            <p:cNvSpPr/>
            <p:nvPr/>
          </p:nvSpPr>
          <p:spPr>
            <a:xfrm>
              <a:off x="2096" y="5982"/>
              <a:ext cx="826" cy="826"/>
            </a:xfrm>
            <a:prstGeom prst="ellipse">
              <a:avLst/>
            </a:prstGeom>
            <a:solidFill>
              <a:schemeClr val="accent1"/>
            </a:solidFill>
            <a:ln w="285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1600">
                  <a:latin typeface="Source Han Sans SC"/>
                  <a:ea typeface="Source Han Sans SC"/>
                  <a:cs typeface="字魂创中黑" panose="00000500000000000000" charset="-122"/>
                </a:rPr>
                <a:t>B</a:t>
              </a:r>
              <a:endParaRPr lang="en-US" altLang="zh-CN" sz="1600">
                <a:latin typeface="字魂创中黑"/>
                <a:ea typeface="字魂创中黑"/>
                <a:cs typeface="字魂创中黑" panose="00000500000000000000" charset="-122"/>
              </a:endParaRPr>
            </a:p>
          </p:txBody>
        </p:sp>
        <p:sp>
          <p:nvSpPr>
            <p:cNvPr id="114" name="图形"/>
            <p:cNvSpPr txBox="1"/>
            <p:nvPr/>
          </p:nvSpPr>
          <p:spPr>
            <a:xfrm>
              <a:off x="2105" y="6777"/>
              <a:ext cx="7476" cy="1169"/>
            </a:xfrm>
            <a:prstGeom prst="rect">
              <a:avLst/>
            </a:prstGeom>
            <a:noFill/>
          </p:spPr>
          <p:txBody>
            <a:bodyPr wrap="square" rtlCol="0">
              <a:normAutofit lnSpcReduction="10000"/>
            </a:bodyPr>
            <a:lstStyle/>
            <a:p>
              <a:pPr>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 add your text here add your text here add your text here add your text here Add your text content</a:t>
              </a:r>
              <a:endParaRPr lang="zh-CN" altLang="en-US" sz="1200">
                <a:solidFill>
                  <a:schemeClr val="tx1">
                    <a:lumMod val="75000"/>
                    <a:lumOff val="25000"/>
                  </a:schemeClr>
                </a:solidFill>
                <a:latin typeface="字魂创中黑"/>
                <a:ea typeface="字魂创中黑"/>
                <a:cs typeface="字魂创中黑" panose="00000500000000000000" charset="-122"/>
              </a:endParaRPr>
            </a:p>
          </p:txBody>
        </p:sp>
        <p:pic>
          <p:nvPicPr>
            <p:cNvPr id="115" name="图形" descr="预览图_千图网_编号33895256"/>
            <p:cNvPicPr>
              <a:picLocks noChangeAspect="1"/>
            </p:cNvPicPr>
            <p:nvPr/>
          </p:nvPicPr>
          <p:blipFill>
            <a:blip r:embed="rId2"/>
            <a:stretch>
              <a:fillRect/>
            </a:stretch>
          </p:blipFill>
          <p:spPr>
            <a:xfrm>
              <a:off x="9708" y="1574"/>
              <a:ext cx="8129" cy="8129"/>
            </a:xfrm>
            <a:prstGeom prst="rect">
              <a:avLst/>
            </a:prstGeom>
          </p:spPr>
        </p:pic>
      </p:grpSp>
    </p:spTree>
    <p:custDataLst>
      <p:tags r:id="rId3"/>
    </p:custDataLst>
  </p:cSld>
  <p:clrMapOvr>
    <a:masterClrMapping/>
  </p:clrMapOvr>
  <p:transition advTm="2000">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2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grpSp>
        <p:nvGrpSpPr>
          <p:cNvPr id="4" name="图形"/>
          <p:cNvGrpSpPr/>
          <p:nvPr/>
        </p:nvGrpSpPr>
        <p:grpSpPr>
          <a:xfrm>
            <a:off x="285115" y="78740"/>
            <a:ext cx="11523980" cy="7125970"/>
            <a:chOff x="449" y="124"/>
            <a:chExt cx="18148" cy="11222"/>
          </a:xfrm>
        </p:grpSpPr>
        <p:sp>
          <p:nvSpPr>
            <p:cNvPr id="13" name="图形"/>
            <p:cNvSpPr/>
            <p:nvPr/>
          </p:nvSpPr>
          <p:spPr>
            <a:xfrm rot="1043856" flipH="1">
              <a:off x="449" y="124"/>
              <a:ext cx="18090" cy="11222"/>
            </a:xfrm>
            <a:prstGeom prst="roundRect">
              <a:avLst>
                <a:gd name="adj" fmla="val 5724"/>
              </a:avLst>
            </a:prstGeom>
            <a:solidFill>
              <a:srgbClr val="3281F6"/>
            </a:solidFill>
            <a:ln>
              <a:noFill/>
            </a:ln>
            <a:effectLst>
              <a:outerShdw blurRad="279400" dist="38100" dir="5400000" algn="t"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sp>
          <p:nvSpPr>
            <p:cNvPr id="9" name="图形"/>
            <p:cNvSpPr/>
            <p:nvPr/>
          </p:nvSpPr>
          <p:spPr>
            <a:xfrm>
              <a:off x="507" y="529"/>
              <a:ext cx="18090" cy="9646"/>
            </a:xfrm>
            <a:prstGeom prst="roundRect">
              <a:avLst>
                <a:gd name="adj" fmla="val 5724"/>
              </a:avLst>
            </a:prstGeom>
            <a:solidFill>
              <a:schemeClr val="bg1"/>
            </a:solidFill>
            <a:ln>
              <a:noFill/>
            </a:ln>
            <a:effectLst>
              <a:outerShdw blurRad="63500" sx="102000" sy="102000" algn="ctr" rotWithShape="0">
                <a:srgbClr val="3281F6">
                  <a:alpha val="1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pic>
          <p:nvPicPr>
            <p:cNvPr id="5" name="图形" descr="C:/Users/Administrator/AppData/Local/Temp/picturecompress_20211028100850/output_1.pngoutput_1"/>
            <p:cNvPicPr>
              <a:picLocks noChangeAspect="1"/>
            </p:cNvPicPr>
            <p:nvPr/>
          </p:nvPicPr>
          <p:blipFill>
            <a:blip r:embed="rId2"/>
            <a:stretch>
              <a:fillRect/>
            </a:stretch>
          </p:blipFill>
          <p:spPr>
            <a:xfrm>
              <a:off x="1272" y="1652"/>
              <a:ext cx="10009" cy="7496"/>
            </a:xfrm>
            <a:prstGeom prst="rect">
              <a:avLst/>
            </a:prstGeom>
          </p:spPr>
        </p:pic>
        <p:sp>
          <p:nvSpPr>
            <p:cNvPr id="40" name="图形"/>
            <p:cNvSpPr/>
            <p:nvPr/>
          </p:nvSpPr>
          <p:spPr>
            <a:xfrm>
              <a:off x="11281" y="3881"/>
              <a:ext cx="2825" cy="762"/>
            </a:xfrm>
            <a:prstGeom prst="roundRect">
              <a:avLst>
                <a:gd name="adj" fmla="val 50000"/>
              </a:avLst>
            </a:prstGeom>
            <a:solidFill>
              <a:srgbClr val="3281F6"/>
            </a:solidFill>
            <a:ln>
              <a:noFill/>
            </a:ln>
            <a:effectLst>
              <a:outerShdw blurRad="63500" sx="105000" sy="105000" algn="ctr" rotWithShape="0">
                <a:srgbClr val="BCD7F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a:ln>
                    <a:noFill/>
                  </a:ln>
                  <a:solidFill>
                    <a:schemeClr val="bg1"/>
                  </a:solidFill>
                  <a:effectLst/>
                  <a:uLnTx/>
                  <a:uFillTx/>
                  <a:latin typeface="思源黑体 Medium"/>
                  <a:ea typeface="思源黑体 CN Medium" panose="020b0600000000000000" charset="-122"/>
                  <a:cs typeface="字魂创中黑" panose="00000500000000000000" charset="-122"/>
                </a:rPr>
                <a:t>Step 04</a:t>
              </a:r>
              <a:endParaRPr kumimoji="1" lang="en-US" altLang="zh-CN" sz="2400" b="0" i="0" u="none" strike="noStrike" kern="1200" cap="none" spc="0" normalizeH="0" baseline="0" noProof="0">
                <a:ln>
                  <a:noFill/>
                </a:ln>
                <a:solidFill>
                  <a:schemeClr val="bg1"/>
                </a:solidFill>
                <a:effectLst/>
                <a:uLnTx/>
                <a:uFillTx/>
                <a:latin typeface="思源黑体 CN Medium" panose="020b0600000000000000" charset="-122"/>
                <a:ea typeface="思源黑体 CN Medium" panose="020b0600000000000000" charset="-122"/>
                <a:cs typeface="字魂创中黑" panose="00000500000000000000" charset="-122"/>
              </a:endParaRPr>
            </a:p>
          </p:txBody>
        </p:sp>
        <p:sp>
          <p:nvSpPr>
            <p:cNvPr id="39" name="图形"/>
            <p:cNvSpPr txBox="1"/>
            <p:nvPr/>
          </p:nvSpPr>
          <p:spPr>
            <a:xfrm>
              <a:off x="11284" y="6079"/>
              <a:ext cx="6033" cy="1016"/>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US" altLang="en-US" sz="1200">
                  <a:solidFill>
                    <a:schemeClr val="tx1">
                      <a:lumMod val="65000"/>
                      <a:lumOff val="35000"/>
                    </a:schemeClr>
                  </a:solidFill>
                  <a:latin typeface="思源黑体 Normal"/>
                  <a:ea typeface="思源黑体 CN Normal" panose="020b0400000000000000" charset="-122"/>
                  <a:cs typeface="字魂创中黑" panose="00000500000000000000" charset="-122"/>
                  <a:sym typeface="+mn-ea"/>
                </a:rPr>
                <a:t>Add your text content here</a:t>
              </a:r>
              <a:r>
                <a:rPr lang="en-US" altLang="zh-CN" sz="1200">
                  <a:solidFill>
                    <a:schemeClr val="tx1">
                      <a:lumMod val="65000"/>
                      <a:lumOff val="35000"/>
                    </a:schemeClr>
                  </a:solidFill>
                  <a:latin typeface="思源黑体 Normal"/>
                  <a:ea typeface="思源黑体 CN Normal" panose="020b0400000000000000" charset="-122"/>
                  <a:cs typeface="字魂创中黑" panose="00000500000000000000" charset="-122"/>
                  <a:sym typeface="+mn-ea"/>
                </a:rPr>
                <a:t>.</a:t>
              </a:r>
              <a:r>
                <a:rPr lang="en-US" altLang="en-US" sz="1200">
                  <a:solidFill>
                    <a:schemeClr val="tx1">
                      <a:lumMod val="65000"/>
                      <a:lumOff val="35000"/>
                    </a:schemeClr>
                  </a:solidFill>
                  <a:latin typeface="思源黑体 Normal"/>
                  <a:ea typeface="思源黑体 CN Normal" panose="020b0400000000000000" charset="-122"/>
                  <a:cs typeface="字魂创中黑" panose="00000500000000000000" charset="-122"/>
                  <a:sym typeface="+mn-ea"/>
                </a:rPr>
                <a:t>Add your text content</a:t>
              </a:r>
              <a:r>
                <a:rPr lang="en-US" altLang="zh-CN" sz="1200">
                  <a:solidFill>
                    <a:schemeClr val="tx1">
                      <a:lumMod val="65000"/>
                      <a:lumOff val="35000"/>
                    </a:schemeClr>
                  </a:solidFill>
                  <a:latin typeface="思源黑体 Normal"/>
                  <a:ea typeface="思源黑体 CN Normal" panose="020b0400000000000000" charset="-122"/>
                  <a:cs typeface="字魂创中黑" panose="00000500000000000000" charset="-122"/>
                  <a:sym typeface="+mn-ea"/>
                </a:rPr>
                <a:t>.</a:t>
              </a:r>
              <a:endParaRPr lang="en-US" altLang="zh-CN" sz="1200">
                <a:solidFill>
                  <a:schemeClr val="tx1">
                    <a:lumMod val="65000"/>
                    <a:lumOff val="35000"/>
                  </a:schemeClr>
                </a:solidFill>
                <a:latin typeface="思源黑体 CN Normal" panose="020b0400000000000000" charset="-122"/>
                <a:ea typeface="思源黑体 CN Normal" panose="020b0400000000000000" charset="-122"/>
                <a:cs typeface="字魂创中黑" panose="00000500000000000000" charset="-122"/>
                <a:sym typeface="+mn-ea"/>
              </a:endParaRPr>
            </a:p>
            <a:p>
              <a:pPr algn="l">
                <a:lnSpc>
                  <a:spcPct val="150000"/>
                </a:lnSpc>
              </a:pPr>
              <a:r>
                <a:rPr lang="en-US" altLang="en-US" sz="1200">
                  <a:solidFill>
                    <a:schemeClr val="tx1">
                      <a:lumMod val="65000"/>
                      <a:lumOff val="35000"/>
                    </a:schemeClr>
                  </a:solidFill>
                  <a:latin typeface="思源黑体 Normal"/>
                  <a:ea typeface="思源黑体 CN Normal" panose="020b0400000000000000" charset="-122"/>
                  <a:cs typeface="字魂创中黑" panose="00000500000000000000" charset="-122"/>
                  <a:sym typeface="+mn-ea"/>
                </a:rPr>
                <a:t>Add your text content here</a:t>
              </a:r>
              <a:r>
                <a:rPr lang="en-US" altLang="zh-CN" sz="1200">
                  <a:solidFill>
                    <a:schemeClr val="tx1">
                      <a:lumMod val="65000"/>
                      <a:lumOff val="35000"/>
                    </a:schemeClr>
                  </a:solidFill>
                  <a:latin typeface="思源黑体 Normal"/>
                  <a:ea typeface="思源黑体 CN Normal" panose="020b0400000000000000" charset="-122"/>
                  <a:cs typeface="字魂创中黑" panose="00000500000000000000" charset="-122"/>
                  <a:sym typeface="+mn-ea"/>
                </a:rPr>
                <a:t>.</a:t>
              </a:r>
              <a:r>
                <a:rPr lang="en-US" altLang="en-US" sz="1200">
                  <a:solidFill>
                    <a:schemeClr val="tx1">
                      <a:lumMod val="65000"/>
                      <a:lumOff val="35000"/>
                    </a:schemeClr>
                  </a:solidFill>
                  <a:latin typeface="思源黑体 Normal"/>
                  <a:ea typeface="思源黑体 CN Normal" panose="020b0400000000000000" charset="-122"/>
                  <a:cs typeface="字魂创中黑" panose="00000500000000000000" charset="-122"/>
                  <a:sym typeface="+mn-ea"/>
                </a:rPr>
                <a:t>Add your text</a:t>
              </a:r>
              <a:r>
                <a:rPr lang="en-US" altLang="zh-CN" sz="1200">
                  <a:solidFill>
                    <a:schemeClr val="tx1">
                      <a:lumMod val="65000"/>
                      <a:lumOff val="35000"/>
                    </a:schemeClr>
                  </a:solidFill>
                  <a:latin typeface="思源黑体 Normal"/>
                  <a:ea typeface="思源黑体 CN Normal" panose="020b0400000000000000" charset="-122"/>
                  <a:cs typeface="字魂创中黑" panose="00000500000000000000" charset="-122"/>
                  <a:sym typeface="+mn-ea"/>
                </a:rPr>
                <a:t>.</a:t>
              </a:r>
              <a:endParaRPr kumimoji="1" lang="en-US" altLang="zh-CN" sz="1200" b="0" i="0" u="none" strike="noStrike" kern="1200" cap="none" spc="0" normalizeH="0" baseline="0" noProof="0">
                <a:ln>
                  <a:noFill/>
                </a:ln>
                <a:solidFill>
                  <a:schemeClr val="tx1">
                    <a:lumMod val="65000"/>
                    <a:lumOff val="35000"/>
                  </a:schemeClr>
                </a:solidFill>
                <a:effectLst/>
                <a:uLnTx/>
                <a:uFillTx/>
                <a:latin typeface="思源黑体 CN Normal" panose="020b0400000000000000" charset="-122"/>
                <a:ea typeface="思源黑体 CN Normal" panose="020b0400000000000000" charset="-122"/>
                <a:cs typeface="字魂创中黑" panose="00000500000000000000" charset="-122"/>
                <a:sym typeface="+mn-ea"/>
              </a:endParaRPr>
            </a:p>
          </p:txBody>
        </p:sp>
        <p:sp>
          <p:nvSpPr>
            <p:cNvPr id="80" name="图形"/>
            <p:cNvSpPr/>
            <p:nvPr/>
          </p:nvSpPr>
          <p:spPr>
            <a:xfrm rot="2700000">
              <a:off x="17580" y="5526"/>
              <a:ext cx="418" cy="418"/>
            </a:xfrm>
            <a:custGeom>
              <a:gdLst>
                <a:gd name="connsiteX0" fmla="*/ 5998 w 437175"/>
                <a:gd name="connsiteY0" fmla="*/ 15238 h 437175"/>
                <a:gd name="connsiteX1" fmla="*/ 42785 w 437175"/>
                <a:gd name="connsiteY1" fmla="*/ 0 h 437175"/>
                <a:gd name="connsiteX2" fmla="*/ 385150 w 437175"/>
                <a:gd name="connsiteY2" fmla="*/ 0 h 437175"/>
                <a:gd name="connsiteX3" fmla="*/ 437175 w 437175"/>
                <a:gd name="connsiteY3" fmla="*/ 52025 h 437175"/>
                <a:gd name="connsiteX4" fmla="*/ 437175 w 437175"/>
                <a:gd name="connsiteY4" fmla="*/ 394390 h 437175"/>
                <a:gd name="connsiteX5" fmla="*/ 421937 w 437175"/>
                <a:gd name="connsiteY5" fmla="*/ 431177 h 437175"/>
                <a:gd name="connsiteX6" fmla="*/ 407458 w 437175"/>
                <a:gd name="connsiteY6" fmla="*/ 437175 h 437175"/>
                <a:gd name="connsiteX7" fmla="*/ 0 w 437175"/>
                <a:gd name="connsiteY7" fmla="*/ 29717 h 437175"/>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7175" h="437175">
                  <a:moveTo>
                    <a:pt x="5998" y="15238"/>
                  </a:moveTo>
                  <a:cubicBezTo>
                    <a:pt x="15412" y="5823"/>
                    <a:pt x="28419" y="0"/>
                    <a:pt x="42785" y="0"/>
                  </a:cubicBezTo>
                  <a:lnTo>
                    <a:pt x="385150" y="0"/>
                  </a:lnTo>
                  <a:cubicBezTo>
                    <a:pt x="413883" y="0"/>
                    <a:pt x="437175" y="23292"/>
                    <a:pt x="437175" y="52025"/>
                  </a:cubicBezTo>
                  <a:lnTo>
                    <a:pt x="437175" y="394390"/>
                  </a:lnTo>
                  <a:cubicBezTo>
                    <a:pt x="437175" y="408756"/>
                    <a:pt x="431352" y="421763"/>
                    <a:pt x="421937" y="431177"/>
                  </a:cubicBezTo>
                  <a:lnTo>
                    <a:pt x="407458" y="437175"/>
                  </a:lnTo>
                  <a:lnTo>
                    <a:pt x="0" y="29717"/>
                  </a:lnTo>
                  <a:close/>
                </a:path>
              </a:pathLst>
            </a:custGeom>
            <a:solidFill>
              <a:srgbClr val="3281F6"/>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sp>
          <p:nvSpPr>
            <p:cNvPr id="31" name="图形"/>
            <p:cNvSpPr/>
            <p:nvPr/>
          </p:nvSpPr>
          <p:spPr>
            <a:xfrm>
              <a:off x="16488" y="4918"/>
              <a:ext cx="588" cy="588"/>
            </a:xfrm>
            <a:prstGeom prst="ellipse">
              <a:avLst/>
            </a:prstGeom>
            <a:solidFill>
              <a:srgbClr val="BCD7FC"/>
            </a:solidFill>
            <a:ln>
              <a:noFill/>
            </a:ln>
            <a:effectLst>
              <a:outerShdw blurRad="50800" dist="38100" dir="7800000" sx="116000" sy="116000" algn="t" rotWithShape="0">
                <a:srgbClr val="2BB76E">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sp>
          <p:nvSpPr>
            <p:cNvPr id="23" name="图形"/>
            <p:cNvSpPr txBox="1"/>
            <p:nvPr/>
          </p:nvSpPr>
          <p:spPr>
            <a:xfrm>
              <a:off x="11212" y="4918"/>
              <a:ext cx="5864" cy="696"/>
            </a:xfrm>
            <a:prstGeom prst="rect">
              <a:avLst/>
            </a:prstGeom>
            <a:noFill/>
          </p:spPr>
          <p:txBody>
            <a:bodyPr wrap="square" rtlCol="0">
              <a:normAutofit/>
            </a:bodyPr>
            <a:lstStyle/>
            <a:p>
              <a:pPr algn="dist"/>
              <a:r>
                <a:rPr lang="en-US" altLang="en-US" sz="2300">
                  <a:latin typeface="思源黑体 Medium"/>
                  <a:ea typeface="思源黑体 CN Medium" panose="020b0600000000000000" charset="-122"/>
                  <a:cs typeface="字魂创中黑" panose="00000500000000000000" charset="-122"/>
                  <a:sym typeface="+mn-ea"/>
                </a:rPr>
                <a:t>Summary of experience</a:t>
              </a:r>
              <a:endParaRPr lang="zh-CN" altLang="en-US" sz="4400">
                <a:latin typeface="思源黑体 CN Medium" panose="020b0600000000000000" charset="-122"/>
                <a:ea typeface="思源黑体 CN Medium" panose="020b0600000000000000" charset="-122"/>
                <a:cs typeface="字魂创中黑" panose="00000500000000000000" charset="-122"/>
                <a:sym typeface="+mn-ea"/>
              </a:endParaRPr>
            </a:p>
          </p:txBody>
        </p:sp>
        <p:grpSp>
          <p:nvGrpSpPr>
            <p:cNvPr id="3" name="组合 2"/>
            <p:cNvGrpSpPr/>
            <p:nvPr/>
          </p:nvGrpSpPr>
          <p:grpSpPr>
            <a:xfrm>
              <a:off x="15176" y="1561"/>
              <a:ext cx="2514" cy="466"/>
              <a:chOff x="1700" y="1492"/>
              <a:chExt cx="2514" cy="466"/>
            </a:xfrm>
          </p:grpSpPr>
          <p:sp>
            <p:nvSpPr>
              <p:cNvPr id="2" name="图形"/>
              <p:cNvSpPr/>
              <p:nvPr/>
            </p:nvSpPr>
            <p:spPr>
              <a:xfrm>
                <a:off x="1804" y="1505"/>
                <a:ext cx="453" cy="453"/>
              </a:xfrm>
              <a:prstGeom prst="ellipse">
                <a:avLst/>
              </a:prstGeom>
              <a:solidFill>
                <a:srgbClr val="3281F6"/>
              </a:solidFill>
              <a:ln>
                <a:noFill/>
              </a:ln>
              <a:effectLst>
                <a:outerShdw blurRad="50800" dist="38100" dir="7800000" sx="116000" sy="116000" algn="t" rotWithShape="0">
                  <a:srgbClr val="2BB76E">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sp>
            <p:nvSpPr>
              <p:cNvPr id="21" name="图形"/>
              <p:cNvSpPr/>
              <p:nvPr/>
            </p:nvSpPr>
            <p:spPr>
              <a:xfrm>
                <a:off x="2257" y="1492"/>
                <a:ext cx="1957" cy="412"/>
              </a:xfrm>
              <a:prstGeom prst="rect">
                <a:avLst/>
              </a:prstGeom>
            </p:spPr>
            <p:txBody>
              <a:bodyPr wrap="none">
                <a:normAutofit/>
              </a:bodyPr>
              <a:lstStyle/>
              <a:p>
                <a:r>
                  <a:rPr lang="en-US" altLang="zh-CN" sz="1100">
                    <a:solidFill>
                      <a:schemeClr val="tx1"/>
                    </a:solidFill>
                    <a:latin typeface="思源黑体 Normal"/>
                    <a:ea typeface="思源黑体 CN Normal" panose="020b0400000000000000" charset="-122"/>
                    <a:cs typeface="字魂创中黑" panose="00000500000000000000" charset="-122"/>
                  </a:rPr>
                  <a:t>www.slidesdocs</a:t>
                </a:r>
                <a:endParaRPr lang="en-US" altLang="zh-CN" sz="1200">
                  <a:solidFill>
                    <a:schemeClr val="tx1"/>
                  </a:solidFill>
                  <a:latin typeface="思源黑体 CN Normal" panose="020b0400000000000000" charset="-122"/>
                  <a:ea typeface="思源黑体 CN Normal" panose="020b0400000000000000" charset="-122"/>
                  <a:cs typeface="字魂创中黑" panose="00000500000000000000" charset="-122"/>
                </a:endParaRPr>
              </a:p>
            </p:txBody>
          </p:sp>
          <p:sp>
            <p:nvSpPr>
              <p:cNvPr id="29" name="图形"/>
              <p:cNvSpPr txBox="1"/>
              <p:nvPr/>
            </p:nvSpPr>
            <p:spPr>
              <a:xfrm>
                <a:off x="1700" y="1583"/>
                <a:ext cx="709" cy="289"/>
              </a:xfrm>
              <a:prstGeom prst="rect">
                <a:avLst/>
              </a:prstGeom>
              <a:noFill/>
            </p:spPr>
            <p:txBody>
              <a:bodyPr wrap="square" rtlCol="0">
                <a:normAutofit/>
              </a:bodyPr>
              <a:lstStyle/>
              <a:p>
                <a:r>
                  <a:rPr lang="en-US" altLang="zh-CN" sz="600" b="1">
                    <a:solidFill>
                      <a:schemeClr val="bg1"/>
                    </a:solidFill>
                    <a:latin typeface="思源黑体 Normal"/>
                    <a:ea typeface="思源黑体 CN Normal" panose="020b0400000000000000" charset="-122"/>
                    <a:cs typeface="字魂创中黑" panose="00000500000000000000" charset="-122"/>
                  </a:rPr>
                  <a:t>LOGO</a:t>
                </a:r>
                <a:endParaRPr lang="en-US" altLang="zh-CN" sz="600" b="1">
                  <a:solidFill>
                    <a:schemeClr val="bg1"/>
                  </a:solidFill>
                  <a:latin typeface="思源黑体 CN Normal" panose="020b0400000000000000" charset="-122"/>
                  <a:ea typeface="思源黑体 CN Normal" panose="020b0400000000000000" charset="-122"/>
                  <a:cs typeface="字魂创中黑" panose="00000500000000000000" charset="-122"/>
                </a:endParaRPr>
              </a:p>
            </p:txBody>
          </p:sp>
        </p:grpSp>
        <p:grpSp>
          <p:nvGrpSpPr>
            <p:cNvPr id="14" name="组合 13"/>
            <p:cNvGrpSpPr/>
            <p:nvPr/>
          </p:nvGrpSpPr>
          <p:grpSpPr>
            <a:xfrm>
              <a:off x="16180" y="8114"/>
              <a:ext cx="799" cy="182"/>
              <a:chOff x="9270" y="2823"/>
              <a:chExt cx="799" cy="182"/>
            </a:xfrm>
          </p:grpSpPr>
          <p:sp>
            <p:nvSpPr>
              <p:cNvPr id="71" name="图形"/>
              <p:cNvSpPr/>
              <p:nvPr/>
            </p:nvSpPr>
            <p:spPr>
              <a:xfrm>
                <a:off x="9270" y="2823"/>
                <a:ext cx="183" cy="183"/>
              </a:xfrm>
              <a:prstGeom prst="ellipse">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lumMod val="100000"/>
                    </a:prstClr>
                  </a:solidFill>
                  <a:effectLst/>
                  <a:uLnTx/>
                  <a:uFillTx/>
                  <a:latin typeface="字魂创中黑"/>
                  <a:ea typeface="字魂创中黑"/>
                  <a:cs typeface="字魂创中黑" panose="00000500000000000000" charset="-122"/>
                </a:endParaRPr>
              </a:p>
            </p:txBody>
          </p:sp>
          <p:sp>
            <p:nvSpPr>
              <p:cNvPr id="72" name="图形"/>
              <p:cNvSpPr/>
              <p:nvPr/>
            </p:nvSpPr>
            <p:spPr>
              <a:xfrm>
                <a:off x="9578" y="2823"/>
                <a:ext cx="183" cy="183"/>
              </a:xfrm>
              <a:prstGeom prst="ellipse">
                <a:avLst/>
              </a:prstGeom>
              <a:solidFill>
                <a:srgbClr val="3281F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lumMod val="100000"/>
                    </a:prstClr>
                  </a:solidFill>
                  <a:effectLst/>
                  <a:uLnTx/>
                  <a:uFillTx/>
                  <a:latin typeface="字魂创中黑"/>
                  <a:ea typeface="字魂创中黑"/>
                  <a:cs typeface="字魂创中黑" panose="00000500000000000000" charset="-122"/>
                </a:endParaRPr>
              </a:p>
            </p:txBody>
          </p:sp>
          <p:sp>
            <p:nvSpPr>
              <p:cNvPr id="65" name="图形"/>
              <p:cNvSpPr/>
              <p:nvPr/>
            </p:nvSpPr>
            <p:spPr>
              <a:xfrm>
                <a:off x="9887" y="2823"/>
                <a:ext cx="183" cy="183"/>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grpSp>
      </p:grpSp>
    </p:spTree>
    <p:custDataLst>
      <p:tags r:id="rId3"/>
    </p:custDataLst>
  </p:cSld>
  <p:clrMapOvr>
    <a:masterClrMapping/>
  </p:clrMapOvr>
  <p:transition advTm="2000">
    <p:checke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 presetClass="entr" presetSubtype="1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grpSp>
        <p:nvGrpSpPr>
          <p:cNvPr id="7" name="图形"/>
          <p:cNvGrpSpPr/>
          <p:nvPr/>
        </p:nvGrpSpPr>
        <p:grpSpPr>
          <a:xfrm>
            <a:off x="673735" y="810260"/>
            <a:ext cx="3173730" cy="528955"/>
            <a:chOff x="1061" y="1276"/>
            <a:chExt cx="4998" cy="833"/>
          </a:xfrm>
        </p:grpSpPr>
        <p:sp>
          <p:nvSpPr>
            <p:cNvPr id="3" name="图形"/>
            <p:cNvSpPr/>
            <p:nvPr/>
          </p:nvSpPr>
          <p:spPr>
            <a:xfrm rot="3300000">
              <a:off x="1061" y="1276"/>
              <a:ext cx="793" cy="793"/>
            </a:xfrm>
            <a:prstGeom prst="roundRect">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Normal" panose="020b0400000000000000" charset="-122"/>
                <a:ea typeface="思源黑体 CN Normal" panose="020b0400000000000000" charset="-122"/>
                <a:cs typeface="字魂创中黑" panose="00000500000000000000" charset="-122"/>
              </a:endParaRPr>
            </a:p>
          </p:txBody>
        </p:sp>
        <p:sp>
          <p:nvSpPr>
            <p:cNvPr id="5" name="图形"/>
            <p:cNvSpPr/>
            <p:nvPr/>
          </p:nvSpPr>
          <p:spPr>
            <a:xfrm rot="3300000">
              <a:off x="1341" y="1316"/>
              <a:ext cx="793" cy="793"/>
            </a:xfrm>
            <a:prstGeom prst="roundRect">
              <a:avLst/>
            </a:prstGeom>
            <a:solidFill>
              <a:schemeClr val="accent1"/>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Normal" panose="020b0400000000000000" charset="-122"/>
                <a:ea typeface="思源黑体 CN Normal" panose="020b0400000000000000" charset="-122"/>
                <a:cs typeface="字魂创中黑" panose="00000500000000000000" charset="-122"/>
              </a:endParaRPr>
            </a:p>
          </p:txBody>
        </p:sp>
        <p:sp>
          <p:nvSpPr>
            <p:cNvPr id="23" name="图形"/>
            <p:cNvSpPr txBox="1"/>
            <p:nvPr/>
          </p:nvSpPr>
          <p:spPr>
            <a:xfrm>
              <a:off x="2183" y="1301"/>
              <a:ext cx="3876" cy="504"/>
            </a:xfrm>
            <a:prstGeom prst="rect">
              <a:avLst/>
            </a:prstGeom>
            <a:noFill/>
          </p:spPr>
          <p:txBody>
            <a:bodyPr wrap="square" rtlCol="0">
              <a:normAutofit/>
            </a:bodyPr>
            <a:lstStyle/>
            <a:p>
              <a:pPr algn="l"/>
              <a:r>
                <a:rPr lang="en-US" altLang="en-US" sz="1500">
                  <a:solidFill>
                    <a:schemeClr val="tx1"/>
                  </a:solidFill>
                  <a:latin typeface="Source Han Sans SC"/>
                  <a:ea typeface="Source Han Sans SC"/>
                  <a:cs typeface="字魂创中黑" panose="00000500000000000000" charset="-122"/>
                  <a:sym typeface="+mn-ea"/>
                </a:rPr>
                <a:t>Summary of experience</a:t>
              </a:r>
              <a:endParaRPr lang="zh-CN" altLang="en-US" sz="2800">
                <a:solidFill>
                  <a:schemeClr val="tx1"/>
                </a:solidFill>
                <a:latin typeface="字魂创粗黑" panose="00000500000000000000" charset="-122"/>
                <a:ea typeface="字魂创粗黑" panose="00000500000000000000" charset="-122"/>
                <a:cs typeface="字魂创中黑" panose="00000500000000000000" charset="-122"/>
                <a:sym typeface="+mn-ea"/>
              </a:endParaRPr>
            </a:p>
          </p:txBody>
        </p:sp>
        <p:sp>
          <p:nvSpPr>
            <p:cNvPr id="4" name="图形"/>
            <p:cNvSpPr txBox="1"/>
            <p:nvPr/>
          </p:nvSpPr>
          <p:spPr>
            <a:xfrm>
              <a:off x="1251" y="1293"/>
              <a:ext cx="932" cy="725"/>
            </a:xfrm>
            <a:prstGeom prst="rect">
              <a:avLst/>
            </a:prstGeom>
            <a:noFill/>
          </p:spPr>
          <p:txBody>
            <a:bodyPr wrap="square" rtlCol="0">
              <a:normAutofit/>
            </a:bodyPr>
            <a:lstStyle/>
            <a:p>
              <a:pPr algn="ctr"/>
              <a:r>
                <a:rPr lang="en-US" altLang="zh-CN" sz="2400">
                  <a:solidFill>
                    <a:schemeClr val="bg1"/>
                  </a:solidFill>
                  <a:latin typeface="Source Han Sans SC"/>
                  <a:ea typeface="Source Han Sans SC"/>
                  <a:cs typeface="字魂创中黑" panose="00000500000000000000" charset="-122"/>
                </a:rPr>
                <a:t>04</a:t>
              </a:r>
              <a:endParaRPr lang="en-US" altLang="zh-CN" sz="2400">
                <a:solidFill>
                  <a:schemeClr val="bg1"/>
                </a:solidFill>
                <a:latin typeface="字魂创粗黑" panose="00000500000000000000" charset="-122"/>
                <a:ea typeface="字魂创粗黑" panose="00000500000000000000" charset="-122"/>
                <a:cs typeface="字魂创中黑" panose="00000500000000000000" charset="-122"/>
              </a:endParaRPr>
            </a:p>
          </p:txBody>
        </p:sp>
      </p:grpSp>
      <p:grpSp>
        <p:nvGrpSpPr>
          <p:cNvPr id="2" name="组合 1"/>
          <p:cNvGrpSpPr/>
          <p:nvPr/>
        </p:nvGrpSpPr>
        <p:grpSpPr>
          <a:xfrm>
            <a:off x="1033780" y="2273301"/>
            <a:ext cx="10156823" cy="2823437"/>
            <a:chOff x="1628" y="3580"/>
            <a:chExt cx="15995" cy="4446"/>
          </a:xfrm>
        </p:grpSpPr>
        <p:sp>
          <p:nvSpPr>
            <p:cNvPr id="9" name="图形"/>
            <p:cNvSpPr/>
            <p:nvPr/>
          </p:nvSpPr>
          <p:spPr>
            <a:xfrm>
              <a:off x="6716" y="3617"/>
              <a:ext cx="3132" cy="4291"/>
            </a:xfrm>
            <a:prstGeom prst="up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创中黑" panose="00000500000000000000" charset="-122"/>
              </a:endParaRPr>
            </a:p>
          </p:txBody>
        </p:sp>
        <p:sp>
          <p:nvSpPr>
            <p:cNvPr id="10" name="图形"/>
            <p:cNvSpPr/>
            <p:nvPr/>
          </p:nvSpPr>
          <p:spPr>
            <a:xfrm flipV="1">
              <a:off x="9213" y="3617"/>
              <a:ext cx="3132" cy="4291"/>
            </a:xfrm>
            <a:prstGeom prst="up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创中黑" panose="00000500000000000000" charset="-122"/>
              </a:endParaRPr>
            </a:p>
          </p:txBody>
        </p:sp>
        <p:sp>
          <p:nvSpPr>
            <p:cNvPr id="6" name="图形"/>
            <p:cNvSpPr/>
            <p:nvPr/>
          </p:nvSpPr>
          <p:spPr>
            <a:xfrm>
              <a:off x="12920" y="3762"/>
              <a:ext cx="126" cy="3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创中黑" panose="00000500000000000000" charset="-122"/>
              </a:endParaRPr>
            </a:p>
          </p:txBody>
        </p:sp>
        <p:sp>
          <p:nvSpPr>
            <p:cNvPr id="8" name="图形"/>
            <p:cNvSpPr txBox="1"/>
            <p:nvPr/>
          </p:nvSpPr>
          <p:spPr>
            <a:xfrm>
              <a:off x="13122" y="3580"/>
              <a:ext cx="2552" cy="485"/>
            </a:xfrm>
            <a:prstGeom prst="rect">
              <a:avLst/>
            </a:prstGeom>
            <a:noFill/>
          </p:spPr>
          <p:txBody>
            <a:bodyPr wrap="none" rtlCol="0">
              <a:normAutofit/>
            </a:bodyPr>
            <a:lstStyle/>
            <a:p>
              <a:r>
                <a:rPr lang="en-US" altLang="en-US" sz="1400" b="1">
                  <a:solidFill>
                    <a:schemeClr val="tx1"/>
                  </a:solidFill>
                  <a:latin typeface="Source Han Sans SC"/>
                  <a:ea typeface="Source Han Sans SC"/>
                  <a:cs typeface="字魂创中黑" panose="00000500000000000000" charset="-122"/>
                </a:rPr>
                <a:t>Default title text</a:t>
              </a:r>
              <a:endParaRPr lang="zh-CN" altLang="en-US" sz="2000" b="1">
                <a:solidFill>
                  <a:schemeClr val="tx1"/>
                </a:solidFill>
                <a:latin typeface="字魂创中黑"/>
                <a:ea typeface="字魂创中黑"/>
                <a:cs typeface="字魂创中黑" panose="00000500000000000000" charset="-122"/>
              </a:endParaRPr>
            </a:p>
          </p:txBody>
        </p:sp>
        <p:sp>
          <p:nvSpPr>
            <p:cNvPr id="11" name="图形"/>
            <p:cNvSpPr txBox="1"/>
            <p:nvPr/>
          </p:nvSpPr>
          <p:spPr>
            <a:xfrm>
              <a:off x="12740" y="4265"/>
              <a:ext cx="4883" cy="979"/>
            </a:xfrm>
            <a:prstGeom prst="rect">
              <a:avLst/>
            </a:prstGeom>
            <a:noFill/>
          </p:spPr>
          <p:txBody>
            <a:bodyPr wrap="square" rtlCol="0">
              <a:normAutofit/>
            </a:bodyPr>
            <a:lstStyle/>
            <a:p>
              <a:pPr>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rPr>
                <a:t>Add your text here add your text here add your text here add your text here</a:t>
              </a:r>
              <a:endParaRPr lang="zh-CN" altLang="en-US" sz="1200">
                <a:solidFill>
                  <a:schemeClr val="tx1">
                    <a:lumMod val="75000"/>
                    <a:lumOff val="25000"/>
                  </a:schemeClr>
                </a:solidFill>
                <a:latin typeface="字魂创中黑"/>
                <a:ea typeface="字魂创中黑"/>
                <a:cs typeface="字魂创中黑" panose="00000500000000000000" charset="-122"/>
              </a:endParaRPr>
            </a:p>
          </p:txBody>
        </p:sp>
        <p:sp>
          <p:nvSpPr>
            <p:cNvPr id="12" name="图形"/>
            <p:cNvSpPr/>
            <p:nvPr/>
          </p:nvSpPr>
          <p:spPr>
            <a:xfrm>
              <a:off x="12920" y="6544"/>
              <a:ext cx="126" cy="3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创中黑" panose="00000500000000000000" charset="-122"/>
              </a:endParaRPr>
            </a:p>
          </p:txBody>
        </p:sp>
        <p:sp>
          <p:nvSpPr>
            <p:cNvPr id="13" name="图形"/>
            <p:cNvSpPr txBox="1"/>
            <p:nvPr/>
          </p:nvSpPr>
          <p:spPr>
            <a:xfrm>
              <a:off x="13122" y="6362"/>
              <a:ext cx="2552" cy="485"/>
            </a:xfrm>
            <a:prstGeom prst="rect">
              <a:avLst/>
            </a:prstGeom>
            <a:noFill/>
          </p:spPr>
          <p:txBody>
            <a:bodyPr wrap="none" rtlCol="0">
              <a:normAutofit/>
            </a:bodyPr>
            <a:lstStyle/>
            <a:p>
              <a:r>
                <a:rPr lang="en-US" altLang="en-US" sz="1400" b="1">
                  <a:solidFill>
                    <a:schemeClr val="tx1"/>
                  </a:solidFill>
                  <a:latin typeface="Source Han Sans SC"/>
                  <a:ea typeface="Source Han Sans SC"/>
                  <a:cs typeface="字魂创中黑" panose="00000500000000000000" charset="-122"/>
                </a:rPr>
                <a:t>Default title text</a:t>
              </a:r>
              <a:endParaRPr lang="zh-CN" altLang="en-US" sz="2000" b="1">
                <a:solidFill>
                  <a:schemeClr val="tx1"/>
                </a:solidFill>
                <a:latin typeface="字魂创中黑"/>
                <a:ea typeface="字魂创中黑"/>
                <a:cs typeface="字魂创中黑" panose="00000500000000000000" charset="-122"/>
              </a:endParaRPr>
            </a:p>
          </p:txBody>
        </p:sp>
        <p:sp>
          <p:nvSpPr>
            <p:cNvPr id="14" name="图形"/>
            <p:cNvSpPr txBox="1"/>
            <p:nvPr/>
          </p:nvSpPr>
          <p:spPr>
            <a:xfrm>
              <a:off x="12740" y="7047"/>
              <a:ext cx="4883" cy="979"/>
            </a:xfrm>
            <a:prstGeom prst="rect">
              <a:avLst/>
            </a:prstGeom>
            <a:noFill/>
          </p:spPr>
          <p:txBody>
            <a:bodyPr wrap="square" rtlCol="0">
              <a:normAutofit/>
            </a:bodyPr>
            <a:lstStyle/>
            <a:p>
              <a:pPr>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rPr>
                <a:t>Add your text here add your text here add your text here add your text here</a:t>
              </a:r>
              <a:endParaRPr lang="zh-CN" altLang="en-US" sz="1200">
                <a:solidFill>
                  <a:schemeClr val="tx1">
                    <a:lumMod val="75000"/>
                    <a:lumOff val="25000"/>
                  </a:schemeClr>
                </a:solidFill>
                <a:latin typeface="字魂创中黑"/>
                <a:ea typeface="字魂创中黑"/>
                <a:cs typeface="字魂创中黑" panose="00000500000000000000" charset="-122"/>
              </a:endParaRPr>
            </a:p>
          </p:txBody>
        </p:sp>
        <p:sp>
          <p:nvSpPr>
            <p:cNvPr id="15" name="图形"/>
            <p:cNvSpPr/>
            <p:nvPr/>
          </p:nvSpPr>
          <p:spPr>
            <a:xfrm>
              <a:off x="1808" y="3762"/>
              <a:ext cx="126" cy="3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创中黑" panose="00000500000000000000" charset="-122"/>
              </a:endParaRPr>
            </a:p>
          </p:txBody>
        </p:sp>
        <p:sp>
          <p:nvSpPr>
            <p:cNvPr id="16" name="图形"/>
            <p:cNvSpPr txBox="1"/>
            <p:nvPr/>
          </p:nvSpPr>
          <p:spPr>
            <a:xfrm>
              <a:off x="2010" y="3580"/>
              <a:ext cx="2552" cy="485"/>
            </a:xfrm>
            <a:prstGeom prst="rect">
              <a:avLst/>
            </a:prstGeom>
            <a:noFill/>
          </p:spPr>
          <p:txBody>
            <a:bodyPr wrap="none" rtlCol="0">
              <a:normAutofit/>
            </a:bodyPr>
            <a:lstStyle/>
            <a:p>
              <a:r>
                <a:rPr lang="en-US" altLang="en-US" sz="1400" b="1">
                  <a:solidFill>
                    <a:schemeClr val="tx1"/>
                  </a:solidFill>
                  <a:latin typeface="Source Han Sans SC"/>
                  <a:ea typeface="Source Han Sans SC"/>
                  <a:cs typeface="字魂创中黑" panose="00000500000000000000" charset="-122"/>
                </a:rPr>
                <a:t>Default title text</a:t>
              </a:r>
              <a:endParaRPr lang="zh-CN" altLang="en-US" sz="2000" b="1">
                <a:solidFill>
                  <a:schemeClr val="tx1"/>
                </a:solidFill>
                <a:latin typeface="字魂创中黑"/>
                <a:ea typeface="字魂创中黑"/>
                <a:cs typeface="字魂创中黑" panose="00000500000000000000" charset="-122"/>
              </a:endParaRPr>
            </a:p>
          </p:txBody>
        </p:sp>
        <p:sp>
          <p:nvSpPr>
            <p:cNvPr id="17" name="图形"/>
            <p:cNvSpPr txBox="1"/>
            <p:nvPr/>
          </p:nvSpPr>
          <p:spPr>
            <a:xfrm>
              <a:off x="1628" y="4265"/>
              <a:ext cx="4883" cy="979"/>
            </a:xfrm>
            <a:prstGeom prst="rect">
              <a:avLst/>
            </a:prstGeom>
            <a:noFill/>
          </p:spPr>
          <p:txBody>
            <a:bodyPr wrap="square" rtlCol="0">
              <a:normAutofit/>
            </a:bodyPr>
            <a:lstStyle/>
            <a:p>
              <a:pPr>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rPr>
                <a:t>Add your text here add your text here add your text here add your text here</a:t>
              </a:r>
              <a:endParaRPr lang="zh-CN" altLang="en-US" sz="1200">
                <a:solidFill>
                  <a:schemeClr val="tx1">
                    <a:lumMod val="75000"/>
                    <a:lumOff val="25000"/>
                  </a:schemeClr>
                </a:solidFill>
                <a:latin typeface="字魂创中黑"/>
                <a:ea typeface="字魂创中黑"/>
                <a:cs typeface="字魂创中黑" panose="00000500000000000000" charset="-122"/>
              </a:endParaRPr>
            </a:p>
          </p:txBody>
        </p:sp>
        <p:sp>
          <p:nvSpPr>
            <p:cNvPr id="18" name="图形"/>
            <p:cNvSpPr/>
            <p:nvPr/>
          </p:nvSpPr>
          <p:spPr>
            <a:xfrm>
              <a:off x="1808" y="6544"/>
              <a:ext cx="126" cy="3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创中黑" panose="00000500000000000000" charset="-122"/>
              </a:endParaRPr>
            </a:p>
          </p:txBody>
        </p:sp>
        <p:sp>
          <p:nvSpPr>
            <p:cNvPr id="19" name="图形"/>
            <p:cNvSpPr txBox="1"/>
            <p:nvPr/>
          </p:nvSpPr>
          <p:spPr>
            <a:xfrm>
              <a:off x="2010" y="6362"/>
              <a:ext cx="2552" cy="485"/>
            </a:xfrm>
            <a:prstGeom prst="rect">
              <a:avLst/>
            </a:prstGeom>
            <a:noFill/>
          </p:spPr>
          <p:txBody>
            <a:bodyPr wrap="none" rtlCol="0">
              <a:normAutofit/>
            </a:bodyPr>
            <a:lstStyle/>
            <a:p>
              <a:r>
                <a:rPr lang="en-US" altLang="en-US" sz="1400" b="1">
                  <a:solidFill>
                    <a:schemeClr val="tx1"/>
                  </a:solidFill>
                  <a:latin typeface="Source Han Sans SC"/>
                  <a:ea typeface="Source Han Sans SC"/>
                  <a:cs typeface="字魂创中黑" panose="00000500000000000000" charset="-122"/>
                </a:rPr>
                <a:t>Default title text</a:t>
              </a:r>
              <a:endParaRPr lang="zh-CN" altLang="en-US" sz="2000" b="1">
                <a:solidFill>
                  <a:schemeClr val="tx1"/>
                </a:solidFill>
                <a:latin typeface="字魂创中黑"/>
                <a:ea typeface="字魂创中黑"/>
                <a:cs typeface="字魂创中黑" panose="00000500000000000000" charset="-122"/>
              </a:endParaRPr>
            </a:p>
          </p:txBody>
        </p:sp>
        <p:sp>
          <p:nvSpPr>
            <p:cNvPr id="22" name="图形"/>
            <p:cNvSpPr txBox="1"/>
            <p:nvPr/>
          </p:nvSpPr>
          <p:spPr>
            <a:xfrm>
              <a:off x="1628" y="7047"/>
              <a:ext cx="4883" cy="979"/>
            </a:xfrm>
            <a:prstGeom prst="rect">
              <a:avLst/>
            </a:prstGeom>
            <a:noFill/>
          </p:spPr>
          <p:txBody>
            <a:bodyPr wrap="square" rtlCol="0">
              <a:normAutofit/>
            </a:bodyPr>
            <a:lstStyle/>
            <a:p>
              <a:pPr>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rPr>
                <a:t>Add your text here add your text here add your text here add your text here</a:t>
              </a:r>
              <a:endParaRPr lang="zh-CN" altLang="en-US" sz="1200">
                <a:solidFill>
                  <a:schemeClr val="tx1">
                    <a:lumMod val="75000"/>
                    <a:lumOff val="25000"/>
                  </a:schemeClr>
                </a:solidFill>
                <a:latin typeface="字魂创中黑"/>
                <a:ea typeface="字魂创中黑"/>
                <a:cs typeface="字魂创中黑" panose="00000500000000000000" charset="-122"/>
              </a:endParaRPr>
            </a:p>
          </p:txBody>
        </p:sp>
        <p:sp>
          <p:nvSpPr>
            <p:cNvPr id="25" name="图形"/>
            <p:cNvSpPr txBox="1"/>
            <p:nvPr/>
          </p:nvSpPr>
          <p:spPr>
            <a:xfrm>
              <a:off x="7926" y="4436"/>
              <a:ext cx="768" cy="1011"/>
            </a:xfrm>
            <a:prstGeom prst="rect">
              <a:avLst/>
            </a:prstGeom>
            <a:noFill/>
          </p:spPr>
          <p:txBody>
            <a:bodyPr vert="vert" wrap="square" rtlCol="0">
              <a:normAutofit/>
            </a:bodyPr>
            <a:lstStyle/>
            <a:p>
              <a:pPr algn="dist"/>
              <a:r>
                <a:rPr lang="en-US" altLang="en-US" sz="2000">
                  <a:solidFill>
                    <a:schemeClr val="bg1"/>
                  </a:solidFill>
                  <a:latin typeface="思源黑体 Normal"/>
                  <a:ea typeface="思源黑体 CN Normal" panose="020b0400000000000000" charset="-122"/>
                  <a:cs typeface="思源黑体 CN Normal" panose="020b0400000000000000" charset="-122"/>
                </a:rPr>
                <a:t>Rise</a:t>
              </a:r>
              <a:endParaRPr lang="en-US" altLang="zh-CN" sz="2000">
                <a:solidFill>
                  <a:schemeClr val="bg1"/>
                </a:solidFill>
                <a:latin typeface="思源黑体 CN Normal" panose="020b0400000000000000" charset="-122"/>
                <a:ea typeface="思源黑体 CN Normal" panose="020b0400000000000000" charset="-122"/>
                <a:cs typeface="思源黑体 CN Normal" panose="020b0400000000000000" charset="-122"/>
              </a:endParaRPr>
            </a:p>
          </p:txBody>
        </p:sp>
        <p:sp>
          <p:nvSpPr>
            <p:cNvPr id="26" name="图形"/>
            <p:cNvSpPr txBox="1"/>
            <p:nvPr/>
          </p:nvSpPr>
          <p:spPr>
            <a:xfrm>
              <a:off x="7684" y="5782"/>
              <a:ext cx="1255" cy="725"/>
            </a:xfrm>
            <a:prstGeom prst="rect">
              <a:avLst/>
            </a:prstGeom>
            <a:noFill/>
          </p:spPr>
          <p:txBody>
            <a:bodyPr wrap="none" rtlCol="0" anchor="t">
              <a:normAutofit/>
            </a:bodyPr>
            <a:lstStyle/>
            <a:p>
              <a:pPr algn="dist"/>
              <a:r>
                <a:rPr lang="en-US" altLang="zh-CN" sz="2400">
                  <a:solidFill>
                    <a:schemeClr val="bg1"/>
                  </a:solidFill>
                  <a:latin typeface="思源黑体 Normal"/>
                  <a:ea typeface="思源黑体 CN Normal" panose="020b0400000000000000" charset="-122"/>
                  <a:cs typeface="思源黑体 CN Normal" panose="020b0400000000000000" charset="-122"/>
                  <a:sym typeface="+mn-ea"/>
                </a:rPr>
                <a:t>25%</a:t>
              </a:r>
              <a:endParaRPr lang="en-US" altLang="zh-CN" sz="2400">
                <a:solidFill>
                  <a:schemeClr val="bg1"/>
                </a:solidFill>
                <a:latin typeface="思源黑体 CN Normal" panose="020b0400000000000000" charset="-122"/>
                <a:ea typeface="思源黑体 CN Normal" panose="020b0400000000000000" charset="-122"/>
                <a:cs typeface="思源黑体 CN Normal" panose="020b0400000000000000" charset="-122"/>
                <a:sym typeface="+mn-ea"/>
              </a:endParaRPr>
            </a:p>
          </p:txBody>
        </p:sp>
        <p:sp>
          <p:nvSpPr>
            <p:cNvPr id="27" name="图形"/>
            <p:cNvSpPr txBox="1"/>
            <p:nvPr/>
          </p:nvSpPr>
          <p:spPr>
            <a:xfrm>
              <a:off x="10393" y="4436"/>
              <a:ext cx="552" cy="1011"/>
            </a:xfrm>
            <a:prstGeom prst="rect">
              <a:avLst/>
            </a:prstGeom>
            <a:noFill/>
          </p:spPr>
          <p:txBody>
            <a:bodyPr vert="vert" wrap="square" rtlCol="0">
              <a:normAutofit lnSpcReduction="20000"/>
            </a:bodyPr>
            <a:lstStyle/>
            <a:p>
              <a:pPr algn="dist"/>
              <a:r>
                <a:rPr lang="en-US" altLang="en-US" sz="1100">
                  <a:solidFill>
                    <a:schemeClr val="bg1"/>
                  </a:solidFill>
                  <a:latin typeface="思源黑体 Normal"/>
                  <a:ea typeface="思源黑体 CN Normal" panose="020b0400000000000000" charset="-122"/>
                  <a:cs typeface="思源黑体 CN Normal" panose="020b0400000000000000" charset="-122"/>
                </a:rPr>
                <a:t>Decline</a:t>
              </a:r>
              <a:endParaRPr lang="zh-CN" altLang="en-US" sz="2000">
                <a:solidFill>
                  <a:schemeClr val="bg1"/>
                </a:solidFill>
                <a:latin typeface="思源黑体 CN Normal" panose="020b0400000000000000" charset="-122"/>
                <a:ea typeface="思源黑体 CN Normal" panose="020b0400000000000000" charset="-122"/>
                <a:cs typeface="思源黑体 CN Normal" panose="020b0400000000000000" charset="-122"/>
              </a:endParaRPr>
            </a:p>
          </p:txBody>
        </p:sp>
        <p:sp>
          <p:nvSpPr>
            <p:cNvPr id="28" name="图形"/>
            <p:cNvSpPr txBox="1"/>
            <p:nvPr/>
          </p:nvSpPr>
          <p:spPr>
            <a:xfrm>
              <a:off x="10151" y="5782"/>
              <a:ext cx="1255" cy="725"/>
            </a:xfrm>
            <a:prstGeom prst="rect">
              <a:avLst/>
            </a:prstGeom>
            <a:noFill/>
          </p:spPr>
          <p:txBody>
            <a:bodyPr wrap="none" rtlCol="0" anchor="t">
              <a:normAutofit/>
            </a:bodyPr>
            <a:lstStyle/>
            <a:p>
              <a:pPr algn="dist"/>
              <a:r>
                <a:rPr lang="en-US" altLang="zh-CN" sz="2400">
                  <a:solidFill>
                    <a:schemeClr val="bg1"/>
                  </a:solidFill>
                  <a:latin typeface="思源黑体 Normal"/>
                  <a:ea typeface="思源黑体 CN Normal" panose="020b0400000000000000" charset="-122"/>
                  <a:cs typeface="思源黑体 CN Normal" panose="020b0400000000000000" charset="-122"/>
                  <a:sym typeface="+mn-ea"/>
                </a:rPr>
                <a:t>15%</a:t>
              </a:r>
              <a:endParaRPr lang="en-US" altLang="zh-CN" sz="2400">
                <a:solidFill>
                  <a:schemeClr val="bg1"/>
                </a:solidFill>
                <a:latin typeface="思源黑体 CN Normal" panose="020b0400000000000000" charset="-122"/>
                <a:ea typeface="思源黑体 CN Normal" panose="020b0400000000000000" charset="-122"/>
                <a:cs typeface="思源黑体 CN Normal" panose="020b0400000000000000" charset="-122"/>
                <a:sym typeface="+mn-ea"/>
              </a:endParaRPr>
            </a:p>
          </p:txBody>
        </p:sp>
      </p:grpSp>
    </p:spTree>
    <p:custDataLst>
      <p:tags r:id="rId2"/>
    </p:custDataLst>
  </p:cSld>
  <p:clrMapOvr>
    <a:masterClrMapping/>
  </p:clrMapOvr>
  <p:transition advTm="2000">
    <p:comb/>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3" presetClass="entr" presetSubtype="32" fill="hold" nodeType="afterEffect">
                                  <p:stCondLst>
                                    <p:cond delay="0"/>
                                  </p:stCondLst>
                                  <p:childTnLst>
                                    <p:set>
                                      <p:cBhvr>
                                        <p:cTn id="6" dur="500" fill="hold">
                                          <p:stCondLst>
                                            <p:cond delay="0"/>
                                          </p:stCondLst>
                                        </p:cTn>
                                        <p:tgtEl>
                                          <p:spTgt spid="2"/>
                                        </p:tgtEl>
                                        <p:attrNameLst>
                                          <p:attrName>style.visibility</p:attrName>
                                        </p:attrNameLst>
                                      </p:cBhvr>
                                      <p:to>
                                        <p:strVal val="visible"/>
                                      </p:to>
                                    </p:set>
                                    <p:animEffect transition="in" filter="plus(ou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grpSp>
        <p:nvGrpSpPr>
          <p:cNvPr id="7" name="图形"/>
          <p:cNvGrpSpPr/>
          <p:nvPr/>
        </p:nvGrpSpPr>
        <p:grpSpPr>
          <a:xfrm>
            <a:off x="673735" y="810260"/>
            <a:ext cx="3173730" cy="528955"/>
            <a:chOff x="1061" y="1276"/>
            <a:chExt cx="4998" cy="833"/>
          </a:xfrm>
        </p:grpSpPr>
        <p:sp>
          <p:nvSpPr>
            <p:cNvPr id="3" name="图形"/>
            <p:cNvSpPr/>
            <p:nvPr/>
          </p:nvSpPr>
          <p:spPr>
            <a:xfrm rot="3300000">
              <a:off x="1061" y="1276"/>
              <a:ext cx="793" cy="793"/>
            </a:xfrm>
            <a:prstGeom prst="roundRect">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Normal" panose="020b0400000000000000" charset="-122"/>
                <a:ea typeface="思源黑体 CN Normal" panose="020b0400000000000000" charset="-122"/>
                <a:cs typeface="字魂创中黑" panose="00000500000000000000" charset="-122"/>
              </a:endParaRPr>
            </a:p>
          </p:txBody>
        </p:sp>
        <p:sp>
          <p:nvSpPr>
            <p:cNvPr id="5" name="图形"/>
            <p:cNvSpPr/>
            <p:nvPr/>
          </p:nvSpPr>
          <p:spPr>
            <a:xfrm rot="3300000">
              <a:off x="1341" y="1316"/>
              <a:ext cx="793" cy="793"/>
            </a:xfrm>
            <a:prstGeom prst="roundRect">
              <a:avLst/>
            </a:prstGeom>
            <a:solidFill>
              <a:schemeClr val="accent1"/>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Normal" panose="020b0400000000000000" charset="-122"/>
                <a:ea typeface="思源黑体 CN Normal" panose="020b0400000000000000" charset="-122"/>
                <a:cs typeface="字魂创中黑" panose="00000500000000000000" charset="-122"/>
              </a:endParaRPr>
            </a:p>
          </p:txBody>
        </p:sp>
        <p:sp>
          <p:nvSpPr>
            <p:cNvPr id="23" name="图形"/>
            <p:cNvSpPr txBox="1"/>
            <p:nvPr/>
          </p:nvSpPr>
          <p:spPr>
            <a:xfrm>
              <a:off x="2183" y="1301"/>
              <a:ext cx="3876" cy="504"/>
            </a:xfrm>
            <a:prstGeom prst="rect">
              <a:avLst/>
            </a:prstGeom>
            <a:noFill/>
          </p:spPr>
          <p:txBody>
            <a:bodyPr wrap="square" rtlCol="0">
              <a:normAutofit/>
            </a:bodyPr>
            <a:lstStyle/>
            <a:p>
              <a:pPr algn="l"/>
              <a:r>
                <a:rPr lang="en-US" altLang="en-US" sz="1500">
                  <a:solidFill>
                    <a:schemeClr val="tx1"/>
                  </a:solidFill>
                  <a:latin typeface="Source Han Sans SC"/>
                  <a:ea typeface="Source Han Sans SC"/>
                  <a:cs typeface="字魂创中黑" panose="00000500000000000000" charset="-122"/>
                  <a:sym typeface="+mn-ea"/>
                </a:rPr>
                <a:t>Summary of experience</a:t>
              </a:r>
              <a:endParaRPr lang="zh-CN" altLang="en-US" sz="2800">
                <a:solidFill>
                  <a:schemeClr val="tx1"/>
                </a:solidFill>
                <a:latin typeface="字魂创粗黑" panose="00000500000000000000" charset="-122"/>
                <a:ea typeface="字魂创粗黑" panose="00000500000000000000" charset="-122"/>
                <a:cs typeface="字魂创中黑" panose="00000500000000000000" charset="-122"/>
                <a:sym typeface="+mn-ea"/>
              </a:endParaRPr>
            </a:p>
          </p:txBody>
        </p:sp>
        <p:sp>
          <p:nvSpPr>
            <p:cNvPr id="4" name="图形"/>
            <p:cNvSpPr txBox="1"/>
            <p:nvPr/>
          </p:nvSpPr>
          <p:spPr>
            <a:xfrm>
              <a:off x="1251" y="1293"/>
              <a:ext cx="932" cy="725"/>
            </a:xfrm>
            <a:prstGeom prst="rect">
              <a:avLst/>
            </a:prstGeom>
            <a:noFill/>
          </p:spPr>
          <p:txBody>
            <a:bodyPr wrap="square" rtlCol="0">
              <a:normAutofit/>
            </a:bodyPr>
            <a:lstStyle/>
            <a:p>
              <a:pPr algn="ctr"/>
              <a:r>
                <a:rPr lang="en-US" altLang="zh-CN" sz="2400">
                  <a:solidFill>
                    <a:schemeClr val="bg1"/>
                  </a:solidFill>
                  <a:latin typeface="Source Han Sans SC"/>
                  <a:ea typeface="Source Han Sans SC"/>
                  <a:cs typeface="字魂创中黑" panose="00000500000000000000" charset="-122"/>
                </a:rPr>
                <a:t>04</a:t>
              </a:r>
              <a:endParaRPr lang="en-US" altLang="zh-CN" sz="2400">
                <a:solidFill>
                  <a:schemeClr val="bg1"/>
                </a:solidFill>
                <a:latin typeface="字魂创粗黑" panose="00000500000000000000" charset="-122"/>
                <a:ea typeface="字魂创粗黑" panose="00000500000000000000" charset="-122"/>
                <a:cs typeface="字魂创中黑" panose="00000500000000000000" charset="-122"/>
              </a:endParaRPr>
            </a:p>
          </p:txBody>
        </p:sp>
      </p:grpSp>
      <p:grpSp>
        <p:nvGrpSpPr>
          <p:cNvPr id="2" name="组合 1"/>
          <p:cNvGrpSpPr/>
          <p:nvPr/>
        </p:nvGrpSpPr>
        <p:grpSpPr>
          <a:xfrm>
            <a:off x="894715" y="1056005"/>
            <a:ext cx="10144760" cy="5273040"/>
            <a:chOff x="1409" y="1663"/>
            <a:chExt cx="15976" cy="8304"/>
          </a:xfrm>
        </p:grpSpPr>
        <p:grpSp>
          <p:nvGrpSpPr>
            <p:cNvPr id="51" name="图形"/>
            <p:cNvGrpSpPr/>
            <p:nvPr/>
          </p:nvGrpSpPr>
          <p:grpSpPr>
            <a:xfrm>
              <a:off x="9825" y="2918"/>
              <a:ext cx="7561" cy="1710"/>
              <a:chOff x="9861" y="3872"/>
              <a:chExt cx="7561" cy="1710"/>
            </a:xfrm>
          </p:grpSpPr>
          <p:sp>
            <p:nvSpPr>
              <p:cNvPr id="39" name="图形"/>
              <p:cNvSpPr txBox="1"/>
              <p:nvPr/>
            </p:nvSpPr>
            <p:spPr>
              <a:xfrm>
                <a:off x="9861" y="4603"/>
                <a:ext cx="7561" cy="979"/>
              </a:xfrm>
              <a:prstGeom prst="rect">
                <a:avLst/>
              </a:prstGeom>
              <a:noFill/>
            </p:spPr>
            <p:txBody>
              <a:bodyPr wrap="square" rtlCol="0">
                <a:normAutofit/>
              </a:bodyPr>
              <a:lstStyle/>
              <a:p>
                <a:pPr>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rPr>
                  <a:t>Add your text here Add your text here Add your text here Add your text here Add your text here</a:t>
                </a:r>
                <a:endParaRPr lang="zh-CN" altLang="en-US" sz="1200">
                  <a:solidFill>
                    <a:schemeClr val="tx1">
                      <a:lumMod val="75000"/>
                      <a:lumOff val="25000"/>
                    </a:schemeClr>
                  </a:solidFill>
                  <a:latin typeface="字魂创中黑"/>
                  <a:ea typeface="字魂创中黑"/>
                  <a:cs typeface="字魂创中黑" panose="00000500000000000000" charset="-122"/>
                  <a:sym typeface="+mn-ea"/>
                </a:endParaRPr>
              </a:p>
            </p:txBody>
          </p:sp>
          <p:grpSp>
            <p:nvGrpSpPr>
              <p:cNvPr id="40" name="组合 39"/>
              <p:cNvGrpSpPr/>
              <p:nvPr/>
            </p:nvGrpSpPr>
            <p:grpSpPr>
              <a:xfrm>
                <a:off x="10019" y="4106"/>
                <a:ext cx="469" cy="487"/>
                <a:chOff x="8832" y="5945"/>
                <a:chExt cx="1534" cy="1590"/>
              </a:xfrm>
              <a:solidFill>
                <a:schemeClr val="tx1"/>
              </a:solidFill>
            </p:grpSpPr>
            <p:sp>
              <p:nvSpPr>
                <p:cNvPr id="41" name="图形"/>
                <p:cNvSpPr/>
                <p:nvPr>
                  <p:custDataLst>
                    <p:tags r:id="rId2"/>
                  </p:custDataLst>
                </p:nvPr>
              </p:nvSpPr>
              <p:spPr>
                <a:xfrm>
                  <a:off x="9045" y="6165"/>
                  <a:ext cx="1110" cy="1150"/>
                </a:xfrm>
                <a:prstGeom prst="rect">
                  <a:avLst/>
                </a:prstGeom>
                <a:solidFill>
                  <a:schemeClr val="accent1"/>
                </a:solidFill>
                <a:ln>
                  <a:solidFill>
                    <a:schemeClr val="bg2">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cs typeface="字魂创中黑" panose="00000500000000000000" charset="-122"/>
                  </a:endParaRPr>
                </a:p>
              </p:txBody>
            </p:sp>
            <p:sp>
              <p:nvSpPr>
                <p:cNvPr id="42" name="图形"/>
                <p:cNvSpPr/>
                <p:nvPr>
                  <p:custDataLst>
                    <p:tags r:id="rId3"/>
                  </p:custDataLst>
                </p:nvPr>
              </p:nvSpPr>
              <p:spPr>
                <a:xfrm>
                  <a:off x="8832" y="5945"/>
                  <a:ext cx="1535" cy="1590"/>
                </a:xfrm>
                <a:custGeom>
                  <a:gdLst>
                    <a:gd name="connsiteX0" fmla="*/ 743029 w 757237"/>
                    <a:gd name="connsiteY0" fmla="*/ 463225 h 783577"/>
                    <a:gd name="connsiteX1" fmla="*/ 757237 w 757237"/>
                    <a:gd name="connsiteY1" fmla="*/ 463225 h 783577"/>
                    <a:gd name="connsiteX2" fmla="*/ 757237 w 757237"/>
                    <a:gd name="connsiteY2" fmla="*/ 783577 h 783577"/>
                    <a:gd name="connsiteX3" fmla="*/ 450056 w 757237"/>
                    <a:gd name="connsiteY3" fmla="*/ 783577 h 783577"/>
                    <a:gd name="connsiteX4" fmla="*/ 450056 w 757237"/>
                    <a:gd name="connsiteY4" fmla="*/ 768874 h 783577"/>
                    <a:gd name="connsiteX5" fmla="*/ 743029 w 757237"/>
                    <a:gd name="connsiteY5" fmla="*/ 768874 h 783577"/>
                    <a:gd name="connsiteX6" fmla="*/ 0 w 757237"/>
                    <a:gd name="connsiteY6" fmla="*/ 463225 h 783577"/>
                    <a:gd name="connsiteX7" fmla="*/ 14207 w 757237"/>
                    <a:gd name="connsiteY7" fmla="*/ 463225 h 783577"/>
                    <a:gd name="connsiteX8" fmla="*/ 14207 w 757237"/>
                    <a:gd name="connsiteY8" fmla="*/ 768874 h 783577"/>
                    <a:gd name="connsiteX9" fmla="*/ 307181 w 757237"/>
                    <a:gd name="connsiteY9" fmla="*/ 768874 h 783577"/>
                    <a:gd name="connsiteX10" fmla="*/ 307181 w 757237"/>
                    <a:gd name="connsiteY10" fmla="*/ 783577 h 783577"/>
                    <a:gd name="connsiteX11" fmla="*/ 0 w 757237"/>
                    <a:gd name="connsiteY11" fmla="*/ 783577 h 783577"/>
                    <a:gd name="connsiteX12" fmla="*/ 450056 w 757237"/>
                    <a:gd name="connsiteY12" fmla="*/ 0 h 783577"/>
                    <a:gd name="connsiteX13" fmla="*/ 757237 w 757237"/>
                    <a:gd name="connsiteY13" fmla="*/ 0 h 783577"/>
                    <a:gd name="connsiteX14" fmla="*/ 757237 w 757237"/>
                    <a:gd name="connsiteY14" fmla="*/ 320350 h 783577"/>
                    <a:gd name="connsiteX15" fmla="*/ 743029 w 757237"/>
                    <a:gd name="connsiteY15" fmla="*/ 320350 h 783577"/>
                    <a:gd name="connsiteX16" fmla="*/ 743029 w 757237"/>
                    <a:gd name="connsiteY16" fmla="*/ 14702 h 783577"/>
                    <a:gd name="connsiteX17" fmla="*/ 450056 w 757237"/>
                    <a:gd name="connsiteY17" fmla="*/ 14702 h 783577"/>
                    <a:gd name="connsiteX18" fmla="*/ 0 w 757237"/>
                    <a:gd name="connsiteY18" fmla="*/ 0 h 783577"/>
                    <a:gd name="connsiteX19" fmla="*/ 307181 w 757237"/>
                    <a:gd name="connsiteY19" fmla="*/ 0 h 783577"/>
                    <a:gd name="connsiteX20" fmla="*/ 307181 w 757237"/>
                    <a:gd name="connsiteY20" fmla="*/ 14702 h 783577"/>
                    <a:gd name="connsiteX21" fmla="*/ 14207 w 757237"/>
                    <a:gd name="connsiteY21" fmla="*/ 14702 h 783577"/>
                    <a:gd name="connsiteX22" fmla="*/ 14207 w 757237"/>
                    <a:gd name="connsiteY22" fmla="*/ 320350 h 783577"/>
                    <a:gd name="connsiteX23" fmla="*/ 0 w 757237"/>
                    <a:gd name="connsiteY23" fmla="*/ 320350 h 783577"/>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7237" h="783577">
                      <a:moveTo>
                        <a:pt x="743029" y="463225"/>
                      </a:moveTo>
                      <a:lnTo>
                        <a:pt x="757237" y="463225"/>
                      </a:lnTo>
                      <a:lnTo>
                        <a:pt x="757237" y="783577"/>
                      </a:lnTo>
                      <a:lnTo>
                        <a:pt x="450056" y="783577"/>
                      </a:lnTo>
                      <a:lnTo>
                        <a:pt x="450056" y="768874"/>
                      </a:lnTo>
                      <a:lnTo>
                        <a:pt x="743029" y="768874"/>
                      </a:lnTo>
                      <a:close/>
                      <a:moveTo>
                        <a:pt x="0" y="463225"/>
                      </a:moveTo>
                      <a:lnTo>
                        <a:pt x="14207" y="463225"/>
                      </a:lnTo>
                      <a:lnTo>
                        <a:pt x="14207" y="768874"/>
                      </a:lnTo>
                      <a:lnTo>
                        <a:pt x="307181" y="768874"/>
                      </a:lnTo>
                      <a:lnTo>
                        <a:pt x="307181" y="783577"/>
                      </a:lnTo>
                      <a:lnTo>
                        <a:pt x="0" y="783577"/>
                      </a:lnTo>
                      <a:close/>
                      <a:moveTo>
                        <a:pt x="450056" y="0"/>
                      </a:moveTo>
                      <a:lnTo>
                        <a:pt x="757237" y="0"/>
                      </a:lnTo>
                      <a:lnTo>
                        <a:pt x="757237" y="320350"/>
                      </a:lnTo>
                      <a:lnTo>
                        <a:pt x="743029" y="320350"/>
                      </a:lnTo>
                      <a:lnTo>
                        <a:pt x="743029" y="14702"/>
                      </a:lnTo>
                      <a:lnTo>
                        <a:pt x="450056" y="14702"/>
                      </a:lnTo>
                      <a:close/>
                      <a:moveTo>
                        <a:pt x="0" y="0"/>
                      </a:moveTo>
                      <a:lnTo>
                        <a:pt x="307181" y="0"/>
                      </a:lnTo>
                      <a:lnTo>
                        <a:pt x="307181" y="14702"/>
                      </a:lnTo>
                      <a:lnTo>
                        <a:pt x="14207" y="14702"/>
                      </a:lnTo>
                      <a:lnTo>
                        <a:pt x="14207" y="320350"/>
                      </a:lnTo>
                      <a:lnTo>
                        <a:pt x="0" y="320350"/>
                      </a:lnTo>
                      <a:close/>
                    </a:path>
                  </a:pathLst>
                </a:cu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字魂创中黑" panose="00000500000000000000" charset="-122"/>
                  </a:endParaRPr>
                </a:p>
              </p:txBody>
            </p:sp>
            <p:sp>
              <p:nvSpPr>
                <p:cNvPr id="43" name="图形"/>
                <p:cNvSpPr/>
                <p:nvPr>
                  <p:custDataLst>
                    <p:tags r:id="rId4"/>
                  </p:custDataLst>
                </p:nvPr>
              </p:nvSpPr>
              <p:spPr bwMode="auto">
                <a:xfrm>
                  <a:off x="9277" y="6432"/>
                  <a:ext cx="628" cy="625"/>
                </a:xfrm>
                <a:custGeom>
                  <a:gdLst>
                    <a:gd name="T0" fmla="*/ 984018 w 1589088"/>
                    <a:gd name="T1" fmla="*/ 589506 h 1589088"/>
                    <a:gd name="T2" fmla="*/ 955171 w 1589088"/>
                    <a:gd name="T3" fmla="*/ 645802 h 1589088"/>
                    <a:gd name="T4" fmla="*/ 898294 w 1589088"/>
                    <a:gd name="T5" fmla="*/ 673272 h 1589088"/>
                    <a:gd name="T6" fmla="*/ 881422 w 1589088"/>
                    <a:gd name="T7" fmla="*/ 964824 h 1589088"/>
                    <a:gd name="T8" fmla="*/ 873530 w 1589088"/>
                    <a:gd name="T9" fmla="*/ 1040159 h 1589088"/>
                    <a:gd name="T10" fmla="*/ 824817 w 1589088"/>
                    <a:gd name="T11" fmla="*/ 1084490 h 1589088"/>
                    <a:gd name="T12" fmla="*/ 756238 w 1589088"/>
                    <a:gd name="T13" fmla="*/ 1088026 h 1589088"/>
                    <a:gd name="T14" fmla="*/ 703444 w 1589088"/>
                    <a:gd name="T15" fmla="*/ 1048590 h 1589088"/>
                    <a:gd name="T16" fmla="*/ 686571 w 1589088"/>
                    <a:gd name="T17" fmla="*/ 985493 h 1589088"/>
                    <a:gd name="T18" fmla="*/ 486007 w 1589088"/>
                    <a:gd name="T19" fmla="*/ 893024 h 1589088"/>
                    <a:gd name="T20" fmla="*/ 398106 w 1589088"/>
                    <a:gd name="T21" fmla="*/ 820680 h 1589088"/>
                    <a:gd name="T22" fmla="*/ 402189 w 1589088"/>
                    <a:gd name="T23" fmla="*/ 755134 h 1589088"/>
                    <a:gd name="T24" fmla="*/ 446547 w 1589088"/>
                    <a:gd name="T25" fmla="*/ 706452 h 1589088"/>
                    <a:gd name="T26" fmla="*/ 514037 w 1589088"/>
                    <a:gd name="T27" fmla="*/ 696389 h 1589088"/>
                    <a:gd name="T28" fmla="*/ 570641 w 1589088"/>
                    <a:gd name="T29" fmla="*/ 730385 h 1589088"/>
                    <a:gd name="T30" fmla="*/ 593501 w 1589088"/>
                    <a:gd name="T31" fmla="*/ 794027 h 1589088"/>
                    <a:gd name="T32" fmla="*/ 818558 w 1589088"/>
                    <a:gd name="T33" fmla="*/ 648522 h 1589088"/>
                    <a:gd name="T34" fmla="*/ 785901 w 1589088"/>
                    <a:gd name="T35" fmla="*/ 575091 h 1589088"/>
                    <a:gd name="T36" fmla="*/ 808761 w 1589088"/>
                    <a:gd name="T37" fmla="*/ 511721 h 1589088"/>
                    <a:gd name="T38" fmla="*/ 865365 w 1589088"/>
                    <a:gd name="T39" fmla="*/ 477726 h 1589088"/>
                    <a:gd name="T40" fmla="*/ 728574 w 1589088"/>
                    <a:gd name="T41" fmla="*/ 144010 h 1589088"/>
                    <a:gd name="T42" fmla="*/ 531280 w 1589088"/>
                    <a:gd name="T43" fmla="*/ 182593 h 1589088"/>
                    <a:gd name="T44" fmla="*/ 353281 w 1589088"/>
                    <a:gd name="T45" fmla="*/ 288291 h 1589088"/>
                    <a:gd name="T46" fmla="*/ 219577 w 1589088"/>
                    <a:gd name="T47" fmla="*/ 451592 h 1589088"/>
                    <a:gd name="T48" fmla="*/ 152454 w 1589088"/>
                    <a:gd name="T49" fmla="*/ 642880 h 1589088"/>
                    <a:gd name="T50" fmla="*/ 152454 w 1589088"/>
                    <a:gd name="T51" fmla="*/ 843135 h 1589088"/>
                    <a:gd name="T52" fmla="*/ 219577 w 1589088"/>
                    <a:gd name="T53" fmla="*/ 1034422 h 1589088"/>
                    <a:gd name="T54" fmla="*/ 353281 w 1589088"/>
                    <a:gd name="T55" fmla="*/ 1197724 h 1589088"/>
                    <a:gd name="T56" fmla="*/ 531280 w 1589088"/>
                    <a:gd name="T57" fmla="*/ 1303421 h 1589088"/>
                    <a:gd name="T58" fmla="*/ 728574 w 1589088"/>
                    <a:gd name="T59" fmla="*/ 1341734 h 1589088"/>
                    <a:gd name="T60" fmla="*/ 927227 w 1589088"/>
                    <a:gd name="T61" fmla="*/ 1312931 h 1589088"/>
                    <a:gd name="T62" fmla="*/ 1109302 w 1589088"/>
                    <a:gd name="T63" fmla="*/ 1217015 h 1589088"/>
                    <a:gd name="T64" fmla="*/ 1251431 w 1589088"/>
                    <a:gd name="T65" fmla="*/ 1059964 h 1589088"/>
                    <a:gd name="T66" fmla="*/ 1328065 w 1589088"/>
                    <a:gd name="T67" fmla="*/ 871393 h 1589088"/>
                    <a:gd name="T68" fmla="*/ 1337576 w 1589088"/>
                    <a:gd name="T69" fmla="*/ 671410 h 1589088"/>
                    <a:gd name="T70" fmla="*/ 1280237 w 1589088"/>
                    <a:gd name="T71" fmla="*/ 477677 h 1589088"/>
                    <a:gd name="T72" fmla="*/ 1155500 w 1589088"/>
                    <a:gd name="T73" fmla="*/ 308670 h 1589088"/>
                    <a:gd name="T74" fmla="*/ 981849 w 1589088"/>
                    <a:gd name="T75" fmla="*/ 193462 h 1589088"/>
                    <a:gd name="T76" fmla="*/ 785915 w 1589088"/>
                    <a:gd name="T77" fmla="*/ 145640 h 1589088"/>
                    <a:gd name="T78" fmla="*/ 902226 w 1589088"/>
                    <a:gd name="T79" fmla="*/ 17390 h 1589088"/>
                    <a:gd name="T80" fmla="*/ 1136207 w 1589088"/>
                    <a:gd name="T81" fmla="*/ 112491 h 1589088"/>
                    <a:gd name="T82" fmla="*/ 1320999 w 1589088"/>
                    <a:gd name="T83" fmla="*/ 276063 h 1589088"/>
                    <a:gd name="T84" fmla="*/ 1429702 w 1589088"/>
                    <a:gd name="T85" fmla="*/ 459201 h 1589088"/>
                    <a:gd name="T86" fmla="*/ 1481334 w 1589088"/>
                    <a:gd name="T87" fmla="*/ 660270 h 1589088"/>
                    <a:gd name="T88" fmla="*/ 1475356 w 1589088"/>
                    <a:gd name="T89" fmla="*/ 866502 h 1589088"/>
                    <a:gd name="T90" fmla="*/ 1412581 w 1589088"/>
                    <a:gd name="T91" fmla="*/ 1064855 h 1589088"/>
                    <a:gd name="T92" fmla="*/ 1892771 w 1589088"/>
                    <a:gd name="T93" fmla="*/ 1636001 h 1589088"/>
                    <a:gd name="T94" fmla="*/ 1896304 w 1589088"/>
                    <a:gd name="T95" fmla="*/ 1759632 h 1589088"/>
                    <a:gd name="T96" fmla="*/ 1783798 w 1589088"/>
                    <a:gd name="T97" fmla="*/ 1885980 h 1589088"/>
                    <a:gd name="T98" fmla="*/ 1662866 w 1589088"/>
                    <a:gd name="T99" fmla="*/ 1900381 h 1589088"/>
                    <a:gd name="T100" fmla="*/ 1104954 w 1589088"/>
                    <a:gd name="T101" fmla="*/ 1391458 h 1589088"/>
                    <a:gd name="T102" fmla="*/ 909835 w 1589088"/>
                    <a:gd name="T103" fmla="*/ 1466451 h 1589088"/>
                    <a:gd name="T104" fmla="*/ 704388 w 1589088"/>
                    <a:gd name="T105" fmla="*/ 1484656 h 1589088"/>
                    <a:gd name="T106" fmla="*/ 501116 w 1589088"/>
                    <a:gd name="T107" fmla="*/ 1445528 h 1589088"/>
                    <a:gd name="T108" fmla="*/ 313061 w 1589088"/>
                    <a:gd name="T109" fmla="*/ 1349069 h 1589088"/>
                    <a:gd name="T110" fmla="*/ 143758 w 1589088"/>
                    <a:gd name="T111" fmla="*/ 1181965 h 1589088"/>
                    <a:gd name="T112" fmla="*/ 30708 w 1589088"/>
                    <a:gd name="T113" fmla="*/ 954538 h 1589088"/>
                    <a:gd name="T114" fmla="*/ 815 w 1589088"/>
                    <a:gd name="T115" fmla="*/ 707277 h 1589088"/>
                    <a:gd name="T116" fmla="*/ 54351 w 1589088"/>
                    <a:gd name="T117" fmla="*/ 463275 h 1589088"/>
                    <a:gd name="T118" fmla="*/ 191315 w 1589088"/>
                    <a:gd name="T119" fmla="*/ 245360 h 1589088"/>
                    <a:gd name="T120" fmla="*/ 397577 w 1589088"/>
                    <a:gd name="T121" fmla="*/ 85319 h 1589088"/>
                    <a:gd name="T122" fmla="*/ 636177 w 1589088"/>
                    <a:gd name="T123" fmla="*/ 7880 h 15890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589088" h="1589088">
                      <a:moveTo>
                        <a:pt x="916859" y="288925"/>
                      </a:moveTo>
                      <a:lnTo>
                        <a:pt x="954088" y="332030"/>
                      </a:lnTo>
                      <a:lnTo>
                        <a:pt x="816067" y="450682"/>
                      </a:lnTo>
                      <a:lnTo>
                        <a:pt x="817430" y="454085"/>
                      </a:lnTo>
                      <a:lnTo>
                        <a:pt x="818338" y="457488"/>
                      </a:lnTo>
                      <a:lnTo>
                        <a:pt x="819246" y="461118"/>
                      </a:lnTo>
                      <a:lnTo>
                        <a:pt x="820381" y="464748"/>
                      </a:lnTo>
                      <a:lnTo>
                        <a:pt x="820835" y="468378"/>
                      </a:lnTo>
                      <a:lnTo>
                        <a:pt x="821289" y="472008"/>
                      </a:lnTo>
                      <a:lnTo>
                        <a:pt x="821743" y="475865"/>
                      </a:lnTo>
                      <a:lnTo>
                        <a:pt x="821743" y="479722"/>
                      </a:lnTo>
                      <a:lnTo>
                        <a:pt x="821743" y="483805"/>
                      </a:lnTo>
                      <a:lnTo>
                        <a:pt x="821289" y="487662"/>
                      </a:lnTo>
                      <a:lnTo>
                        <a:pt x="820835" y="491746"/>
                      </a:lnTo>
                      <a:lnTo>
                        <a:pt x="820154" y="495602"/>
                      </a:lnTo>
                      <a:lnTo>
                        <a:pt x="819246" y="499459"/>
                      </a:lnTo>
                      <a:lnTo>
                        <a:pt x="818338" y="503089"/>
                      </a:lnTo>
                      <a:lnTo>
                        <a:pt x="816976" y="506946"/>
                      </a:lnTo>
                      <a:lnTo>
                        <a:pt x="815840" y="510349"/>
                      </a:lnTo>
                      <a:lnTo>
                        <a:pt x="814251" y="513979"/>
                      </a:lnTo>
                      <a:lnTo>
                        <a:pt x="812662" y="517382"/>
                      </a:lnTo>
                      <a:lnTo>
                        <a:pt x="810619" y="520785"/>
                      </a:lnTo>
                      <a:lnTo>
                        <a:pt x="808803" y="523961"/>
                      </a:lnTo>
                      <a:lnTo>
                        <a:pt x="806760" y="527137"/>
                      </a:lnTo>
                      <a:lnTo>
                        <a:pt x="804263" y="530313"/>
                      </a:lnTo>
                      <a:lnTo>
                        <a:pt x="801993" y="533036"/>
                      </a:lnTo>
                      <a:lnTo>
                        <a:pt x="799496" y="535985"/>
                      </a:lnTo>
                      <a:lnTo>
                        <a:pt x="796772" y="538707"/>
                      </a:lnTo>
                      <a:lnTo>
                        <a:pt x="794048" y="541203"/>
                      </a:lnTo>
                      <a:lnTo>
                        <a:pt x="791324" y="543698"/>
                      </a:lnTo>
                      <a:lnTo>
                        <a:pt x="788146" y="545967"/>
                      </a:lnTo>
                      <a:lnTo>
                        <a:pt x="785194" y="548009"/>
                      </a:lnTo>
                      <a:lnTo>
                        <a:pt x="781789" y="550051"/>
                      </a:lnTo>
                      <a:lnTo>
                        <a:pt x="778611" y="552093"/>
                      </a:lnTo>
                      <a:lnTo>
                        <a:pt x="775433" y="553908"/>
                      </a:lnTo>
                      <a:lnTo>
                        <a:pt x="771801" y="555496"/>
                      </a:lnTo>
                      <a:lnTo>
                        <a:pt x="768396" y="556857"/>
                      </a:lnTo>
                      <a:lnTo>
                        <a:pt x="764537" y="558218"/>
                      </a:lnTo>
                      <a:lnTo>
                        <a:pt x="760905" y="559352"/>
                      </a:lnTo>
                      <a:lnTo>
                        <a:pt x="757046" y="560260"/>
                      </a:lnTo>
                      <a:lnTo>
                        <a:pt x="753413" y="560940"/>
                      </a:lnTo>
                      <a:lnTo>
                        <a:pt x="749327" y="561621"/>
                      </a:lnTo>
                      <a:lnTo>
                        <a:pt x="745241" y="562075"/>
                      </a:lnTo>
                      <a:lnTo>
                        <a:pt x="692121" y="754005"/>
                      </a:lnTo>
                      <a:lnTo>
                        <a:pt x="697343" y="756728"/>
                      </a:lnTo>
                      <a:lnTo>
                        <a:pt x="702110" y="759904"/>
                      </a:lnTo>
                      <a:lnTo>
                        <a:pt x="706650" y="763080"/>
                      </a:lnTo>
                      <a:lnTo>
                        <a:pt x="710963" y="766937"/>
                      </a:lnTo>
                      <a:lnTo>
                        <a:pt x="715049" y="770794"/>
                      </a:lnTo>
                      <a:lnTo>
                        <a:pt x="718908" y="774877"/>
                      </a:lnTo>
                      <a:lnTo>
                        <a:pt x="722313" y="779188"/>
                      </a:lnTo>
                      <a:lnTo>
                        <a:pt x="725718" y="783952"/>
                      </a:lnTo>
                      <a:lnTo>
                        <a:pt x="728670" y="788943"/>
                      </a:lnTo>
                      <a:lnTo>
                        <a:pt x="731167" y="793934"/>
                      </a:lnTo>
                      <a:lnTo>
                        <a:pt x="733437" y="799379"/>
                      </a:lnTo>
                      <a:lnTo>
                        <a:pt x="735253" y="804824"/>
                      </a:lnTo>
                      <a:lnTo>
                        <a:pt x="736615" y="810496"/>
                      </a:lnTo>
                      <a:lnTo>
                        <a:pt x="737750" y="816167"/>
                      </a:lnTo>
                      <a:lnTo>
                        <a:pt x="738431" y="822066"/>
                      </a:lnTo>
                      <a:lnTo>
                        <a:pt x="738658" y="828191"/>
                      </a:lnTo>
                      <a:lnTo>
                        <a:pt x="738658" y="832729"/>
                      </a:lnTo>
                      <a:lnTo>
                        <a:pt x="738431" y="836812"/>
                      </a:lnTo>
                      <a:lnTo>
                        <a:pt x="737523" y="840896"/>
                      </a:lnTo>
                      <a:lnTo>
                        <a:pt x="736842" y="844980"/>
                      </a:lnTo>
                      <a:lnTo>
                        <a:pt x="735934" y="849063"/>
                      </a:lnTo>
                      <a:lnTo>
                        <a:pt x="734799" y="852920"/>
                      </a:lnTo>
                      <a:lnTo>
                        <a:pt x="733664" y="856777"/>
                      </a:lnTo>
                      <a:lnTo>
                        <a:pt x="732075" y="860407"/>
                      </a:lnTo>
                      <a:lnTo>
                        <a:pt x="730259" y="864263"/>
                      </a:lnTo>
                      <a:lnTo>
                        <a:pt x="728670" y="867666"/>
                      </a:lnTo>
                      <a:lnTo>
                        <a:pt x="726626" y="871296"/>
                      </a:lnTo>
                      <a:lnTo>
                        <a:pt x="724583" y="874699"/>
                      </a:lnTo>
                      <a:lnTo>
                        <a:pt x="722086" y="877876"/>
                      </a:lnTo>
                      <a:lnTo>
                        <a:pt x="719589" y="881052"/>
                      </a:lnTo>
                      <a:lnTo>
                        <a:pt x="717092" y="884228"/>
                      </a:lnTo>
                      <a:lnTo>
                        <a:pt x="714141" y="886950"/>
                      </a:lnTo>
                      <a:lnTo>
                        <a:pt x="711417" y="889673"/>
                      </a:lnTo>
                      <a:lnTo>
                        <a:pt x="708239" y="892395"/>
                      </a:lnTo>
                      <a:lnTo>
                        <a:pt x="705288" y="894891"/>
                      </a:lnTo>
                      <a:lnTo>
                        <a:pt x="702110" y="896933"/>
                      </a:lnTo>
                      <a:lnTo>
                        <a:pt x="698705" y="899428"/>
                      </a:lnTo>
                      <a:lnTo>
                        <a:pt x="695299" y="901243"/>
                      </a:lnTo>
                      <a:lnTo>
                        <a:pt x="691440" y="903058"/>
                      </a:lnTo>
                      <a:lnTo>
                        <a:pt x="688035" y="904646"/>
                      </a:lnTo>
                      <a:lnTo>
                        <a:pt x="684176" y="906234"/>
                      </a:lnTo>
                      <a:lnTo>
                        <a:pt x="680317" y="907595"/>
                      </a:lnTo>
                      <a:lnTo>
                        <a:pt x="676231" y="908730"/>
                      </a:lnTo>
                      <a:lnTo>
                        <a:pt x="672372" y="909637"/>
                      </a:lnTo>
                      <a:lnTo>
                        <a:pt x="668286" y="910318"/>
                      </a:lnTo>
                      <a:lnTo>
                        <a:pt x="664199" y="910771"/>
                      </a:lnTo>
                      <a:lnTo>
                        <a:pt x="659886" y="911225"/>
                      </a:lnTo>
                      <a:lnTo>
                        <a:pt x="655573" y="911225"/>
                      </a:lnTo>
                      <a:lnTo>
                        <a:pt x="651260" y="911225"/>
                      </a:lnTo>
                      <a:lnTo>
                        <a:pt x="646947" y="910771"/>
                      </a:lnTo>
                      <a:lnTo>
                        <a:pt x="643088" y="910318"/>
                      </a:lnTo>
                      <a:lnTo>
                        <a:pt x="638775" y="909637"/>
                      </a:lnTo>
                      <a:lnTo>
                        <a:pt x="634915" y="908730"/>
                      </a:lnTo>
                      <a:lnTo>
                        <a:pt x="630829" y="907595"/>
                      </a:lnTo>
                      <a:lnTo>
                        <a:pt x="627197" y="906234"/>
                      </a:lnTo>
                      <a:lnTo>
                        <a:pt x="623338" y="904646"/>
                      </a:lnTo>
                      <a:lnTo>
                        <a:pt x="619706" y="903058"/>
                      </a:lnTo>
                      <a:lnTo>
                        <a:pt x="616074" y="901243"/>
                      </a:lnTo>
                      <a:lnTo>
                        <a:pt x="612669" y="899428"/>
                      </a:lnTo>
                      <a:lnTo>
                        <a:pt x="609037" y="896933"/>
                      </a:lnTo>
                      <a:lnTo>
                        <a:pt x="605858" y="894891"/>
                      </a:lnTo>
                      <a:lnTo>
                        <a:pt x="602680" y="892395"/>
                      </a:lnTo>
                      <a:lnTo>
                        <a:pt x="599729" y="889673"/>
                      </a:lnTo>
                      <a:lnTo>
                        <a:pt x="596778" y="886950"/>
                      </a:lnTo>
                      <a:lnTo>
                        <a:pt x="594054" y="884228"/>
                      </a:lnTo>
                      <a:lnTo>
                        <a:pt x="591557" y="881052"/>
                      </a:lnTo>
                      <a:lnTo>
                        <a:pt x="588833" y="877876"/>
                      </a:lnTo>
                      <a:lnTo>
                        <a:pt x="586790" y="874699"/>
                      </a:lnTo>
                      <a:lnTo>
                        <a:pt x="584520" y="871296"/>
                      </a:lnTo>
                      <a:lnTo>
                        <a:pt x="582704" y="867666"/>
                      </a:lnTo>
                      <a:lnTo>
                        <a:pt x="580661" y="864263"/>
                      </a:lnTo>
                      <a:lnTo>
                        <a:pt x="579072" y="860407"/>
                      </a:lnTo>
                      <a:lnTo>
                        <a:pt x="577710" y="856777"/>
                      </a:lnTo>
                      <a:lnTo>
                        <a:pt x="576348" y="852920"/>
                      </a:lnTo>
                      <a:lnTo>
                        <a:pt x="575212" y="849063"/>
                      </a:lnTo>
                      <a:lnTo>
                        <a:pt x="574077" y="844980"/>
                      </a:lnTo>
                      <a:lnTo>
                        <a:pt x="573396" y="840896"/>
                      </a:lnTo>
                      <a:lnTo>
                        <a:pt x="572942" y="836812"/>
                      </a:lnTo>
                      <a:lnTo>
                        <a:pt x="572488" y="832729"/>
                      </a:lnTo>
                      <a:lnTo>
                        <a:pt x="572488" y="828191"/>
                      </a:lnTo>
                      <a:lnTo>
                        <a:pt x="572488" y="825242"/>
                      </a:lnTo>
                      <a:lnTo>
                        <a:pt x="572715" y="822066"/>
                      </a:lnTo>
                      <a:lnTo>
                        <a:pt x="573623" y="815940"/>
                      </a:lnTo>
                      <a:lnTo>
                        <a:pt x="574986" y="810042"/>
                      </a:lnTo>
                      <a:lnTo>
                        <a:pt x="576575" y="804370"/>
                      </a:lnTo>
                      <a:lnTo>
                        <a:pt x="454445" y="733134"/>
                      </a:lnTo>
                      <a:lnTo>
                        <a:pt x="449904" y="736083"/>
                      </a:lnTo>
                      <a:lnTo>
                        <a:pt x="444910" y="738352"/>
                      </a:lnTo>
                      <a:lnTo>
                        <a:pt x="439689" y="740166"/>
                      </a:lnTo>
                      <a:lnTo>
                        <a:pt x="434468" y="741981"/>
                      </a:lnTo>
                      <a:lnTo>
                        <a:pt x="429020" y="743569"/>
                      </a:lnTo>
                      <a:lnTo>
                        <a:pt x="423571" y="744477"/>
                      </a:lnTo>
                      <a:lnTo>
                        <a:pt x="417669" y="745158"/>
                      </a:lnTo>
                      <a:lnTo>
                        <a:pt x="412221" y="745384"/>
                      </a:lnTo>
                      <a:lnTo>
                        <a:pt x="408589" y="745158"/>
                      </a:lnTo>
                      <a:lnTo>
                        <a:pt x="405411" y="744931"/>
                      </a:lnTo>
                      <a:lnTo>
                        <a:pt x="398828" y="744023"/>
                      </a:lnTo>
                      <a:lnTo>
                        <a:pt x="305755" y="898294"/>
                      </a:lnTo>
                      <a:lnTo>
                        <a:pt x="257175" y="869255"/>
                      </a:lnTo>
                      <a:lnTo>
                        <a:pt x="349113" y="716118"/>
                      </a:lnTo>
                      <a:lnTo>
                        <a:pt x="347070" y="713396"/>
                      </a:lnTo>
                      <a:lnTo>
                        <a:pt x="344573" y="710220"/>
                      </a:lnTo>
                      <a:lnTo>
                        <a:pt x="342757" y="707497"/>
                      </a:lnTo>
                      <a:lnTo>
                        <a:pt x="340714" y="704321"/>
                      </a:lnTo>
                      <a:lnTo>
                        <a:pt x="339125" y="701145"/>
                      </a:lnTo>
                      <a:lnTo>
                        <a:pt x="337536" y="697969"/>
                      </a:lnTo>
                      <a:lnTo>
                        <a:pt x="335720" y="694793"/>
                      </a:lnTo>
                      <a:lnTo>
                        <a:pt x="334358" y="691390"/>
                      </a:lnTo>
                      <a:lnTo>
                        <a:pt x="333223" y="687987"/>
                      </a:lnTo>
                      <a:lnTo>
                        <a:pt x="332087" y="684584"/>
                      </a:lnTo>
                      <a:lnTo>
                        <a:pt x="331179" y="680954"/>
                      </a:lnTo>
                      <a:lnTo>
                        <a:pt x="330498" y="677324"/>
                      </a:lnTo>
                      <a:lnTo>
                        <a:pt x="329590" y="673467"/>
                      </a:lnTo>
                      <a:lnTo>
                        <a:pt x="329136" y="670064"/>
                      </a:lnTo>
                      <a:lnTo>
                        <a:pt x="328909" y="665981"/>
                      </a:lnTo>
                      <a:lnTo>
                        <a:pt x="328909" y="662351"/>
                      </a:lnTo>
                      <a:lnTo>
                        <a:pt x="328909" y="658040"/>
                      </a:lnTo>
                      <a:lnTo>
                        <a:pt x="329363" y="653730"/>
                      </a:lnTo>
                      <a:lnTo>
                        <a:pt x="330044" y="649646"/>
                      </a:lnTo>
                      <a:lnTo>
                        <a:pt x="330725" y="645335"/>
                      </a:lnTo>
                      <a:lnTo>
                        <a:pt x="331633" y="641479"/>
                      </a:lnTo>
                      <a:lnTo>
                        <a:pt x="332768" y="637395"/>
                      </a:lnTo>
                      <a:lnTo>
                        <a:pt x="333904" y="633765"/>
                      </a:lnTo>
                      <a:lnTo>
                        <a:pt x="335493" y="629908"/>
                      </a:lnTo>
                      <a:lnTo>
                        <a:pt x="337082" y="626279"/>
                      </a:lnTo>
                      <a:lnTo>
                        <a:pt x="339125" y="622649"/>
                      </a:lnTo>
                      <a:lnTo>
                        <a:pt x="340941" y="619246"/>
                      </a:lnTo>
                      <a:lnTo>
                        <a:pt x="342984" y="615843"/>
                      </a:lnTo>
                      <a:lnTo>
                        <a:pt x="345481" y="612666"/>
                      </a:lnTo>
                      <a:lnTo>
                        <a:pt x="347978" y="609263"/>
                      </a:lnTo>
                      <a:lnTo>
                        <a:pt x="350475" y="606314"/>
                      </a:lnTo>
                      <a:lnTo>
                        <a:pt x="353426" y="603592"/>
                      </a:lnTo>
                      <a:lnTo>
                        <a:pt x="356150" y="600642"/>
                      </a:lnTo>
                      <a:lnTo>
                        <a:pt x="359101" y="598147"/>
                      </a:lnTo>
                      <a:lnTo>
                        <a:pt x="362279" y="595878"/>
                      </a:lnTo>
                      <a:lnTo>
                        <a:pt x="365458" y="593383"/>
                      </a:lnTo>
                      <a:lnTo>
                        <a:pt x="369090" y="591341"/>
                      </a:lnTo>
                      <a:lnTo>
                        <a:pt x="372495" y="589299"/>
                      </a:lnTo>
                      <a:lnTo>
                        <a:pt x="376127" y="587484"/>
                      </a:lnTo>
                      <a:lnTo>
                        <a:pt x="379759" y="585669"/>
                      </a:lnTo>
                      <a:lnTo>
                        <a:pt x="383618" y="584308"/>
                      </a:lnTo>
                      <a:lnTo>
                        <a:pt x="387250" y="582947"/>
                      </a:lnTo>
                      <a:lnTo>
                        <a:pt x="391336" y="581812"/>
                      </a:lnTo>
                      <a:lnTo>
                        <a:pt x="395196" y="580905"/>
                      </a:lnTo>
                      <a:lnTo>
                        <a:pt x="399509" y="580224"/>
                      </a:lnTo>
                      <a:lnTo>
                        <a:pt x="403368" y="579544"/>
                      </a:lnTo>
                      <a:lnTo>
                        <a:pt x="407681" y="579317"/>
                      </a:lnTo>
                      <a:lnTo>
                        <a:pt x="412221" y="579090"/>
                      </a:lnTo>
                      <a:lnTo>
                        <a:pt x="416307" y="579317"/>
                      </a:lnTo>
                      <a:lnTo>
                        <a:pt x="420620" y="579544"/>
                      </a:lnTo>
                      <a:lnTo>
                        <a:pt x="424707" y="580224"/>
                      </a:lnTo>
                      <a:lnTo>
                        <a:pt x="428793" y="580905"/>
                      </a:lnTo>
                      <a:lnTo>
                        <a:pt x="432652" y="581812"/>
                      </a:lnTo>
                      <a:lnTo>
                        <a:pt x="436738" y="582947"/>
                      </a:lnTo>
                      <a:lnTo>
                        <a:pt x="440597" y="584308"/>
                      </a:lnTo>
                      <a:lnTo>
                        <a:pt x="444456" y="585669"/>
                      </a:lnTo>
                      <a:lnTo>
                        <a:pt x="447861" y="587484"/>
                      </a:lnTo>
                      <a:lnTo>
                        <a:pt x="451720" y="589299"/>
                      </a:lnTo>
                      <a:lnTo>
                        <a:pt x="454899" y="591341"/>
                      </a:lnTo>
                      <a:lnTo>
                        <a:pt x="458531" y="593383"/>
                      </a:lnTo>
                      <a:lnTo>
                        <a:pt x="461709" y="595878"/>
                      </a:lnTo>
                      <a:lnTo>
                        <a:pt x="464887" y="598147"/>
                      </a:lnTo>
                      <a:lnTo>
                        <a:pt x="467838" y="600642"/>
                      </a:lnTo>
                      <a:lnTo>
                        <a:pt x="470562" y="603592"/>
                      </a:lnTo>
                      <a:lnTo>
                        <a:pt x="473513" y="606314"/>
                      </a:lnTo>
                      <a:lnTo>
                        <a:pt x="476010" y="609263"/>
                      </a:lnTo>
                      <a:lnTo>
                        <a:pt x="478734" y="612666"/>
                      </a:lnTo>
                      <a:lnTo>
                        <a:pt x="481004" y="615843"/>
                      </a:lnTo>
                      <a:lnTo>
                        <a:pt x="483047" y="619246"/>
                      </a:lnTo>
                      <a:lnTo>
                        <a:pt x="484864" y="622649"/>
                      </a:lnTo>
                      <a:lnTo>
                        <a:pt x="486907" y="626279"/>
                      </a:lnTo>
                      <a:lnTo>
                        <a:pt x="488496" y="629908"/>
                      </a:lnTo>
                      <a:lnTo>
                        <a:pt x="490085" y="633765"/>
                      </a:lnTo>
                      <a:lnTo>
                        <a:pt x="491220" y="637395"/>
                      </a:lnTo>
                      <a:lnTo>
                        <a:pt x="492355" y="641479"/>
                      </a:lnTo>
                      <a:lnTo>
                        <a:pt x="493490" y="645335"/>
                      </a:lnTo>
                      <a:lnTo>
                        <a:pt x="494171" y="649646"/>
                      </a:lnTo>
                      <a:lnTo>
                        <a:pt x="494625" y="653730"/>
                      </a:lnTo>
                      <a:lnTo>
                        <a:pt x="495079" y="658040"/>
                      </a:lnTo>
                      <a:lnTo>
                        <a:pt x="495079" y="662351"/>
                      </a:lnTo>
                      <a:lnTo>
                        <a:pt x="495079" y="665527"/>
                      </a:lnTo>
                      <a:lnTo>
                        <a:pt x="494852" y="669157"/>
                      </a:lnTo>
                      <a:lnTo>
                        <a:pt x="494398" y="672333"/>
                      </a:lnTo>
                      <a:lnTo>
                        <a:pt x="493944" y="675509"/>
                      </a:lnTo>
                      <a:lnTo>
                        <a:pt x="492355" y="682088"/>
                      </a:lnTo>
                      <a:lnTo>
                        <a:pt x="490539" y="688214"/>
                      </a:lnTo>
                      <a:lnTo>
                        <a:pt x="610853" y="758543"/>
                      </a:lnTo>
                      <a:lnTo>
                        <a:pt x="616528" y="755140"/>
                      </a:lnTo>
                      <a:lnTo>
                        <a:pt x="622430" y="752417"/>
                      </a:lnTo>
                      <a:lnTo>
                        <a:pt x="628559" y="749922"/>
                      </a:lnTo>
                      <a:lnTo>
                        <a:pt x="634915" y="748107"/>
                      </a:lnTo>
                      <a:lnTo>
                        <a:pt x="690305" y="547101"/>
                      </a:lnTo>
                      <a:lnTo>
                        <a:pt x="686673" y="544152"/>
                      </a:lnTo>
                      <a:lnTo>
                        <a:pt x="682814" y="540976"/>
                      </a:lnTo>
                      <a:lnTo>
                        <a:pt x="679409" y="537800"/>
                      </a:lnTo>
                      <a:lnTo>
                        <a:pt x="676004" y="533943"/>
                      </a:lnTo>
                      <a:lnTo>
                        <a:pt x="673053" y="530540"/>
                      </a:lnTo>
                      <a:lnTo>
                        <a:pt x="670102" y="526456"/>
                      </a:lnTo>
                      <a:lnTo>
                        <a:pt x="667605" y="522373"/>
                      </a:lnTo>
                      <a:lnTo>
                        <a:pt x="665107" y="518062"/>
                      </a:lnTo>
                      <a:lnTo>
                        <a:pt x="662837" y="513979"/>
                      </a:lnTo>
                      <a:lnTo>
                        <a:pt x="661021" y="509214"/>
                      </a:lnTo>
                      <a:lnTo>
                        <a:pt x="659432" y="504450"/>
                      </a:lnTo>
                      <a:lnTo>
                        <a:pt x="658070" y="499913"/>
                      </a:lnTo>
                      <a:lnTo>
                        <a:pt x="657162" y="494922"/>
                      </a:lnTo>
                      <a:lnTo>
                        <a:pt x="656027" y="489931"/>
                      </a:lnTo>
                      <a:lnTo>
                        <a:pt x="655573" y="484940"/>
                      </a:lnTo>
                      <a:lnTo>
                        <a:pt x="655573" y="479722"/>
                      </a:lnTo>
                      <a:lnTo>
                        <a:pt x="655573" y="475411"/>
                      </a:lnTo>
                      <a:lnTo>
                        <a:pt x="655800" y="471327"/>
                      </a:lnTo>
                      <a:lnTo>
                        <a:pt x="656708" y="467017"/>
                      </a:lnTo>
                      <a:lnTo>
                        <a:pt x="657389" y="463160"/>
                      </a:lnTo>
                      <a:lnTo>
                        <a:pt x="658297" y="458850"/>
                      </a:lnTo>
                      <a:lnTo>
                        <a:pt x="659432" y="455220"/>
                      </a:lnTo>
                      <a:lnTo>
                        <a:pt x="660567" y="451136"/>
                      </a:lnTo>
                      <a:lnTo>
                        <a:pt x="661929" y="447506"/>
                      </a:lnTo>
                      <a:lnTo>
                        <a:pt x="663745" y="443649"/>
                      </a:lnTo>
                      <a:lnTo>
                        <a:pt x="665561" y="440246"/>
                      </a:lnTo>
                      <a:lnTo>
                        <a:pt x="667605" y="436617"/>
                      </a:lnTo>
                      <a:lnTo>
                        <a:pt x="669648" y="433440"/>
                      </a:lnTo>
                      <a:lnTo>
                        <a:pt x="672145" y="430037"/>
                      </a:lnTo>
                      <a:lnTo>
                        <a:pt x="674642" y="426861"/>
                      </a:lnTo>
                      <a:lnTo>
                        <a:pt x="677139" y="423912"/>
                      </a:lnTo>
                      <a:lnTo>
                        <a:pt x="679863" y="420963"/>
                      </a:lnTo>
                      <a:lnTo>
                        <a:pt x="682814" y="418240"/>
                      </a:lnTo>
                      <a:lnTo>
                        <a:pt x="685765" y="415518"/>
                      </a:lnTo>
                      <a:lnTo>
                        <a:pt x="688943" y="413249"/>
                      </a:lnTo>
                      <a:lnTo>
                        <a:pt x="692121" y="410980"/>
                      </a:lnTo>
                      <a:lnTo>
                        <a:pt x="695526" y="408712"/>
                      </a:lnTo>
                      <a:lnTo>
                        <a:pt x="698932" y="406670"/>
                      </a:lnTo>
                      <a:lnTo>
                        <a:pt x="702791" y="404855"/>
                      </a:lnTo>
                      <a:lnTo>
                        <a:pt x="706196" y="403267"/>
                      </a:lnTo>
                      <a:lnTo>
                        <a:pt x="710055" y="401679"/>
                      </a:lnTo>
                      <a:lnTo>
                        <a:pt x="713914" y="400318"/>
                      </a:lnTo>
                      <a:lnTo>
                        <a:pt x="718000" y="399410"/>
                      </a:lnTo>
                      <a:lnTo>
                        <a:pt x="721859" y="398503"/>
                      </a:lnTo>
                      <a:lnTo>
                        <a:pt x="725945" y="397595"/>
                      </a:lnTo>
                      <a:lnTo>
                        <a:pt x="730032" y="397141"/>
                      </a:lnTo>
                      <a:lnTo>
                        <a:pt x="734345" y="396915"/>
                      </a:lnTo>
                      <a:lnTo>
                        <a:pt x="738658" y="396688"/>
                      </a:lnTo>
                      <a:lnTo>
                        <a:pt x="744106" y="396915"/>
                      </a:lnTo>
                      <a:lnTo>
                        <a:pt x="749554" y="397595"/>
                      </a:lnTo>
                      <a:lnTo>
                        <a:pt x="754775" y="398276"/>
                      </a:lnTo>
                      <a:lnTo>
                        <a:pt x="759770" y="399637"/>
                      </a:lnTo>
                      <a:lnTo>
                        <a:pt x="764764" y="400998"/>
                      </a:lnTo>
                      <a:lnTo>
                        <a:pt x="769758" y="403040"/>
                      </a:lnTo>
                      <a:lnTo>
                        <a:pt x="774298" y="405082"/>
                      </a:lnTo>
                      <a:lnTo>
                        <a:pt x="778838" y="407577"/>
                      </a:lnTo>
                      <a:lnTo>
                        <a:pt x="916859" y="288925"/>
                      </a:lnTo>
                      <a:close/>
                      <a:moveTo>
                        <a:pt x="607752" y="120128"/>
                      </a:moveTo>
                      <a:lnTo>
                        <a:pt x="595738" y="120581"/>
                      </a:lnTo>
                      <a:lnTo>
                        <a:pt x="583950" y="121488"/>
                      </a:lnTo>
                      <a:lnTo>
                        <a:pt x="571936" y="122621"/>
                      </a:lnTo>
                      <a:lnTo>
                        <a:pt x="559921" y="123755"/>
                      </a:lnTo>
                      <a:lnTo>
                        <a:pt x="548133" y="125341"/>
                      </a:lnTo>
                      <a:lnTo>
                        <a:pt x="536119" y="127154"/>
                      </a:lnTo>
                      <a:lnTo>
                        <a:pt x="524331" y="129421"/>
                      </a:lnTo>
                      <a:lnTo>
                        <a:pt x="512543" y="131688"/>
                      </a:lnTo>
                      <a:lnTo>
                        <a:pt x="500755" y="134407"/>
                      </a:lnTo>
                      <a:lnTo>
                        <a:pt x="489194" y="137581"/>
                      </a:lnTo>
                      <a:lnTo>
                        <a:pt x="477406" y="140754"/>
                      </a:lnTo>
                      <a:lnTo>
                        <a:pt x="466072" y="144380"/>
                      </a:lnTo>
                      <a:lnTo>
                        <a:pt x="454511" y="148234"/>
                      </a:lnTo>
                      <a:lnTo>
                        <a:pt x="443176" y="152313"/>
                      </a:lnTo>
                      <a:lnTo>
                        <a:pt x="431615" y="156620"/>
                      </a:lnTo>
                      <a:lnTo>
                        <a:pt x="420508" y="161380"/>
                      </a:lnTo>
                      <a:lnTo>
                        <a:pt x="409400" y="166593"/>
                      </a:lnTo>
                      <a:lnTo>
                        <a:pt x="398519" y="171579"/>
                      </a:lnTo>
                      <a:lnTo>
                        <a:pt x="387411" y="177246"/>
                      </a:lnTo>
                      <a:lnTo>
                        <a:pt x="376530" y="183139"/>
                      </a:lnTo>
                      <a:lnTo>
                        <a:pt x="365876" y="189485"/>
                      </a:lnTo>
                      <a:lnTo>
                        <a:pt x="355221" y="195831"/>
                      </a:lnTo>
                      <a:lnTo>
                        <a:pt x="344794" y="202631"/>
                      </a:lnTo>
                      <a:lnTo>
                        <a:pt x="334593" y="209431"/>
                      </a:lnTo>
                      <a:lnTo>
                        <a:pt x="324392" y="216684"/>
                      </a:lnTo>
                      <a:lnTo>
                        <a:pt x="314191" y="224163"/>
                      </a:lnTo>
                      <a:lnTo>
                        <a:pt x="304443" y="232323"/>
                      </a:lnTo>
                      <a:lnTo>
                        <a:pt x="294695" y="240483"/>
                      </a:lnTo>
                      <a:lnTo>
                        <a:pt x="284948" y="248869"/>
                      </a:lnTo>
                      <a:lnTo>
                        <a:pt x="275654" y="257482"/>
                      </a:lnTo>
                      <a:lnTo>
                        <a:pt x="266359" y="266548"/>
                      </a:lnTo>
                      <a:lnTo>
                        <a:pt x="257518" y="275614"/>
                      </a:lnTo>
                      <a:lnTo>
                        <a:pt x="248678" y="285134"/>
                      </a:lnTo>
                      <a:lnTo>
                        <a:pt x="240290" y="294654"/>
                      </a:lnTo>
                      <a:lnTo>
                        <a:pt x="232129" y="304400"/>
                      </a:lnTo>
                      <a:lnTo>
                        <a:pt x="224195" y="314373"/>
                      </a:lnTo>
                      <a:lnTo>
                        <a:pt x="216714" y="324346"/>
                      </a:lnTo>
                      <a:lnTo>
                        <a:pt x="209460" y="334545"/>
                      </a:lnTo>
                      <a:lnTo>
                        <a:pt x="202433" y="344971"/>
                      </a:lnTo>
                      <a:lnTo>
                        <a:pt x="195632" y="355397"/>
                      </a:lnTo>
                      <a:lnTo>
                        <a:pt x="189058" y="366050"/>
                      </a:lnTo>
                      <a:lnTo>
                        <a:pt x="183164" y="376703"/>
                      </a:lnTo>
                      <a:lnTo>
                        <a:pt x="177271" y="387583"/>
                      </a:lnTo>
                      <a:lnTo>
                        <a:pt x="171603" y="398462"/>
                      </a:lnTo>
                      <a:lnTo>
                        <a:pt x="166390" y="409342"/>
                      </a:lnTo>
                      <a:lnTo>
                        <a:pt x="161402" y="420448"/>
                      </a:lnTo>
                      <a:lnTo>
                        <a:pt x="156642" y="431554"/>
                      </a:lnTo>
                      <a:lnTo>
                        <a:pt x="152108" y="443114"/>
                      </a:lnTo>
                      <a:lnTo>
                        <a:pt x="148028" y="454673"/>
                      </a:lnTo>
                      <a:lnTo>
                        <a:pt x="144174" y="466006"/>
                      </a:lnTo>
                      <a:lnTo>
                        <a:pt x="140774" y="477565"/>
                      </a:lnTo>
                      <a:lnTo>
                        <a:pt x="137373" y="489125"/>
                      </a:lnTo>
                      <a:lnTo>
                        <a:pt x="134426" y="500911"/>
                      </a:lnTo>
                      <a:lnTo>
                        <a:pt x="131706" y="512470"/>
                      </a:lnTo>
                      <a:lnTo>
                        <a:pt x="129213" y="524256"/>
                      </a:lnTo>
                      <a:lnTo>
                        <a:pt x="127172" y="536269"/>
                      </a:lnTo>
                      <a:lnTo>
                        <a:pt x="125359" y="548055"/>
                      </a:lnTo>
                      <a:lnTo>
                        <a:pt x="123772" y="560068"/>
                      </a:lnTo>
                      <a:lnTo>
                        <a:pt x="122185" y="571854"/>
                      </a:lnTo>
                      <a:lnTo>
                        <a:pt x="121278" y="583867"/>
                      </a:lnTo>
                      <a:lnTo>
                        <a:pt x="120598" y="595880"/>
                      </a:lnTo>
                      <a:lnTo>
                        <a:pt x="120145" y="607666"/>
                      </a:lnTo>
                      <a:lnTo>
                        <a:pt x="120145" y="619905"/>
                      </a:lnTo>
                      <a:lnTo>
                        <a:pt x="120145" y="631918"/>
                      </a:lnTo>
                      <a:lnTo>
                        <a:pt x="120598" y="643704"/>
                      </a:lnTo>
                      <a:lnTo>
                        <a:pt x="121278" y="655717"/>
                      </a:lnTo>
                      <a:lnTo>
                        <a:pt x="122185" y="667503"/>
                      </a:lnTo>
                      <a:lnTo>
                        <a:pt x="123772" y="679516"/>
                      </a:lnTo>
                      <a:lnTo>
                        <a:pt x="125359" y="691529"/>
                      </a:lnTo>
                      <a:lnTo>
                        <a:pt x="127172" y="703315"/>
                      </a:lnTo>
                      <a:lnTo>
                        <a:pt x="129213" y="715328"/>
                      </a:lnTo>
                      <a:lnTo>
                        <a:pt x="131706" y="726887"/>
                      </a:lnTo>
                      <a:lnTo>
                        <a:pt x="134426" y="738673"/>
                      </a:lnTo>
                      <a:lnTo>
                        <a:pt x="137373" y="750460"/>
                      </a:lnTo>
                      <a:lnTo>
                        <a:pt x="140774" y="762019"/>
                      </a:lnTo>
                      <a:lnTo>
                        <a:pt x="144174" y="773579"/>
                      </a:lnTo>
                      <a:lnTo>
                        <a:pt x="148028" y="784911"/>
                      </a:lnTo>
                      <a:lnTo>
                        <a:pt x="152108" y="796471"/>
                      </a:lnTo>
                      <a:lnTo>
                        <a:pt x="156642" y="807804"/>
                      </a:lnTo>
                      <a:lnTo>
                        <a:pt x="161402" y="819136"/>
                      </a:lnTo>
                      <a:lnTo>
                        <a:pt x="166390" y="830016"/>
                      </a:lnTo>
                      <a:lnTo>
                        <a:pt x="171603" y="841122"/>
                      </a:lnTo>
                      <a:lnTo>
                        <a:pt x="177271" y="852002"/>
                      </a:lnTo>
                      <a:lnTo>
                        <a:pt x="183164" y="862881"/>
                      </a:lnTo>
                      <a:lnTo>
                        <a:pt x="189058" y="873534"/>
                      </a:lnTo>
                      <a:lnTo>
                        <a:pt x="195632" y="884187"/>
                      </a:lnTo>
                      <a:lnTo>
                        <a:pt x="202433" y="894613"/>
                      </a:lnTo>
                      <a:lnTo>
                        <a:pt x="209460" y="904813"/>
                      </a:lnTo>
                      <a:lnTo>
                        <a:pt x="216714" y="915239"/>
                      </a:lnTo>
                      <a:lnTo>
                        <a:pt x="224195" y="925212"/>
                      </a:lnTo>
                      <a:lnTo>
                        <a:pt x="232129" y="934958"/>
                      </a:lnTo>
                      <a:lnTo>
                        <a:pt x="240290" y="944931"/>
                      </a:lnTo>
                      <a:lnTo>
                        <a:pt x="248678" y="954450"/>
                      </a:lnTo>
                      <a:lnTo>
                        <a:pt x="257518" y="963743"/>
                      </a:lnTo>
                      <a:lnTo>
                        <a:pt x="266359" y="973036"/>
                      </a:lnTo>
                      <a:lnTo>
                        <a:pt x="275654" y="982102"/>
                      </a:lnTo>
                      <a:lnTo>
                        <a:pt x="284948" y="990715"/>
                      </a:lnTo>
                      <a:lnTo>
                        <a:pt x="294695" y="999102"/>
                      </a:lnTo>
                      <a:lnTo>
                        <a:pt x="304443" y="1007261"/>
                      </a:lnTo>
                      <a:lnTo>
                        <a:pt x="314191" y="1015194"/>
                      </a:lnTo>
                      <a:lnTo>
                        <a:pt x="324392" y="1022674"/>
                      </a:lnTo>
                      <a:lnTo>
                        <a:pt x="334593" y="1029927"/>
                      </a:lnTo>
                      <a:lnTo>
                        <a:pt x="344794" y="1036953"/>
                      </a:lnTo>
                      <a:lnTo>
                        <a:pt x="355221" y="1043753"/>
                      </a:lnTo>
                      <a:lnTo>
                        <a:pt x="365876" y="1050099"/>
                      </a:lnTo>
                      <a:lnTo>
                        <a:pt x="376530" y="1056446"/>
                      </a:lnTo>
                      <a:lnTo>
                        <a:pt x="387411" y="1062339"/>
                      </a:lnTo>
                      <a:lnTo>
                        <a:pt x="398292" y="1067779"/>
                      </a:lnTo>
                      <a:lnTo>
                        <a:pt x="409400" y="1072992"/>
                      </a:lnTo>
                      <a:lnTo>
                        <a:pt x="420508" y="1078205"/>
                      </a:lnTo>
                      <a:lnTo>
                        <a:pt x="431615" y="1082738"/>
                      </a:lnTo>
                      <a:lnTo>
                        <a:pt x="443176" y="1087271"/>
                      </a:lnTo>
                      <a:lnTo>
                        <a:pt x="454511" y="1091351"/>
                      </a:lnTo>
                      <a:lnTo>
                        <a:pt x="466072" y="1095204"/>
                      </a:lnTo>
                      <a:lnTo>
                        <a:pt x="477406" y="1098830"/>
                      </a:lnTo>
                      <a:lnTo>
                        <a:pt x="489194" y="1102004"/>
                      </a:lnTo>
                      <a:lnTo>
                        <a:pt x="500755" y="1104950"/>
                      </a:lnTo>
                      <a:lnTo>
                        <a:pt x="512543" y="1107897"/>
                      </a:lnTo>
                      <a:lnTo>
                        <a:pt x="524331" y="1110163"/>
                      </a:lnTo>
                      <a:lnTo>
                        <a:pt x="536119" y="1112203"/>
                      </a:lnTo>
                      <a:lnTo>
                        <a:pt x="548133" y="1114243"/>
                      </a:lnTo>
                      <a:lnTo>
                        <a:pt x="559921" y="1115830"/>
                      </a:lnTo>
                      <a:lnTo>
                        <a:pt x="571936" y="1116963"/>
                      </a:lnTo>
                      <a:lnTo>
                        <a:pt x="583950" y="1118096"/>
                      </a:lnTo>
                      <a:lnTo>
                        <a:pt x="595738" y="1118776"/>
                      </a:lnTo>
                      <a:lnTo>
                        <a:pt x="607752" y="1119230"/>
                      </a:lnTo>
                      <a:lnTo>
                        <a:pt x="619540" y="1119230"/>
                      </a:lnTo>
                      <a:lnTo>
                        <a:pt x="631782" y="1119230"/>
                      </a:lnTo>
                      <a:lnTo>
                        <a:pt x="643796" y="1118776"/>
                      </a:lnTo>
                      <a:lnTo>
                        <a:pt x="655584" y="1118096"/>
                      </a:lnTo>
                      <a:lnTo>
                        <a:pt x="667598" y="1116963"/>
                      </a:lnTo>
                      <a:lnTo>
                        <a:pt x="679613" y="1115830"/>
                      </a:lnTo>
                      <a:lnTo>
                        <a:pt x="691401" y="1114243"/>
                      </a:lnTo>
                      <a:lnTo>
                        <a:pt x="703415" y="1112203"/>
                      </a:lnTo>
                      <a:lnTo>
                        <a:pt x="715203" y="1110163"/>
                      </a:lnTo>
                      <a:lnTo>
                        <a:pt x="726991" y="1107897"/>
                      </a:lnTo>
                      <a:lnTo>
                        <a:pt x="738779" y="1104950"/>
                      </a:lnTo>
                      <a:lnTo>
                        <a:pt x="750340" y="1102004"/>
                      </a:lnTo>
                      <a:lnTo>
                        <a:pt x="762128" y="1098830"/>
                      </a:lnTo>
                      <a:lnTo>
                        <a:pt x="773462" y="1095204"/>
                      </a:lnTo>
                      <a:lnTo>
                        <a:pt x="785023" y="1091351"/>
                      </a:lnTo>
                      <a:lnTo>
                        <a:pt x="796358" y="1087271"/>
                      </a:lnTo>
                      <a:lnTo>
                        <a:pt x="807692" y="1082738"/>
                      </a:lnTo>
                      <a:lnTo>
                        <a:pt x="819026" y="1078205"/>
                      </a:lnTo>
                      <a:lnTo>
                        <a:pt x="830134" y="1072992"/>
                      </a:lnTo>
                      <a:lnTo>
                        <a:pt x="841015" y="1067779"/>
                      </a:lnTo>
                      <a:lnTo>
                        <a:pt x="852123" y="1062339"/>
                      </a:lnTo>
                      <a:lnTo>
                        <a:pt x="862777" y="1056446"/>
                      </a:lnTo>
                      <a:lnTo>
                        <a:pt x="873658" y="1050099"/>
                      </a:lnTo>
                      <a:lnTo>
                        <a:pt x="884086" y="1043753"/>
                      </a:lnTo>
                      <a:lnTo>
                        <a:pt x="894740" y="1036953"/>
                      </a:lnTo>
                      <a:lnTo>
                        <a:pt x="904941" y="1029927"/>
                      </a:lnTo>
                      <a:lnTo>
                        <a:pt x="915142" y="1022674"/>
                      </a:lnTo>
                      <a:lnTo>
                        <a:pt x="925343" y="1015194"/>
                      </a:lnTo>
                      <a:lnTo>
                        <a:pt x="935091" y="1007261"/>
                      </a:lnTo>
                      <a:lnTo>
                        <a:pt x="944839" y="999102"/>
                      </a:lnTo>
                      <a:lnTo>
                        <a:pt x="954586" y="990715"/>
                      </a:lnTo>
                      <a:lnTo>
                        <a:pt x="963880" y="982102"/>
                      </a:lnTo>
                      <a:lnTo>
                        <a:pt x="972948" y="973036"/>
                      </a:lnTo>
                      <a:lnTo>
                        <a:pt x="982016" y="963743"/>
                      </a:lnTo>
                      <a:lnTo>
                        <a:pt x="990856" y="954450"/>
                      </a:lnTo>
                      <a:lnTo>
                        <a:pt x="999244" y="944931"/>
                      </a:lnTo>
                      <a:lnTo>
                        <a:pt x="1007405" y="934958"/>
                      </a:lnTo>
                      <a:lnTo>
                        <a:pt x="1015339" y="925212"/>
                      </a:lnTo>
                      <a:lnTo>
                        <a:pt x="1022820" y="915239"/>
                      </a:lnTo>
                      <a:lnTo>
                        <a:pt x="1030074" y="904813"/>
                      </a:lnTo>
                      <a:lnTo>
                        <a:pt x="1037101" y="894613"/>
                      </a:lnTo>
                      <a:lnTo>
                        <a:pt x="1043902" y="884187"/>
                      </a:lnTo>
                      <a:lnTo>
                        <a:pt x="1050249" y="873534"/>
                      </a:lnTo>
                      <a:lnTo>
                        <a:pt x="1056370" y="862881"/>
                      </a:lnTo>
                      <a:lnTo>
                        <a:pt x="1062263" y="852002"/>
                      </a:lnTo>
                      <a:lnTo>
                        <a:pt x="1067931" y="841122"/>
                      </a:lnTo>
                      <a:lnTo>
                        <a:pt x="1073144" y="830016"/>
                      </a:lnTo>
                      <a:lnTo>
                        <a:pt x="1078132" y="819136"/>
                      </a:lnTo>
                      <a:lnTo>
                        <a:pt x="1082892" y="807804"/>
                      </a:lnTo>
                      <a:lnTo>
                        <a:pt x="1087426" y="796471"/>
                      </a:lnTo>
                      <a:lnTo>
                        <a:pt x="1091280" y="784911"/>
                      </a:lnTo>
                      <a:lnTo>
                        <a:pt x="1095360" y="773579"/>
                      </a:lnTo>
                      <a:lnTo>
                        <a:pt x="1098760" y="762019"/>
                      </a:lnTo>
                      <a:lnTo>
                        <a:pt x="1102161" y="750460"/>
                      </a:lnTo>
                      <a:lnTo>
                        <a:pt x="1105108" y="738673"/>
                      </a:lnTo>
                      <a:lnTo>
                        <a:pt x="1107828" y="726887"/>
                      </a:lnTo>
                      <a:lnTo>
                        <a:pt x="1110321" y="715328"/>
                      </a:lnTo>
                      <a:lnTo>
                        <a:pt x="1112362" y="703315"/>
                      </a:lnTo>
                      <a:lnTo>
                        <a:pt x="1114175" y="691529"/>
                      </a:lnTo>
                      <a:lnTo>
                        <a:pt x="1115762" y="679516"/>
                      </a:lnTo>
                      <a:lnTo>
                        <a:pt x="1117122" y="667503"/>
                      </a:lnTo>
                      <a:lnTo>
                        <a:pt x="1118256" y="655717"/>
                      </a:lnTo>
                      <a:lnTo>
                        <a:pt x="1118936" y="643704"/>
                      </a:lnTo>
                      <a:lnTo>
                        <a:pt x="1119389" y="631918"/>
                      </a:lnTo>
                      <a:lnTo>
                        <a:pt x="1119389" y="619905"/>
                      </a:lnTo>
                      <a:lnTo>
                        <a:pt x="1119389" y="607666"/>
                      </a:lnTo>
                      <a:lnTo>
                        <a:pt x="1118936" y="595880"/>
                      </a:lnTo>
                      <a:lnTo>
                        <a:pt x="1118256" y="583867"/>
                      </a:lnTo>
                      <a:lnTo>
                        <a:pt x="1117122" y="571854"/>
                      </a:lnTo>
                      <a:lnTo>
                        <a:pt x="1115762" y="560068"/>
                      </a:lnTo>
                      <a:lnTo>
                        <a:pt x="1114175" y="548055"/>
                      </a:lnTo>
                      <a:lnTo>
                        <a:pt x="1112362" y="536269"/>
                      </a:lnTo>
                      <a:lnTo>
                        <a:pt x="1110321" y="524256"/>
                      </a:lnTo>
                      <a:lnTo>
                        <a:pt x="1107828" y="512470"/>
                      </a:lnTo>
                      <a:lnTo>
                        <a:pt x="1105108" y="500911"/>
                      </a:lnTo>
                      <a:lnTo>
                        <a:pt x="1102161" y="489125"/>
                      </a:lnTo>
                      <a:lnTo>
                        <a:pt x="1098760" y="477565"/>
                      </a:lnTo>
                      <a:lnTo>
                        <a:pt x="1095360" y="466006"/>
                      </a:lnTo>
                      <a:lnTo>
                        <a:pt x="1091280" y="454673"/>
                      </a:lnTo>
                      <a:lnTo>
                        <a:pt x="1087426" y="443114"/>
                      </a:lnTo>
                      <a:lnTo>
                        <a:pt x="1082892" y="431554"/>
                      </a:lnTo>
                      <a:lnTo>
                        <a:pt x="1078132" y="420448"/>
                      </a:lnTo>
                      <a:lnTo>
                        <a:pt x="1073144" y="409342"/>
                      </a:lnTo>
                      <a:lnTo>
                        <a:pt x="1067931" y="398462"/>
                      </a:lnTo>
                      <a:lnTo>
                        <a:pt x="1062263" y="387583"/>
                      </a:lnTo>
                      <a:lnTo>
                        <a:pt x="1056370" y="376703"/>
                      </a:lnTo>
                      <a:lnTo>
                        <a:pt x="1050249" y="366050"/>
                      </a:lnTo>
                      <a:lnTo>
                        <a:pt x="1043902" y="355397"/>
                      </a:lnTo>
                      <a:lnTo>
                        <a:pt x="1037101" y="344971"/>
                      </a:lnTo>
                      <a:lnTo>
                        <a:pt x="1030074" y="334545"/>
                      </a:lnTo>
                      <a:lnTo>
                        <a:pt x="1022820" y="324346"/>
                      </a:lnTo>
                      <a:lnTo>
                        <a:pt x="1015339" y="314373"/>
                      </a:lnTo>
                      <a:lnTo>
                        <a:pt x="1007405" y="304400"/>
                      </a:lnTo>
                      <a:lnTo>
                        <a:pt x="999244" y="294654"/>
                      </a:lnTo>
                      <a:lnTo>
                        <a:pt x="990856" y="285134"/>
                      </a:lnTo>
                      <a:lnTo>
                        <a:pt x="982016" y="275614"/>
                      </a:lnTo>
                      <a:lnTo>
                        <a:pt x="972948" y="266548"/>
                      </a:lnTo>
                      <a:lnTo>
                        <a:pt x="963880" y="257482"/>
                      </a:lnTo>
                      <a:lnTo>
                        <a:pt x="954586" y="248869"/>
                      </a:lnTo>
                      <a:lnTo>
                        <a:pt x="944839" y="240483"/>
                      </a:lnTo>
                      <a:lnTo>
                        <a:pt x="935091" y="232323"/>
                      </a:lnTo>
                      <a:lnTo>
                        <a:pt x="925343" y="224163"/>
                      </a:lnTo>
                      <a:lnTo>
                        <a:pt x="915142" y="216684"/>
                      </a:lnTo>
                      <a:lnTo>
                        <a:pt x="904941" y="209431"/>
                      </a:lnTo>
                      <a:lnTo>
                        <a:pt x="894740" y="202631"/>
                      </a:lnTo>
                      <a:lnTo>
                        <a:pt x="884086" y="195831"/>
                      </a:lnTo>
                      <a:lnTo>
                        <a:pt x="873658" y="189485"/>
                      </a:lnTo>
                      <a:lnTo>
                        <a:pt x="862777" y="183139"/>
                      </a:lnTo>
                      <a:lnTo>
                        <a:pt x="852123" y="177246"/>
                      </a:lnTo>
                      <a:lnTo>
                        <a:pt x="841015" y="171579"/>
                      </a:lnTo>
                      <a:lnTo>
                        <a:pt x="830134" y="166593"/>
                      </a:lnTo>
                      <a:lnTo>
                        <a:pt x="819026" y="161380"/>
                      </a:lnTo>
                      <a:lnTo>
                        <a:pt x="807692" y="156620"/>
                      </a:lnTo>
                      <a:lnTo>
                        <a:pt x="796358" y="152313"/>
                      </a:lnTo>
                      <a:lnTo>
                        <a:pt x="785023" y="148234"/>
                      </a:lnTo>
                      <a:lnTo>
                        <a:pt x="773462" y="144380"/>
                      </a:lnTo>
                      <a:lnTo>
                        <a:pt x="762128" y="140754"/>
                      </a:lnTo>
                      <a:lnTo>
                        <a:pt x="750340" y="137581"/>
                      </a:lnTo>
                      <a:lnTo>
                        <a:pt x="738779" y="134407"/>
                      </a:lnTo>
                      <a:lnTo>
                        <a:pt x="726991" y="131688"/>
                      </a:lnTo>
                      <a:lnTo>
                        <a:pt x="715203" y="129421"/>
                      </a:lnTo>
                      <a:lnTo>
                        <a:pt x="703415" y="127154"/>
                      </a:lnTo>
                      <a:lnTo>
                        <a:pt x="691401" y="125341"/>
                      </a:lnTo>
                      <a:lnTo>
                        <a:pt x="679613" y="123755"/>
                      </a:lnTo>
                      <a:lnTo>
                        <a:pt x="667598" y="122621"/>
                      </a:lnTo>
                      <a:lnTo>
                        <a:pt x="655584" y="121488"/>
                      </a:lnTo>
                      <a:lnTo>
                        <a:pt x="643796" y="120581"/>
                      </a:lnTo>
                      <a:lnTo>
                        <a:pt x="631782" y="120128"/>
                      </a:lnTo>
                      <a:lnTo>
                        <a:pt x="619540" y="120128"/>
                      </a:lnTo>
                      <a:lnTo>
                        <a:pt x="607752" y="120128"/>
                      </a:lnTo>
                      <a:close/>
                      <a:moveTo>
                        <a:pt x="619540" y="0"/>
                      </a:moveTo>
                      <a:lnTo>
                        <a:pt x="634502" y="227"/>
                      </a:lnTo>
                      <a:lnTo>
                        <a:pt x="649690" y="907"/>
                      </a:lnTo>
                      <a:lnTo>
                        <a:pt x="664198" y="1587"/>
                      </a:lnTo>
                      <a:lnTo>
                        <a:pt x="678933" y="3173"/>
                      </a:lnTo>
                      <a:lnTo>
                        <a:pt x="694121" y="4533"/>
                      </a:lnTo>
                      <a:lnTo>
                        <a:pt x="708629" y="6573"/>
                      </a:lnTo>
                      <a:lnTo>
                        <a:pt x="723364" y="8840"/>
                      </a:lnTo>
                      <a:lnTo>
                        <a:pt x="738098" y="11560"/>
                      </a:lnTo>
                      <a:lnTo>
                        <a:pt x="752607" y="14506"/>
                      </a:lnTo>
                      <a:lnTo>
                        <a:pt x="767115" y="17906"/>
                      </a:lnTo>
                      <a:lnTo>
                        <a:pt x="781623" y="21533"/>
                      </a:lnTo>
                      <a:lnTo>
                        <a:pt x="796131" y="25839"/>
                      </a:lnTo>
                      <a:lnTo>
                        <a:pt x="810412" y="30146"/>
                      </a:lnTo>
                      <a:lnTo>
                        <a:pt x="824694" y="34905"/>
                      </a:lnTo>
                      <a:lnTo>
                        <a:pt x="838975" y="40118"/>
                      </a:lnTo>
                      <a:lnTo>
                        <a:pt x="853030" y="45558"/>
                      </a:lnTo>
                      <a:lnTo>
                        <a:pt x="866858" y="51451"/>
                      </a:lnTo>
                      <a:lnTo>
                        <a:pt x="880686" y="57571"/>
                      </a:lnTo>
                      <a:lnTo>
                        <a:pt x="894514" y="64144"/>
                      </a:lnTo>
                      <a:lnTo>
                        <a:pt x="907888" y="71170"/>
                      </a:lnTo>
                      <a:lnTo>
                        <a:pt x="921263" y="78423"/>
                      </a:lnTo>
                      <a:lnTo>
                        <a:pt x="934638" y="85903"/>
                      </a:lnTo>
                      <a:lnTo>
                        <a:pt x="947786" y="93836"/>
                      </a:lnTo>
                      <a:lnTo>
                        <a:pt x="960934" y="102222"/>
                      </a:lnTo>
                      <a:lnTo>
                        <a:pt x="973401" y="110835"/>
                      </a:lnTo>
                      <a:lnTo>
                        <a:pt x="986096" y="119901"/>
                      </a:lnTo>
                      <a:lnTo>
                        <a:pt x="998791" y="129421"/>
                      </a:lnTo>
                      <a:lnTo>
                        <a:pt x="1010805" y="139167"/>
                      </a:lnTo>
                      <a:lnTo>
                        <a:pt x="1023046" y="149140"/>
                      </a:lnTo>
                      <a:lnTo>
                        <a:pt x="1034607" y="159793"/>
                      </a:lnTo>
                      <a:lnTo>
                        <a:pt x="1046395" y="170446"/>
                      </a:lnTo>
                      <a:lnTo>
                        <a:pt x="1057956" y="181779"/>
                      </a:lnTo>
                      <a:lnTo>
                        <a:pt x="1067251" y="191072"/>
                      </a:lnTo>
                      <a:lnTo>
                        <a:pt x="1076318" y="200591"/>
                      </a:lnTo>
                      <a:lnTo>
                        <a:pt x="1084932" y="210564"/>
                      </a:lnTo>
                      <a:lnTo>
                        <a:pt x="1093546" y="220310"/>
                      </a:lnTo>
                      <a:lnTo>
                        <a:pt x="1101934" y="230283"/>
                      </a:lnTo>
                      <a:lnTo>
                        <a:pt x="1110095" y="240709"/>
                      </a:lnTo>
                      <a:lnTo>
                        <a:pt x="1117802" y="250909"/>
                      </a:lnTo>
                      <a:lnTo>
                        <a:pt x="1125510" y="261108"/>
                      </a:lnTo>
                      <a:lnTo>
                        <a:pt x="1132764" y="271988"/>
                      </a:lnTo>
                      <a:lnTo>
                        <a:pt x="1139791" y="282414"/>
                      </a:lnTo>
                      <a:lnTo>
                        <a:pt x="1146592" y="293294"/>
                      </a:lnTo>
                      <a:lnTo>
                        <a:pt x="1153166" y="304173"/>
                      </a:lnTo>
                      <a:lnTo>
                        <a:pt x="1159513" y="315279"/>
                      </a:lnTo>
                      <a:lnTo>
                        <a:pt x="1165634" y="326159"/>
                      </a:lnTo>
                      <a:lnTo>
                        <a:pt x="1171527" y="337492"/>
                      </a:lnTo>
                      <a:lnTo>
                        <a:pt x="1177195" y="348598"/>
                      </a:lnTo>
                      <a:lnTo>
                        <a:pt x="1182408" y="360157"/>
                      </a:lnTo>
                      <a:lnTo>
                        <a:pt x="1187622" y="371490"/>
                      </a:lnTo>
                      <a:lnTo>
                        <a:pt x="1192610" y="383050"/>
                      </a:lnTo>
                      <a:lnTo>
                        <a:pt x="1197143" y="394609"/>
                      </a:lnTo>
                      <a:lnTo>
                        <a:pt x="1201677" y="406395"/>
                      </a:lnTo>
                      <a:lnTo>
                        <a:pt x="1205984" y="418181"/>
                      </a:lnTo>
                      <a:lnTo>
                        <a:pt x="1209611" y="429741"/>
                      </a:lnTo>
                      <a:lnTo>
                        <a:pt x="1213465" y="441754"/>
                      </a:lnTo>
                      <a:lnTo>
                        <a:pt x="1216865" y="453540"/>
                      </a:lnTo>
                      <a:lnTo>
                        <a:pt x="1219812" y="465552"/>
                      </a:lnTo>
                      <a:lnTo>
                        <a:pt x="1222986" y="477792"/>
                      </a:lnTo>
                      <a:lnTo>
                        <a:pt x="1225706" y="489578"/>
                      </a:lnTo>
                      <a:lnTo>
                        <a:pt x="1228200" y="501818"/>
                      </a:lnTo>
                      <a:lnTo>
                        <a:pt x="1230240" y="514057"/>
                      </a:lnTo>
                      <a:lnTo>
                        <a:pt x="1232280" y="526070"/>
                      </a:lnTo>
                      <a:lnTo>
                        <a:pt x="1233867" y="538536"/>
                      </a:lnTo>
                      <a:lnTo>
                        <a:pt x="1235680" y="550775"/>
                      </a:lnTo>
                      <a:lnTo>
                        <a:pt x="1236814" y="563015"/>
                      </a:lnTo>
                      <a:lnTo>
                        <a:pt x="1237720" y="575254"/>
                      </a:lnTo>
                      <a:lnTo>
                        <a:pt x="1238401" y="587720"/>
                      </a:lnTo>
                      <a:lnTo>
                        <a:pt x="1239081" y="599733"/>
                      </a:lnTo>
                      <a:lnTo>
                        <a:pt x="1239307" y="612199"/>
                      </a:lnTo>
                      <a:lnTo>
                        <a:pt x="1239307" y="624665"/>
                      </a:lnTo>
                      <a:lnTo>
                        <a:pt x="1239081" y="636678"/>
                      </a:lnTo>
                      <a:lnTo>
                        <a:pt x="1238627" y="649144"/>
                      </a:lnTo>
                      <a:lnTo>
                        <a:pt x="1237947" y="661610"/>
                      </a:lnTo>
                      <a:lnTo>
                        <a:pt x="1237040" y="673623"/>
                      </a:lnTo>
                      <a:lnTo>
                        <a:pt x="1235907" y="686089"/>
                      </a:lnTo>
                      <a:lnTo>
                        <a:pt x="1234320" y="698102"/>
                      </a:lnTo>
                      <a:lnTo>
                        <a:pt x="1232507" y="710341"/>
                      </a:lnTo>
                      <a:lnTo>
                        <a:pt x="1230693" y="722807"/>
                      </a:lnTo>
                      <a:lnTo>
                        <a:pt x="1228653" y="734820"/>
                      </a:lnTo>
                      <a:lnTo>
                        <a:pt x="1226159" y="746833"/>
                      </a:lnTo>
                      <a:lnTo>
                        <a:pt x="1223439" y="759073"/>
                      </a:lnTo>
                      <a:lnTo>
                        <a:pt x="1220719" y="771085"/>
                      </a:lnTo>
                      <a:lnTo>
                        <a:pt x="1217545" y="783098"/>
                      </a:lnTo>
                      <a:lnTo>
                        <a:pt x="1214145" y="795111"/>
                      </a:lnTo>
                      <a:lnTo>
                        <a:pt x="1210518" y="806897"/>
                      </a:lnTo>
                      <a:lnTo>
                        <a:pt x="1206664" y="818683"/>
                      </a:lnTo>
                      <a:lnTo>
                        <a:pt x="1202357" y="830469"/>
                      </a:lnTo>
                      <a:lnTo>
                        <a:pt x="1198277" y="842255"/>
                      </a:lnTo>
                      <a:lnTo>
                        <a:pt x="1193516" y="853588"/>
                      </a:lnTo>
                      <a:lnTo>
                        <a:pt x="1188529" y="865374"/>
                      </a:lnTo>
                      <a:lnTo>
                        <a:pt x="1183769" y="876934"/>
                      </a:lnTo>
                      <a:lnTo>
                        <a:pt x="1178328" y="888267"/>
                      </a:lnTo>
                      <a:lnTo>
                        <a:pt x="1172661" y="899599"/>
                      </a:lnTo>
                      <a:lnTo>
                        <a:pt x="1166767" y="910706"/>
                      </a:lnTo>
                      <a:lnTo>
                        <a:pt x="1160646" y="921812"/>
                      </a:lnTo>
                      <a:lnTo>
                        <a:pt x="1534229" y="1295115"/>
                      </a:lnTo>
                      <a:lnTo>
                        <a:pt x="1540350" y="1301461"/>
                      </a:lnTo>
                      <a:lnTo>
                        <a:pt x="1545790" y="1308034"/>
                      </a:lnTo>
                      <a:lnTo>
                        <a:pt x="1551231" y="1314607"/>
                      </a:lnTo>
                      <a:lnTo>
                        <a:pt x="1556445" y="1321407"/>
                      </a:lnTo>
                      <a:lnTo>
                        <a:pt x="1560752" y="1328433"/>
                      </a:lnTo>
                      <a:lnTo>
                        <a:pt x="1565286" y="1335460"/>
                      </a:lnTo>
                      <a:lnTo>
                        <a:pt x="1569366" y="1342713"/>
                      </a:lnTo>
                      <a:lnTo>
                        <a:pt x="1572766" y="1349966"/>
                      </a:lnTo>
                      <a:lnTo>
                        <a:pt x="1576167" y="1357219"/>
                      </a:lnTo>
                      <a:lnTo>
                        <a:pt x="1578887" y="1364698"/>
                      </a:lnTo>
                      <a:lnTo>
                        <a:pt x="1581381" y="1372178"/>
                      </a:lnTo>
                      <a:lnTo>
                        <a:pt x="1583648" y="1379658"/>
                      </a:lnTo>
                      <a:lnTo>
                        <a:pt x="1585461" y="1387137"/>
                      </a:lnTo>
                      <a:lnTo>
                        <a:pt x="1586821" y="1394617"/>
                      </a:lnTo>
                      <a:lnTo>
                        <a:pt x="1587955" y="1402323"/>
                      </a:lnTo>
                      <a:lnTo>
                        <a:pt x="1588635" y="1409803"/>
                      </a:lnTo>
                      <a:lnTo>
                        <a:pt x="1589088" y="1417283"/>
                      </a:lnTo>
                      <a:lnTo>
                        <a:pt x="1589088" y="1424762"/>
                      </a:lnTo>
                      <a:lnTo>
                        <a:pt x="1588861" y="1432242"/>
                      </a:lnTo>
                      <a:lnTo>
                        <a:pt x="1588181" y="1439495"/>
                      </a:lnTo>
                      <a:lnTo>
                        <a:pt x="1587274" y="1446748"/>
                      </a:lnTo>
                      <a:lnTo>
                        <a:pt x="1585914" y="1454001"/>
                      </a:lnTo>
                      <a:lnTo>
                        <a:pt x="1584101" y="1461027"/>
                      </a:lnTo>
                      <a:lnTo>
                        <a:pt x="1581834" y="1467827"/>
                      </a:lnTo>
                      <a:lnTo>
                        <a:pt x="1579340" y="1474627"/>
                      </a:lnTo>
                      <a:lnTo>
                        <a:pt x="1576620" y="1481200"/>
                      </a:lnTo>
                      <a:lnTo>
                        <a:pt x="1573220" y="1487773"/>
                      </a:lnTo>
                      <a:lnTo>
                        <a:pt x="1569593" y="1494119"/>
                      </a:lnTo>
                      <a:lnTo>
                        <a:pt x="1565512" y="1500239"/>
                      </a:lnTo>
                      <a:lnTo>
                        <a:pt x="1561432" y="1506132"/>
                      </a:lnTo>
                      <a:lnTo>
                        <a:pt x="1556445" y="1511572"/>
                      </a:lnTo>
                      <a:lnTo>
                        <a:pt x="1551231" y="1517011"/>
                      </a:lnTo>
                      <a:lnTo>
                        <a:pt x="1517228" y="1551237"/>
                      </a:lnTo>
                      <a:lnTo>
                        <a:pt x="1511787" y="1556223"/>
                      </a:lnTo>
                      <a:lnTo>
                        <a:pt x="1506120" y="1561209"/>
                      </a:lnTo>
                      <a:lnTo>
                        <a:pt x="1500226" y="1565516"/>
                      </a:lnTo>
                      <a:lnTo>
                        <a:pt x="1494106" y="1569369"/>
                      </a:lnTo>
                      <a:lnTo>
                        <a:pt x="1487985" y="1573222"/>
                      </a:lnTo>
                      <a:lnTo>
                        <a:pt x="1481411" y="1576395"/>
                      </a:lnTo>
                      <a:lnTo>
                        <a:pt x="1474837" y="1579342"/>
                      </a:lnTo>
                      <a:lnTo>
                        <a:pt x="1468036" y="1581835"/>
                      </a:lnTo>
                      <a:lnTo>
                        <a:pt x="1461009" y="1583875"/>
                      </a:lnTo>
                      <a:lnTo>
                        <a:pt x="1453982" y="1585688"/>
                      </a:lnTo>
                      <a:lnTo>
                        <a:pt x="1446728" y="1587275"/>
                      </a:lnTo>
                      <a:lnTo>
                        <a:pt x="1439474" y="1588182"/>
                      </a:lnTo>
                      <a:lnTo>
                        <a:pt x="1432219" y="1588862"/>
                      </a:lnTo>
                      <a:lnTo>
                        <a:pt x="1424739" y="1589088"/>
                      </a:lnTo>
                      <a:lnTo>
                        <a:pt x="1417258" y="1589088"/>
                      </a:lnTo>
                      <a:lnTo>
                        <a:pt x="1409777" y="1588862"/>
                      </a:lnTo>
                      <a:lnTo>
                        <a:pt x="1402296" y="1587955"/>
                      </a:lnTo>
                      <a:lnTo>
                        <a:pt x="1394589" y="1587048"/>
                      </a:lnTo>
                      <a:lnTo>
                        <a:pt x="1387108" y="1585235"/>
                      </a:lnTo>
                      <a:lnTo>
                        <a:pt x="1379628" y="1583422"/>
                      </a:lnTo>
                      <a:lnTo>
                        <a:pt x="1372147" y="1581382"/>
                      </a:lnTo>
                      <a:lnTo>
                        <a:pt x="1364666" y="1578662"/>
                      </a:lnTo>
                      <a:lnTo>
                        <a:pt x="1357186" y="1575942"/>
                      </a:lnTo>
                      <a:lnTo>
                        <a:pt x="1349931" y="1572769"/>
                      </a:lnTo>
                      <a:lnTo>
                        <a:pt x="1342677" y="1569142"/>
                      </a:lnTo>
                      <a:lnTo>
                        <a:pt x="1335423" y="1565289"/>
                      </a:lnTo>
                      <a:lnTo>
                        <a:pt x="1328396" y="1560756"/>
                      </a:lnTo>
                      <a:lnTo>
                        <a:pt x="1321369" y="1556223"/>
                      </a:lnTo>
                      <a:lnTo>
                        <a:pt x="1314568" y="1551237"/>
                      </a:lnTo>
                      <a:lnTo>
                        <a:pt x="1307994" y="1545797"/>
                      </a:lnTo>
                      <a:lnTo>
                        <a:pt x="1301420" y="1540130"/>
                      </a:lnTo>
                      <a:lnTo>
                        <a:pt x="1295299" y="1534011"/>
                      </a:lnTo>
                      <a:lnTo>
                        <a:pt x="921716" y="1160708"/>
                      </a:lnTo>
                      <a:lnTo>
                        <a:pt x="910835" y="1166827"/>
                      </a:lnTo>
                      <a:lnTo>
                        <a:pt x="899501" y="1172720"/>
                      </a:lnTo>
                      <a:lnTo>
                        <a:pt x="888166" y="1178160"/>
                      </a:lnTo>
                      <a:lnTo>
                        <a:pt x="876832" y="1183600"/>
                      </a:lnTo>
                      <a:lnTo>
                        <a:pt x="865498" y="1188586"/>
                      </a:lnTo>
                      <a:lnTo>
                        <a:pt x="853710" y="1193346"/>
                      </a:lnTo>
                      <a:lnTo>
                        <a:pt x="842375" y="1198106"/>
                      </a:lnTo>
                      <a:lnTo>
                        <a:pt x="830588" y="1202412"/>
                      </a:lnTo>
                      <a:lnTo>
                        <a:pt x="818573" y="1206492"/>
                      </a:lnTo>
                      <a:lnTo>
                        <a:pt x="807012" y="1210572"/>
                      </a:lnTo>
                      <a:lnTo>
                        <a:pt x="794997" y="1213972"/>
                      </a:lnTo>
                      <a:lnTo>
                        <a:pt x="783210" y="1217598"/>
                      </a:lnTo>
                      <a:lnTo>
                        <a:pt x="771195" y="1220545"/>
                      </a:lnTo>
                      <a:lnTo>
                        <a:pt x="758954" y="1223265"/>
                      </a:lnTo>
                      <a:lnTo>
                        <a:pt x="746939" y="1226211"/>
                      </a:lnTo>
                      <a:lnTo>
                        <a:pt x="734698" y="1228478"/>
                      </a:lnTo>
                      <a:lnTo>
                        <a:pt x="722457" y="1230518"/>
                      </a:lnTo>
                      <a:lnTo>
                        <a:pt x="710442" y="1232784"/>
                      </a:lnTo>
                      <a:lnTo>
                        <a:pt x="698201" y="1234371"/>
                      </a:lnTo>
                      <a:lnTo>
                        <a:pt x="685960" y="1235731"/>
                      </a:lnTo>
                      <a:lnTo>
                        <a:pt x="673719" y="1236864"/>
                      </a:lnTo>
                      <a:lnTo>
                        <a:pt x="661478" y="1237771"/>
                      </a:lnTo>
                      <a:lnTo>
                        <a:pt x="649010" y="1238451"/>
                      </a:lnTo>
                      <a:lnTo>
                        <a:pt x="636769" y="1239131"/>
                      </a:lnTo>
                      <a:lnTo>
                        <a:pt x="624527" y="1239357"/>
                      </a:lnTo>
                      <a:lnTo>
                        <a:pt x="612060" y="1239357"/>
                      </a:lnTo>
                      <a:lnTo>
                        <a:pt x="599818" y="1239131"/>
                      </a:lnTo>
                      <a:lnTo>
                        <a:pt x="587577" y="1238451"/>
                      </a:lnTo>
                      <a:lnTo>
                        <a:pt x="575109" y="1237544"/>
                      </a:lnTo>
                      <a:lnTo>
                        <a:pt x="562868" y="1236638"/>
                      </a:lnTo>
                      <a:lnTo>
                        <a:pt x="550627" y="1235504"/>
                      </a:lnTo>
                      <a:lnTo>
                        <a:pt x="538612" y="1233918"/>
                      </a:lnTo>
                      <a:lnTo>
                        <a:pt x="526145" y="1232331"/>
                      </a:lnTo>
                      <a:lnTo>
                        <a:pt x="513903" y="1230291"/>
                      </a:lnTo>
                      <a:lnTo>
                        <a:pt x="501889" y="1228025"/>
                      </a:lnTo>
                      <a:lnTo>
                        <a:pt x="489648" y="1225758"/>
                      </a:lnTo>
                      <a:lnTo>
                        <a:pt x="477633" y="1222811"/>
                      </a:lnTo>
                      <a:lnTo>
                        <a:pt x="465619" y="1219865"/>
                      </a:lnTo>
                      <a:lnTo>
                        <a:pt x="453604" y="1216918"/>
                      </a:lnTo>
                      <a:lnTo>
                        <a:pt x="441590" y="1213292"/>
                      </a:lnTo>
                      <a:lnTo>
                        <a:pt x="429802" y="1209665"/>
                      </a:lnTo>
                      <a:lnTo>
                        <a:pt x="418014" y="1205812"/>
                      </a:lnTo>
                      <a:lnTo>
                        <a:pt x="406453" y="1201506"/>
                      </a:lnTo>
                      <a:lnTo>
                        <a:pt x="394665" y="1197199"/>
                      </a:lnTo>
                      <a:lnTo>
                        <a:pt x="383104" y="1192440"/>
                      </a:lnTo>
                      <a:lnTo>
                        <a:pt x="371543" y="1187680"/>
                      </a:lnTo>
                      <a:lnTo>
                        <a:pt x="359982" y="1182467"/>
                      </a:lnTo>
                      <a:lnTo>
                        <a:pt x="348647" y="1177027"/>
                      </a:lnTo>
                      <a:lnTo>
                        <a:pt x="337313" y="1171360"/>
                      </a:lnTo>
                      <a:lnTo>
                        <a:pt x="326205" y="1165694"/>
                      </a:lnTo>
                      <a:lnTo>
                        <a:pt x="315097" y="1159574"/>
                      </a:lnTo>
                      <a:lnTo>
                        <a:pt x="304216" y="1153228"/>
                      </a:lnTo>
                      <a:lnTo>
                        <a:pt x="293109" y="1146655"/>
                      </a:lnTo>
                      <a:lnTo>
                        <a:pt x="282454" y="1139629"/>
                      </a:lnTo>
                      <a:lnTo>
                        <a:pt x="272026" y="1132602"/>
                      </a:lnTo>
                      <a:lnTo>
                        <a:pt x="261145" y="1125349"/>
                      </a:lnTo>
                      <a:lnTo>
                        <a:pt x="250944" y="1117643"/>
                      </a:lnTo>
                      <a:lnTo>
                        <a:pt x="240517" y="1109937"/>
                      </a:lnTo>
                      <a:lnTo>
                        <a:pt x="230316" y="1101777"/>
                      </a:lnTo>
                      <a:lnTo>
                        <a:pt x="220341" y="1093617"/>
                      </a:lnTo>
                      <a:lnTo>
                        <a:pt x="210367" y="1085004"/>
                      </a:lnTo>
                      <a:lnTo>
                        <a:pt x="200620" y="1076391"/>
                      </a:lnTo>
                      <a:lnTo>
                        <a:pt x="191099" y="1067099"/>
                      </a:lnTo>
                      <a:lnTo>
                        <a:pt x="181578" y="1057806"/>
                      </a:lnTo>
                      <a:lnTo>
                        <a:pt x="170470" y="1046473"/>
                      </a:lnTo>
                      <a:lnTo>
                        <a:pt x="159589" y="1034913"/>
                      </a:lnTo>
                      <a:lnTo>
                        <a:pt x="149161" y="1022901"/>
                      </a:lnTo>
                      <a:lnTo>
                        <a:pt x="139187" y="1010888"/>
                      </a:lnTo>
                      <a:lnTo>
                        <a:pt x="129213" y="998648"/>
                      </a:lnTo>
                      <a:lnTo>
                        <a:pt x="119918" y="985956"/>
                      </a:lnTo>
                      <a:lnTo>
                        <a:pt x="110851" y="973489"/>
                      </a:lnTo>
                      <a:lnTo>
                        <a:pt x="102237" y="960797"/>
                      </a:lnTo>
                      <a:lnTo>
                        <a:pt x="93849" y="947651"/>
                      </a:lnTo>
                      <a:lnTo>
                        <a:pt x="85688" y="934505"/>
                      </a:lnTo>
                      <a:lnTo>
                        <a:pt x="78208" y="921358"/>
                      </a:lnTo>
                      <a:lnTo>
                        <a:pt x="70954" y="907986"/>
                      </a:lnTo>
                      <a:lnTo>
                        <a:pt x="64153" y="894386"/>
                      </a:lnTo>
                      <a:lnTo>
                        <a:pt x="57579" y="880560"/>
                      </a:lnTo>
                      <a:lnTo>
                        <a:pt x="51232" y="866734"/>
                      </a:lnTo>
                      <a:lnTo>
                        <a:pt x="45338" y="852908"/>
                      </a:lnTo>
                      <a:lnTo>
                        <a:pt x="39897" y="838856"/>
                      </a:lnTo>
                      <a:lnTo>
                        <a:pt x="34910" y="824803"/>
                      </a:lnTo>
                      <a:lnTo>
                        <a:pt x="30150" y="810524"/>
                      </a:lnTo>
                      <a:lnTo>
                        <a:pt x="25616" y="796244"/>
                      </a:lnTo>
                      <a:lnTo>
                        <a:pt x="21535" y="781738"/>
                      </a:lnTo>
                      <a:lnTo>
                        <a:pt x="17682" y="767232"/>
                      </a:lnTo>
                      <a:lnTo>
                        <a:pt x="14508" y="752726"/>
                      </a:lnTo>
                      <a:lnTo>
                        <a:pt x="11334" y="738220"/>
                      </a:lnTo>
                      <a:lnTo>
                        <a:pt x="8841" y="723487"/>
                      </a:lnTo>
                      <a:lnTo>
                        <a:pt x="6574" y="708755"/>
                      </a:lnTo>
                      <a:lnTo>
                        <a:pt x="4307" y="694022"/>
                      </a:lnTo>
                      <a:lnTo>
                        <a:pt x="2947" y="679289"/>
                      </a:lnTo>
                      <a:lnTo>
                        <a:pt x="1587" y="664330"/>
                      </a:lnTo>
                      <a:lnTo>
                        <a:pt x="680" y="649597"/>
                      </a:lnTo>
                      <a:lnTo>
                        <a:pt x="227" y="634638"/>
                      </a:lnTo>
                      <a:lnTo>
                        <a:pt x="0" y="619905"/>
                      </a:lnTo>
                      <a:lnTo>
                        <a:pt x="227" y="604946"/>
                      </a:lnTo>
                      <a:lnTo>
                        <a:pt x="680" y="589987"/>
                      </a:lnTo>
                      <a:lnTo>
                        <a:pt x="1587" y="575254"/>
                      </a:lnTo>
                      <a:lnTo>
                        <a:pt x="2947" y="560295"/>
                      </a:lnTo>
                      <a:lnTo>
                        <a:pt x="4307" y="545562"/>
                      </a:lnTo>
                      <a:lnTo>
                        <a:pt x="6574" y="530830"/>
                      </a:lnTo>
                      <a:lnTo>
                        <a:pt x="8841" y="516097"/>
                      </a:lnTo>
                      <a:lnTo>
                        <a:pt x="11334" y="501364"/>
                      </a:lnTo>
                      <a:lnTo>
                        <a:pt x="14508" y="486858"/>
                      </a:lnTo>
                      <a:lnTo>
                        <a:pt x="17682" y="472352"/>
                      </a:lnTo>
                      <a:lnTo>
                        <a:pt x="21535" y="457846"/>
                      </a:lnTo>
                      <a:lnTo>
                        <a:pt x="25616" y="443340"/>
                      </a:lnTo>
                      <a:lnTo>
                        <a:pt x="30150" y="429061"/>
                      </a:lnTo>
                      <a:lnTo>
                        <a:pt x="34910" y="414781"/>
                      </a:lnTo>
                      <a:lnTo>
                        <a:pt x="39897" y="400502"/>
                      </a:lnTo>
                      <a:lnTo>
                        <a:pt x="45338" y="386449"/>
                      </a:lnTo>
                      <a:lnTo>
                        <a:pt x="51232" y="372850"/>
                      </a:lnTo>
                      <a:lnTo>
                        <a:pt x="57579" y="359024"/>
                      </a:lnTo>
                      <a:lnTo>
                        <a:pt x="64153" y="345198"/>
                      </a:lnTo>
                      <a:lnTo>
                        <a:pt x="70954" y="331599"/>
                      </a:lnTo>
                      <a:lnTo>
                        <a:pt x="78208" y="318226"/>
                      </a:lnTo>
                      <a:lnTo>
                        <a:pt x="85688" y="304853"/>
                      </a:lnTo>
                      <a:lnTo>
                        <a:pt x="93849" y="291934"/>
                      </a:lnTo>
                      <a:lnTo>
                        <a:pt x="102237" y="278788"/>
                      </a:lnTo>
                      <a:lnTo>
                        <a:pt x="110851" y="266095"/>
                      </a:lnTo>
                      <a:lnTo>
                        <a:pt x="119918" y="253402"/>
                      </a:lnTo>
                      <a:lnTo>
                        <a:pt x="129213" y="240936"/>
                      </a:lnTo>
                      <a:lnTo>
                        <a:pt x="139187" y="228697"/>
                      </a:lnTo>
                      <a:lnTo>
                        <a:pt x="149161" y="216457"/>
                      </a:lnTo>
                      <a:lnTo>
                        <a:pt x="159589" y="204671"/>
                      </a:lnTo>
                      <a:lnTo>
                        <a:pt x="170470" y="193111"/>
                      </a:lnTo>
                      <a:lnTo>
                        <a:pt x="181578" y="181779"/>
                      </a:lnTo>
                      <a:lnTo>
                        <a:pt x="193139" y="170446"/>
                      </a:lnTo>
                      <a:lnTo>
                        <a:pt x="204473" y="159793"/>
                      </a:lnTo>
                      <a:lnTo>
                        <a:pt x="216488" y="149140"/>
                      </a:lnTo>
                      <a:lnTo>
                        <a:pt x="228729" y="139167"/>
                      </a:lnTo>
                      <a:lnTo>
                        <a:pt x="240743" y="129421"/>
                      </a:lnTo>
                      <a:lnTo>
                        <a:pt x="253438" y="119901"/>
                      </a:lnTo>
                      <a:lnTo>
                        <a:pt x="266133" y="110835"/>
                      </a:lnTo>
                      <a:lnTo>
                        <a:pt x="278600" y="102222"/>
                      </a:lnTo>
                      <a:lnTo>
                        <a:pt x="291748" y="93836"/>
                      </a:lnTo>
                      <a:lnTo>
                        <a:pt x="304896" y="85903"/>
                      </a:lnTo>
                      <a:lnTo>
                        <a:pt x="318271" y="78423"/>
                      </a:lnTo>
                      <a:lnTo>
                        <a:pt x="331646" y="71170"/>
                      </a:lnTo>
                      <a:lnTo>
                        <a:pt x="345020" y="64144"/>
                      </a:lnTo>
                      <a:lnTo>
                        <a:pt x="358848" y="57571"/>
                      </a:lnTo>
                      <a:lnTo>
                        <a:pt x="372676" y="51451"/>
                      </a:lnTo>
                      <a:lnTo>
                        <a:pt x="386504" y="45558"/>
                      </a:lnTo>
                      <a:lnTo>
                        <a:pt x="400559" y="40118"/>
                      </a:lnTo>
                      <a:lnTo>
                        <a:pt x="414840" y="34905"/>
                      </a:lnTo>
                      <a:lnTo>
                        <a:pt x="429122" y="30146"/>
                      </a:lnTo>
                      <a:lnTo>
                        <a:pt x="443403" y="25839"/>
                      </a:lnTo>
                      <a:lnTo>
                        <a:pt x="457911" y="21533"/>
                      </a:lnTo>
                      <a:lnTo>
                        <a:pt x="472419" y="17906"/>
                      </a:lnTo>
                      <a:lnTo>
                        <a:pt x="486927" y="14506"/>
                      </a:lnTo>
                      <a:lnTo>
                        <a:pt x="501435" y="11560"/>
                      </a:lnTo>
                      <a:lnTo>
                        <a:pt x="515944" y="8840"/>
                      </a:lnTo>
                      <a:lnTo>
                        <a:pt x="530678" y="6573"/>
                      </a:lnTo>
                      <a:lnTo>
                        <a:pt x="545413" y="4533"/>
                      </a:lnTo>
                      <a:lnTo>
                        <a:pt x="560148" y="3173"/>
                      </a:lnTo>
                      <a:lnTo>
                        <a:pt x="575109" y="1587"/>
                      </a:lnTo>
                      <a:lnTo>
                        <a:pt x="589844" y="907"/>
                      </a:lnTo>
                      <a:lnTo>
                        <a:pt x="604806" y="227"/>
                      </a:lnTo>
                      <a:lnTo>
                        <a:pt x="619540" y="0"/>
                      </a:lnTo>
                      <a:close/>
                    </a:path>
                  </a:pathLst>
                </a:custGeom>
                <a:solidFill>
                  <a:schemeClr val="bg1"/>
                </a:solidFill>
                <a:ln>
                  <a:noFill/>
                </a:ln>
              </p:spPr>
              <p:txBody>
                <a:bodyPr anchor="ctr">
                  <a:scene3d>
                    <a:camera prst="orthographicFront"/>
                    <a:lightRig rig="threePt" dir="t"/>
                  </a:scene3d>
                </a:bodyPr>
                <a:lstStyle/>
                <a:p>
                  <a:pPr algn="ctr">
                    <a:defRPr/>
                  </a:pPr>
                  <a:endParaRPr lang="zh-CN" altLang="en-US">
                    <a:solidFill>
                      <a:srgbClr val="FFFFFF"/>
                    </a:solidFill>
                    <a:cs typeface="字魂创中黑" panose="00000500000000000000" charset="-122"/>
                  </a:endParaRPr>
                </a:p>
              </p:txBody>
            </p:sp>
          </p:grpSp>
          <p:sp>
            <p:nvSpPr>
              <p:cNvPr id="44" name="图形"/>
              <p:cNvSpPr txBox="1">
                <a:spLocks noChangeArrowheads="1"/>
              </p:cNvSpPr>
              <p:nvPr>
                <p:custDataLst>
                  <p:tags r:id="rId5"/>
                </p:custDataLst>
              </p:nvPr>
            </p:nvSpPr>
            <p:spPr bwMode="auto">
              <a:xfrm>
                <a:off x="10501" y="3872"/>
                <a:ext cx="3195" cy="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norm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r>
                  <a:rPr lang="en-US" altLang="en-US" sz="1400" b="1">
                    <a:solidFill>
                      <a:schemeClr val="tx1">
                        <a:lumMod val="75000"/>
                        <a:lumOff val="25000"/>
                      </a:schemeClr>
                    </a:solidFill>
                    <a:latin typeface="Source Han Sans SC"/>
                    <a:ea typeface="Source Han Sans SC"/>
                    <a:cs typeface="字魂创中黑" panose="00000500000000000000" charset="-122"/>
                    <a:sym typeface="+mn-ea"/>
                  </a:rPr>
                  <a:t>Default title text</a:t>
                </a:r>
                <a:endParaRPr lang="zh-CN" altLang="en-US" sz="2000" b="1">
                  <a:solidFill>
                    <a:schemeClr val="tx1">
                      <a:lumMod val="75000"/>
                      <a:lumOff val="25000"/>
                    </a:schemeClr>
                  </a:solidFill>
                  <a:latin typeface="字魂创中黑"/>
                  <a:ea typeface="字魂创中黑"/>
                  <a:cs typeface="字魂创中黑" panose="00000500000000000000" charset="-122"/>
                  <a:sym typeface="+mn-ea"/>
                </a:endParaRPr>
              </a:p>
            </p:txBody>
          </p:sp>
        </p:grpSp>
        <p:grpSp>
          <p:nvGrpSpPr>
            <p:cNvPr id="52" name="图形"/>
            <p:cNvGrpSpPr/>
            <p:nvPr/>
          </p:nvGrpSpPr>
          <p:grpSpPr>
            <a:xfrm>
              <a:off x="9825" y="4839"/>
              <a:ext cx="7561" cy="1710"/>
              <a:chOff x="9861" y="3872"/>
              <a:chExt cx="7561" cy="1710"/>
            </a:xfrm>
          </p:grpSpPr>
          <p:sp>
            <p:nvSpPr>
              <p:cNvPr id="53" name="图形"/>
              <p:cNvSpPr txBox="1"/>
              <p:nvPr/>
            </p:nvSpPr>
            <p:spPr>
              <a:xfrm>
                <a:off x="9861" y="4603"/>
                <a:ext cx="7561" cy="979"/>
              </a:xfrm>
              <a:prstGeom prst="rect">
                <a:avLst/>
              </a:prstGeom>
              <a:noFill/>
            </p:spPr>
            <p:txBody>
              <a:bodyPr wrap="square" rtlCol="0">
                <a:normAutofit/>
              </a:bodyPr>
              <a:lstStyle/>
              <a:p>
                <a:pPr>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rPr>
                  <a:t>Add your text here Add your text here Add your text here Add your text here Add your text here</a:t>
                </a:r>
                <a:endParaRPr lang="zh-CN" altLang="en-US" sz="1200">
                  <a:solidFill>
                    <a:schemeClr val="tx1">
                      <a:lumMod val="75000"/>
                      <a:lumOff val="25000"/>
                    </a:schemeClr>
                  </a:solidFill>
                  <a:latin typeface="字魂创中黑"/>
                  <a:ea typeface="字魂创中黑"/>
                  <a:cs typeface="字魂创中黑" panose="00000500000000000000" charset="-122"/>
                  <a:sym typeface="+mn-ea"/>
                </a:endParaRPr>
              </a:p>
            </p:txBody>
          </p:sp>
          <p:grpSp>
            <p:nvGrpSpPr>
              <p:cNvPr id="54" name="组合 53"/>
              <p:cNvGrpSpPr/>
              <p:nvPr/>
            </p:nvGrpSpPr>
            <p:grpSpPr>
              <a:xfrm>
                <a:off x="10019" y="4106"/>
                <a:ext cx="469" cy="487"/>
                <a:chOff x="8832" y="5945"/>
                <a:chExt cx="1534" cy="1590"/>
              </a:xfrm>
              <a:solidFill>
                <a:schemeClr val="tx1"/>
              </a:solidFill>
            </p:grpSpPr>
            <p:sp>
              <p:nvSpPr>
                <p:cNvPr id="55" name="图形"/>
                <p:cNvSpPr/>
                <p:nvPr>
                  <p:custDataLst>
                    <p:tags r:id="rId6"/>
                  </p:custDataLst>
                </p:nvPr>
              </p:nvSpPr>
              <p:spPr>
                <a:xfrm>
                  <a:off x="9045" y="6165"/>
                  <a:ext cx="1110" cy="1150"/>
                </a:xfrm>
                <a:prstGeom prst="rect">
                  <a:avLst/>
                </a:prstGeom>
                <a:solidFill>
                  <a:schemeClr val="accent2"/>
                </a:solidFill>
                <a:ln>
                  <a:solidFill>
                    <a:schemeClr val="bg2">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cs typeface="字魂创中黑" panose="00000500000000000000" charset="-122"/>
                  </a:endParaRPr>
                </a:p>
              </p:txBody>
            </p:sp>
            <p:sp>
              <p:nvSpPr>
                <p:cNvPr id="56" name="图形"/>
                <p:cNvSpPr/>
                <p:nvPr>
                  <p:custDataLst>
                    <p:tags r:id="rId7"/>
                  </p:custDataLst>
                </p:nvPr>
              </p:nvSpPr>
              <p:spPr>
                <a:xfrm>
                  <a:off x="8832" y="5945"/>
                  <a:ext cx="1535" cy="1590"/>
                </a:xfrm>
                <a:custGeom>
                  <a:gdLst>
                    <a:gd name="connsiteX0" fmla="*/ 743029 w 757237"/>
                    <a:gd name="connsiteY0" fmla="*/ 463225 h 783577"/>
                    <a:gd name="connsiteX1" fmla="*/ 757237 w 757237"/>
                    <a:gd name="connsiteY1" fmla="*/ 463225 h 783577"/>
                    <a:gd name="connsiteX2" fmla="*/ 757237 w 757237"/>
                    <a:gd name="connsiteY2" fmla="*/ 783577 h 783577"/>
                    <a:gd name="connsiteX3" fmla="*/ 450056 w 757237"/>
                    <a:gd name="connsiteY3" fmla="*/ 783577 h 783577"/>
                    <a:gd name="connsiteX4" fmla="*/ 450056 w 757237"/>
                    <a:gd name="connsiteY4" fmla="*/ 768874 h 783577"/>
                    <a:gd name="connsiteX5" fmla="*/ 743029 w 757237"/>
                    <a:gd name="connsiteY5" fmla="*/ 768874 h 783577"/>
                    <a:gd name="connsiteX6" fmla="*/ 0 w 757237"/>
                    <a:gd name="connsiteY6" fmla="*/ 463225 h 783577"/>
                    <a:gd name="connsiteX7" fmla="*/ 14207 w 757237"/>
                    <a:gd name="connsiteY7" fmla="*/ 463225 h 783577"/>
                    <a:gd name="connsiteX8" fmla="*/ 14207 w 757237"/>
                    <a:gd name="connsiteY8" fmla="*/ 768874 h 783577"/>
                    <a:gd name="connsiteX9" fmla="*/ 307181 w 757237"/>
                    <a:gd name="connsiteY9" fmla="*/ 768874 h 783577"/>
                    <a:gd name="connsiteX10" fmla="*/ 307181 w 757237"/>
                    <a:gd name="connsiteY10" fmla="*/ 783577 h 783577"/>
                    <a:gd name="connsiteX11" fmla="*/ 0 w 757237"/>
                    <a:gd name="connsiteY11" fmla="*/ 783577 h 783577"/>
                    <a:gd name="connsiteX12" fmla="*/ 450056 w 757237"/>
                    <a:gd name="connsiteY12" fmla="*/ 0 h 783577"/>
                    <a:gd name="connsiteX13" fmla="*/ 757237 w 757237"/>
                    <a:gd name="connsiteY13" fmla="*/ 0 h 783577"/>
                    <a:gd name="connsiteX14" fmla="*/ 757237 w 757237"/>
                    <a:gd name="connsiteY14" fmla="*/ 320350 h 783577"/>
                    <a:gd name="connsiteX15" fmla="*/ 743029 w 757237"/>
                    <a:gd name="connsiteY15" fmla="*/ 320350 h 783577"/>
                    <a:gd name="connsiteX16" fmla="*/ 743029 w 757237"/>
                    <a:gd name="connsiteY16" fmla="*/ 14702 h 783577"/>
                    <a:gd name="connsiteX17" fmla="*/ 450056 w 757237"/>
                    <a:gd name="connsiteY17" fmla="*/ 14702 h 783577"/>
                    <a:gd name="connsiteX18" fmla="*/ 0 w 757237"/>
                    <a:gd name="connsiteY18" fmla="*/ 0 h 783577"/>
                    <a:gd name="connsiteX19" fmla="*/ 307181 w 757237"/>
                    <a:gd name="connsiteY19" fmla="*/ 0 h 783577"/>
                    <a:gd name="connsiteX20" fmla="*/ 307181 w 757237"/>
                    <a:gd name="connsiteY20" fmla="*/ 14702 h 783577"/>
                    <a:gd name="connsiteX21" fmla="*/ 14207 w 757237"/>
                    <a:gd name="connsiteY21" fmla="*/ 14702 h 783577"/>
                    <a:gd name="connsiteX22" fmla="*/ 14207 w 757237"/>
                    <a:gd name="connsiteY22" fmla="*/ 320350 h 783577"/>
                    <a:gd name="connsiteX23" fmla="*/ 0 w 757237"/>
                    <a:gd name="connsiteY23" fmla="*/ 320350 h 783577"/>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7237" h="783577">
                      <a:moveTo>
                        <a:pt x="743029" y="463225"/>
                      </a:moveTo>
                      <a:lnTo>
                        <a:pt x="757237" y="463225"/>
                      </a:lnTo>
                      <a:lnTo>
                        <a:pt x="757237" y="783577"/>
                      </a:lnTo>
                      <a:lnTo>
                        <a:pt x="450056" y="783577"/>
                      </a:lnTo>
                      <a:lnTo>
                        <a:pt x="450056" y="768874"/>
                      </a:lnTo>
                      <a:lnTo>
                        <a:pt x="743029" y="768874"/>
                      </a:lnTo>
                      <a:close/>
                      <a:moveTo>
                        <a:pt x="0" y="463225"/>
                      </a:moveTo>
                      <a:lnTo>
                        <a:pt x="14207" y="463225"/>
                      </a:lnTo>
                      <a:lnTo>
                        <a:pt x="14207" y="768874"/>
                      </a:lnTo>
                      <a:lnTo>
                        <a:pt x="307181" y="768874"/>
                      </a:lnTo>
                      <a:lnTo>
                        <a:pt x="307181" y="783577"/>
                      </a:lnTo>
                      <a:lnTo>
                        <a:pt x="0" y="783577"/>
                      </a:lnTo>
                      <a:close/>
                      <a:moveTo>
                        <a:pt x="450056" y="0"/>
                      </a:moveTo>
                      <a:lnTo>
                        <a:pt x="757237" y="0"/>
                      </a:lnTo>
                      <a:lnTo>
                        <a:pt x="757237" y="320350"/>
                      </a:lnTo>
                      <a:lnTo>
                        <a:pt x="743029" y="320350"/>
                      </a:lnTo>
                      <a:lnTo>
                        <a:pt x="743029" y="14702"/>
                      </a:lnTo>
                      <a:lnTo>
                        <a:pt x="450056" y="14702"/>
                      </a:lnTo>
                      <a:close/>
                      <a:moveTo>
                        <a:pt x="0" y="0"/>
                      </a:moveTo>
                      <a:lnTo>
                        <a:pt x="307181" y="0"/>
                      </a:lnTo>
                      <a:lnTo>
                        <a:pt x="307181" y="14702"/>
                      </a:lnTo>
                      <a:lnTo>
                        <a:pt x="14207" y="14702"/>
                      </a:lnTo>
                      <a:lnTo>
                        <a:pt x="14207" y="320350"/>
                      </a:lnTo>
                      <a:lnTo>
                        <a:pt x="0" y="320350"/>
                      </a:lnTo>
                      <a:close/>
                    </a:path>
                  </a:pathLst>
                </a:cu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字魂创中黑" panose="00000500000000000000" charset="-122"/>
                  </a:endParaRPr>
                </a:p>
              </p:txBody>
            </p:sp>
            <p:sp>
              <p:nvSpPr>
                <p:cNvPr id="57" name="图形"/>
                <p:cNvSpPr/>
                <p:nvPr>
                  <p:custDataLst>
                    <p:tags r:id="rId8"/>
                  </p:custDataLst>
                </p:nvPr>
              </p:nvSpPr>
              <p:spPr bwMode="auto">
                <a:xfrm>
                  <a:off x="9277" y="6432"/>
                  <a:ext cx="628" cy="625"/>
                </a:xfrm>
                <a:custGeom>
                  <a:gdLst>
                    <a:gd name="T0" fmla="*/ 984018 w 1589088"/>
                    <a:gd name="T1" fmla="*/ 589506 h 1589088"/>
                    <a:gd name="T2" fmla="*/ 955171 w 1589088"/>
                    <a:gd name="T3" fmla="*/ 645802 h 1589088"/>
                    <a:gd name="T4" fmla="*/ 898294 w 1589088"/>
                    <a:gd name="T5" fmla="*/ 673272 h 1589088"/>
                    <a:gd name="T6" fmla="*/ 881422 w 1589088"/>
                    <a:gd name="T7" fmla="*/ 964824 h 1589088"/>
                    <a:gd name="T8" fmla="*/ 873530 w 1589088"/>
                    <a:gd name="T9" fmla="*/ 1040159 h 1589088"/>
                    <a:gd name="T10" fmla="*/ 824817 w 1589088"/>
                    <a:gd name="T11" fmla="*/ 1084490 h 1589088"/>
                    <a:gd name="T12" fmla="*/ 756238 w 1589088"/>
                    <a:gd name="T13" fmla="*/ 1088026 h 1589088"/>
                    <a:gd name="T14" fmla="*/ 703444 w 1589088"/>
                    <a:gd name="T15" fmla="*/ 1048590 h 1589088"/>
                    <a:gd name="T16" fmla="*/ 686571 w 1589088"/>
                    <a:gd name="T17" fmla="*/ 985493 h 1589088"/>
                    <a:gd name="T18" fmla="*/ 486007 w 1589088"/>
                    <a:gd name="T19" fmla="*/ 893024 h 1589088"/>
                    <a:gd name="T20" fmla="*/ 398106 w 1589088"/>
                    <a:gd name="T21" fmla="*/ 820680 h 1589088"/>
                    <a:gd name="T22" fmla="*/ 402189 w 1589088"/>
                    <a:gd name="T23" fmla="*/ 755134 h 1589088"/>
                    <a:gd name="T24" fmla="*/ 446547 w 1589088"/>
                    <a:gd name="T25" fmla="*/ 706452 h 1589088"/>
                    <a:gd name="T26" fmla="*/ 514037 w 1589088"/>
                    <a:gd name="T27" fmla="*/ 696389 h 1589088"/>
                    <a:gd name="T28" fmla="*/ 570641 w 1589088"/>
                    <a:gd name="T29" fmla="*/ 730385 h 1589088"/>
                    <a:gd name="T30" fmla="*/ 593501 w 1589088"/>
                    <a:gd name="T31" fmla="*/ 794027 h 1589088"/>
                    <a:gd name="T32" fmla="*/ 818558 w 1589088"/>
                    <a:gd name="T33" fmla="*/ 648522 h 1589088"/>
                    <a:gd name="T34" fmla="*/ 785901 w 1589088"/>
                    <a:gd name="T35" fmla="*/ 575091 h 1589088"/>
                    <a:gd name="T36" fmla="*/ 808761 w 1589088"/>
                    <a:gd name="T37" fmla="*/ 511721 h 1589088"/>
                    <a:gd name="T38" fmla="*/ 865365 w 1589088"/>
                    <a:gd name="T39" fmla="*/ 477726 h 1589088"/>
                    <a:gd name="T40" fmla="*/ 728574 w 1589088"/>
                    <a:gd name="T41" fmla="*/ 144010 h 1589088"/>
                    <a:gd name="T42" fmla="*/ 531280 w 1589088"/>
                    <a:gd name="T43" fmla="*/ 182593 h 1589088"/>
                    <a:gd name="T44" fmla="*/ 353281 w 1589088"/>
                    <a:gd name="T45" fmla="*/ 288291 h 1589088"/>
                    <a:gd name="T46" fmla="*/ 219577 w 1589088"/>
                    <a:gd name="T47" fmla="*/ 451592 h 1589088"/>
                    <a:gd name="T48" fmla="*/ 152454 w 1589088"/>
                    <a:gd name="T49" fmla="*/ 642880 h 1589088"/>
                    <a:gd name="T50" fmla="*/ 152454 w 1589088"/>
                    <a:gd name="T51" fmla="*/ 843135 h 1589088"/>
                    <a:gd name="T52" fmla="*/ 219577 w 1589088"/>
                    <a:gd name="T53" fmla="*/ 1034422 h 1589088"/>
                    <a:gd name="T54" fmla="*/ 353281 w 1589088"/>
                    <a:gd name="T55" fmla="*/ 1197724 h 1589088"/>
                    <a:gd name="T56" fmla="*/ 531280 w 1589088"/>
                    <a:gd name="T57" fmla="*/ 1303421 h 1589088"/>
                    <a:gd name="T58" fmla="*/ 728574 w 1589088"/>
                    <a:gd name="T59" fmla="*/ 1341734 h 1589088"/>
                    <a:gd name="T60" fmla="*/ 927227 w 1589088"/>
                    <a:gd name="T61" fmla="*/ 1312931 h 1589088"/>
                    <a:gd name="T62" fmla="*/ 1109302 w 1589088"/>
                    <a:gd name="T63" fmla="*/ 1217015 h 1589088"/>
                    <a:gd name="T64" fmla="*/ 1251431 w 1589088"/>
                    <a:gd name="T65" fmla="*/ 1059964 h 1589088"/>
                    <a:gd name="T66" fmla="*/ 1328065 w 1589088"/>
                    <a:gd name="T67" fmla="*/ 871393 h 1589088"/>
                    <a:gd name="T68" fmla="*/ 1337576 w 1589088"/>
                    <a:gd name="T69" fmla="*/ 671410 h 1589088"/>
                    <a:gd name="T70" fmla="*/ 1280237 w 1589088"/>
                    <a:gd name="T71" fmla="*/ 477677 h 1589088"/>
                    <a:gd name="T72" fmla="*/ 1155500 w 1589088"/>
                    <a:gd name="T73" fmla="*/ 308670 h 1589088"/>
                    <a:gd name="T74" fmla="*/ 981849 w 1589088"/>
                    <a:gd name="T75" fmla="*/ 193462 h 1589088"/>
                    <a:gd name="T76" fmla="*/ 785915 w 1589088"/>
                    <a:gd name="T77" fmla="*/ 145640 h 1589088"/>
                    <a:gd name="T78" fmla="*/ 902226 w 1589088"/>
                    <a:gd name="T79" fmla="*/ 17390 h 1589088"/>
                    <a:gd name="T80" fmla="*/ 1136207 w 1589088"/>
                    <a:gd name="T81" fmla="*/ 112491 h 1589088"/>
                    <a:gd name="T82" fmla="*/ 1320999 w 1589088"/>
                    <a:gd name="T83" fmla="*/ 276063 h 1589088"/>
                    <a:gd name="T84" fmla="*/ 1429702 w 1589088"/>
                    <a:gd name="T85" fmla="*/ 459201 h 1589088"/>
                    <a:gd name="T86" fmla="*/ 1481334 w 1589088"/>
                    <a:gd name="T87" fmla="*/ 660270 h 1589088"/>
                    <a:gd name="T88" fmla="*/ 1475356 w 1589088"/>
                    <a:gd name="T89" fmla="*/ 866502 h 1589088"/>
                    <a:gd name="T90" fmla="*/ 1412581 w 1589088"/>
                    <a:gd name="T91" fmla="*/ 1064855 h 1589088"/>
                    <a:gd name="T92" fmla="*/ 1892771 w 1589088"/>
                    <a:gd name="T93" fmla="*/ 1636001 h 1589088"/>
                    <a:gd name="T94" fmla="*/ 1896304 w 1589088"/>
                    <a:gd name="T95" fmla="*/ 1759632 h 1589088"/>
                    <a:gd name="T96" fmla="*/ 1783798 w 1589088"/>
                    <a:gd name="T97" fmla="*/ 1885980 h 1589088"/>
                    <a:gd name="T98" fmla="*/ 1662866 w 1589088"/>
                    <a:gd name="T99" fmla="*/ 1900381 h 1589088"/>
                    <a:gd name="T100" fmla="*/ 1104954 w 1589088"/>
                    <a:gd name="T101" fmla="*/ 1391458 h 1589088"/>
                    <a:gd name="T102" fmla="*/ 909835 w 1589088"/>
                    <a:gd name="T103" fmla="*/ 1466451 h 1589088"/>
                    <a:gd name="T104" fmla="*/ 704388 w 1589088"/>
                    <a:gd name="T105" fmla="*/ 1484656 h 1589088"/>
                    <a:gd name="T106" fmla="*/ 501116 w 1589088"/>
                    <a:gd name="T107" fmla="*/ 1445528 h 1589088"/>
                    <a:gd name="T108" fmla="*/ 313061 w 1589088"/>
                    <a:gd name="T109" fmla="*/ 1349069 h 1589088"/>
                    <a:gd name="T110" fmla="*/ 143758 w 1589088"/>
                    <a:gd name="T111" fmla="*/ 1181965 h 1589088"/>
                    <a:gd name="T112" fmla="*/ 30708 w 1589088"/>
                    <a:gd name="T113" fmla="*/ 954538 h 1589088"/>
                    <a:gd name="T114" fmla="*/ 815 w 1589088"/>
                    <a:gd name="T115" fmla="*/ 707277 h 1589088"/>
                    <a:gd name="T116" fmla="*/ 54351 w 1589088"/>
                    <a:gd name="T117" fmla="*/ 463275 h 1589088"/>
                    <a:gd name="T118" fmla="*/ 191315 w 1589088"/>
                    <a:gd name="T119" fmla="*/ 245360 h 1589088"/>
                    <a:gd name="T120" fmla="*/ 397577 w 1589088"/>
                    <a:gd name="T121" fmla="*/ 85319 h 1589088"/>
                    <a:gd name="T122" fmla="*/ 636177 w 1589088"/>
                    <a:gd name="T123" fmla="*/ 7880 h 15890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589088" h="1589088">
                      <a:moveTo>
                        <a:pt x="916859" y="288925"/>
                      </a:moveTo>
                      <a:lnTo>
                        <a:pt x="954088" y="332030"/>
                      </a:lnTo>
                      <a:lnTo>
                        <a:pt x="816067" y="450682"/>
                      </a:lnTo>
                      <a:lnTo>
                        <a:pt x="817430" y="454085"/>
                      </a:lnTo>
                      <a:lnTo>
                        <a:pt x="818338" y="457488"/>
                      </a:lnTo>
                      <a:lnTo>
                        <a:pt x="819246" y="461118"/>
                      </a:lnTo>
                      <a:lnTo>
                        <a:pt x="820381" y="464748"/>
                      </a:lnTo>
                      <a:lnTo>
                        <a:pt x="820835" y="468378"/>
                      </a:lnTo>
                      <a:lnTo>
                        <a:pt x="821289" y="472008"/>
                      </a:lnTo>
                      <a:lnTo>
                        <a:pt x="821743" y="475865"/>
                      </a:lnTo>
                      <a:lnTo>
                        <a:pt x="821743" y="479722"/>
                      </a:lnTo>
                      <a:lnTo>
                        <a:pt x="821743" y="483805"/>
                      </a:lnTo>
                      <a:lnTo>
                        <a:pt x="821289" y="487662"/>
                      </a:lnTo>
                      <a:lnTo>
                        <a:pt x="820835" y="491746"/>
                      </a:lnTo>
                      <a:lnTo>
                        <a:pt x="820154" y="495602"/>
                      </a:lnTo>
                      <a:lnTo>
                        <a:pt x="819246" y="499459"/>
                      </a:lnTo>
                      <a:lnTo>
                        <a:pt x="818338" y="503089"/>
                      </a:lnTo>
                      <a:lnTo>
                        <a:pt x="816976" y="506946"/>
                      </a:lnTo>
                      <a:lnTo>
                        <a:pt x="815840" y="510349"/>
                      </a:lnTo>
                      <a:lnTo>
                        <a:pt x="814251" y="513979"/>
                      </a:lnTo>
                      <a:lnTo>
                        <a:pt x="812662" y="517382"/>
                      </a:lnTo>
                      <a:lnTo>
                        <a:pt x="810619" y="520785"/>
                      </a:lnTo>
                      <a:lnTo>
                        <a:pt x="808803" y="523961"/>
                      </a:lnTo>
                      <a:lnTo>
                        <a:pt x="806760" y="527137"/>
                      </a:lnTo>
                      <a:lnTo>
                        <a:pt x="804263" y="530313"/>
                      </a:lnTo>
                      <a:lnTo>
                        <a:pt x="801993" y="533036"/>
                      </a:lnTo>
                      <a:lnTo>
                        <a:pt x="799496" y="535985"/>
                      </a:lnTo>
                      <a:lnTo>
                        <a:pt x="796772" y="538707"/>
                      </a:lnTo>
                      <a:lnTo>
                        <a:pt x="794048" y="541203"/>
                      </a:lnTo>
                      <a:lnTo>
                        <a:pt x="791324" y="543698"/>
                      </a:lnTo>
                      <a:lnTo>
                        <a:pt x="788146" y="545967"/>
                      </a:lnTo>
                      <a:lnTo>
                        <a:pt x="785194" y="548009"/>
                      </a:lnTo>
                      <a:lnTo>
                        <a:pt x="781789" y="550051"/>
                      </a:lnTo>
                      <a:lnTo>
                        <a:pt x="778611" y="552093"/>
                      </a:lnTo>
                      <a:lnTo>
                        <a:pt x="775433" y="553908"/>
                      </a:lnTo>
                      <a:lnTo>
                        <a:pt x="771801" y="555496"/>
                      </a:lnTo>
                      <a:lnTo>
                        <a:pt x="768396" y="556857"/>
                      </a:lnTo>
                      <a:lnTo>
                        <a:pt x="764537" y="558218"/>
                      </a:lnTo>
                      <a:lnTo>
                        <a:pt x="760905" y="559352"/>
                      </a:lnTo>
                      <a:lnTo>
                        <a:pt x="757046" y="560260"/>
                      </a:lnTo>
                      <a:lnTo>
                        <a:pt x="753413" y="560940"/>
                      </a:lnTo>
                      <a:lnTo>
                        <a:pt x="749327" y="561621"/>
                      </a:lnTo>
                      <a:lnTo>
                        <a:pt x="745241" y="562075"/>
                      </a:lnTo>
                      <a:lnTo>
                        <a:pt x="692121" y="754005"/>
                      </a:lnTo>
                      <a:lnTo>
                        <a:pt x="697343" y="756728"/>
                      </a:lnTo>
                      <a:lnTo>
                        <a:pt x="702110" y="759904"/>
                      </a:lnTo>
                      <a:lnTo>
                        <a:pt x="706650" y="763080"/>
                      </a:lnTo>
                      <a:lnTo>
                        <a:pt x="710963" y="766937"/>
                      </a:lnTo>
                      <a:lnTo>
                        <a:pt x="715049" y="770794"/>
                      </a:lnTo>
                      <a:lnTo>
                        <a:pt x="718908" y="774877"/>
                      </a:lnTo>
                      <a:lnTo>
                        <a:pt x="722313" y="779188"/>
                      </a:lnTo>
                      <a:lnTo>
                        <a:pt x="725718" y="783952"/>
                      </a:lnTo>
                      <a:lnTo>
                        <a:pt x="728670" y="788943"/>
                      </a:lnTo>
                      <a:lnTo>
                        <a:pt x="731167" y="793934"/>
                      </a:lnTo>
                      <a:lnTo>
                        <a:pt x="733437" y="799379"/>
                      </a:lnTo>
                      <a:lnTo>
                        <a:pt x="735253" y="804824"/>
                      </a:lnTo>
                      <a:lnTo>
                        <a:pt x="736615" y="810496"/>
                      </a:lnTo>
                      <a:lnTo>
                        <a:pt x="737750" y="816167"/>
                      </a:lnTo>
                      <a:lnTo>
                        <a:pt x="738431" y="822066"/>
                      </a:lnTo>
                      <a:lnTo>
                        <a:pt x="738658" y="828191"/>
                      </a:lnTo>
                      <a:lnTo>
                        <a:pt x="738658" y="832729"/>
                      </a:lnTo>
                      <a:lnTo>
                        <a:pt x="738431" y="836812"/>
                      </a:lnTo>
                      <a:lnTo>
                        <a:pt x="737523" y="840896"/>
                      </a:lnTo>
                      <a:lnTo>
                        <a:pt x="736842" y="844980"/>
                      </a:lnTo>
                      <a:lnTo>
                        <a:pt x="735934" y="849063"/>
                      </a:lnTo>
                      <a:lnTo>
                        <a:pt x="734799" y="852920"/>
                      </a:lnTo>
                      <a:lnTo>
                        <a:pt x="733664" y="856777"/>
                      </a:lnTo>
                      <a:lnTo>
                        <a:pt x="732075" y="860407"/>
                      </a:lnTo>
                      <a:lnTo>
                        <a:pt x="730259" y="864263"/>
                      </a:lnTo>
                      <a:lnTo>
                        <a:pt x="728670" y="867666"/>
                      </a:lnTo>
                      <a:lnTo>
                        <a:pt x="726626" y="871296"/>
                      </a:lnTo>
                      <a:lnTo>
                        <a:pt x="724583" y="874699"/>
                      </a:lnTo>
                      <a:lnTo>
                        <a:pt x="722086" y="877876"/>
                      </a:lnTo>
                      <a:lnTo>
                        <a:pt x="719589" y="881052"/>
                      </a:lnTo>
                      <a:lnTo>
                        <a:pt x="717092" y="884228"/>
                      </a:lnTo>
                      <a:lnTo>
                        <a:pt x="714141" y="886950"/>
                      </a:lnTo>
                      <a:lnTo>
                        <a:pt x="711417" y="889673"/>
                      </a:lnTo>
                      <a:lnTo>
                        <a:pt x="708239" y="892395"/>
                      </a:lnTo>
                      <a:lnTo>
                        <a:pt x="705288" y="894891"/>
                      </a:lnTo>
                      <a:lnTo>
                        <a:pt x="702110" y="896933"/>
                      </a:lnTo>
                      <a:lnTo>
                        <a:pt x="698705" y="899428"/>
                      </a:lnTo>
                      <a:lnTo>
                        <a:pt x="695299" y="901243"/>
                      </a:lnTo>
                      <a:lnTo>
                        <a:pt x="691440" y="903058"/>
                      </a:lnTo>
                      <a:lnTo>
                        <a:pt x="688035" y="904646"/>
                      </a:lnTo>
                      <a:lnTo>
                        <a:pt x="684176" y="906234"/>
                      </a:lnTo>
                      <a:lnTo>
                        <a:pt x="680317" y="907595"/>
                      </a:lnTo>
                      <a:lnTo>
                        <a:pt x="676231" y="908730"/>
                      </a:lnTo>
                      <a:lnTo>
                        <a:pt x="672372" y="909637"/>
                      </a:lnTo>
                      <a:lnTo>
                        <a:pt x="668286" y="910318"/>
                      </a:lnTo>
                      <a:lnTo>
                        <a:pt x="664199" y="910771"/>
                      </a:lnTo>
                      <a:lnTo>
                        <a:pt x="659886" y="911225"/>
                      </a:lnTo>
                      <a:lnTo>
                        <a:pt x="655573" y="911225"/>
                      </a:lnTo>
                      <a:lnTo>
                        <a:pt x="651260" y="911225"/>
                      </a:lnTo>
                      <a:lnTo>
                        <a:pt x="646947" y="910771"/>
                      </a:lnTo>
                      <a:lnTo>
                        <a:pt x="643088" y="910318"/>
                      </a:lnTo>
                      <a:lnTo>
                        <a:pt x="638775" y="909637"/>
                      </a:lnTo>
                      <a:lnTo>
                        <a:pt x="634915" y="908730"/>
                      </a:lnTo>
                      <a:lnTo>
                        <a:pt x="630829" y="907595"/>
                      </a:lnTo>
                      <a:lnTo>
                        <a:pt x="627197" y="906234"/>
                      </a:lnTo>
                      <a:lnTo>
                        <a:pt x="623338" y="904646"/>
                      </a:lnTo>
                      <a:lnTo>
                        <a:pt x="619706" y="903058"/>
                      </a:lnTo>
                      <a:lnTo>
                        <a:pt x="616074" y="901243"/>
                      </a:lnTo>
                      <a:lnTo>
                        <a:pt x="612669" y="899428"/>
                      </a:lnTo>
                      <a:lnTo>
                        <a:pt x="609037" y="896933"/>
                      </a:lnTo>
                      <a:lnTo>
                        <a:pt x="605858" y="894891"/>
                      </a:lnTo>
                      <a:lnTo>
                        <a:pt x="602680" y="892395"/>
                      </a:lnTo>
                      <a:lnTo>
                        <a:pt x="599729" y="889673"/>
                      </a:lnTo>
                      <a:lnTo>
                        <a:pt x="596778" y="886950"/>
                      </a:lnTo>
                      <a:lnTo>
                        <a:pt x="594054" y="884228"/>
                      </a:lnTo>
                      <a:lnTo>
                        <a:pt x="591557" y="881052"/>
                      </a:lnTo>
                      <a:lnTo>
                        <a:pt x="588833" y="877876"/>
                      </a:lnTo>
                      <a:lnTo>
                        <a:pt x="586790" y="874699"/>
                      </a:lnTo>
                      <a:lnTo>
                        <a:pt x="584520" y="871296"/>
                      </a:lnTo>
                      <a:lnTo>
                        <a:pt x="582704" y="867666"/>
                      </a:lnTo>
                      <a:lnTo>
                        <a:pt x="580661" y="864263"/>
                      </a:lnTo>
                      <a:lnTo>
                        <a:pt x="579072" y="860407"/>
                      </a:lnTo>
                      <a:lnTo>
                        <a:pt x="577710" y="856777"/>
                      </a:lnTo>
                      <a:lnTo>
                        <a:pt x="576348" y="852920"/>
                      </a:lnTo>
                      <a:lnTo>
                        <a:pt x="575212" y="849063"/>
                      </a:lnTo>
                      <a:lnTo>
                        <a:pt x="574077" y="844980"/>
                      </a:lnTo>
                      <a:lnTo>
                        <a:pt x="573396" y="840896"/>
                      </a:lnTo>
                      <a:lnTo>
                        <a:pt x="572942" y="836812"/>
                      </a:lnTo>
                      <a:lnTo>
                        <a:pt x="572488" y="832729"/>
                      </a:lnTo>
                      <a:lnTo>
                        <a:pt x="572488" y="828191"/>
                      </a:lnTo>
                      <a:lnTo>
                        <a:pt x="572488" y="825242"/>
                      </a:lnTo>
                      <a:lnTo>
                        <a:pt x="572715" y="822066"/>
                      </a:lnTo>
                      <a:lnTo>
                        <a:pt x="573623" y="815940"/>
                      </a:lnTo>
                      <a:lnTo>
                        <a:pt x="574986" y="810042"/>
                      </a:lnTo>
                      <a:lnTo>
                        <a:pt x="576575" y="804370"/>
                      </a:lnTo>
                      <a:lnTo>
                        <a:pt x="454445" y="733134"/>
                      </a:lnTo>
                      <a:lnTo>
                        <a:pt x="449904" y="736083"/>
                      </a:lnTo>
                      <a:lnTo>
                        <a:pt x="444910" y="738352"/>
                      </a:lnTo>
                      <a:lnTo>
                        <a:pt x="439689" y="740166"/>
                      </a:lnTo>
                      <a:lnTo>
                        <a:pt x="434468" y="741981"/>
                      </a:lnTo>
                      <a:lnTo>
                        <a:pt x="429020" y="743569"/>
                      </a:lnTo>
                      <a:lnTo>
                        <a:pt x="423571" y="744477"/>
                      </a:lnTo>
                      <a:lnTo>
                        <a:pt x="417669" y="745158"/>
                      </a:lnTo>
                      <a:lnTo>
                        <a:pt x="412221" y="745384"/>
                      </a:lnTo>
                      <a:lnTo>
                        <a:pt x="408589" y="745158"/>
                      </a:lnTo>
                      <a:lnTo>
                        <a:pt x="405411" y="744931"/>
                      </a:lnTo>
                      <a:lnTo>
                        <a:pt x="398828" y="744023"/>
                      </a:lnTo>
                      <a:lnTo>
                        <a:pt x="305755" y="898294"/>
                      </a:lnTo>
                      <a:lnTo>
                        <a:pt x="257175" y="869255"/>
                      </a:lnTo>
                      <a:lnTo>
                        <a:pt x="349113" y="716118"/>
                      </a:lnTo>
                      <a:lnTo>
                        <a:pt x="347070" y="713396"/>
                      </a:lnTo>
                      <a:lnTo>
                        <a:pt x="344573" y="710220"/>
                      </a:lnTo>
                      <a:lnTo>
                        <a:pt x="342757" y="707497"/>
                      </a:lnTo>
                      <a:lnTo>
                        <a:pt x="340714" y="704321"/>
                      </a:lnTo>
                      <a:lnTo>
                        <a:pt x="339125" y="701145"/>
                      </a:lnTo>
                      <a:lnTo>
                        <a:pt x="337536" y="697969"/>
                      </a:lnTo>
                      <a:lnTo>
                        <a:pt x="335720" y="694793"/>
                      </a:lnTo>
                      <a:lnTo>
                        <a:pt x="334358" y="691390"/>
                      </a:lnTo>
                      <a:lnTo>
                        <a:pt x="333223" y="687987"/>
                      </a:lnTo>
                      <a:lnTo>
                        <a:pt x="332087" y="684584"/>
                      </a:lnTo>
                      <a:lnTo>
                        <a:pt x="331179" y="680954"/>
                      </a:lnTo>
                      <a:lnTo>
                        <a:pt x="330498" y="677324"/>
                      </a:lnTo>
                      <a:lnTo>
                        <a:pt x="329590" y="673467"/>
                      </a:lnTo>
                      <a:lnTo>
                        <a:pt x="329136" y="670064"/>
                      </a:lnTo>
                      <a:lnTo>
                        <a:pt x="328909" y="665981"/>
                      </a:lnTo>
                      <a:lnTo>
                        <a:pt x="328909" y="662351"/>
                      </a:lnTo>
                      <a:lnTo>
                        <a:pt x="328909" y="658040"/>
                      </a:lnTo>
                      <a:lnTo>
                        <a:pt x="329363" y="653730"/>
                      </a:lnTo>
                      <a:lnTo>
                        <a:pt x="330044" y="649646"/>
                      </a:lnTo>
                      <a:lnTo>
                        <a:pt x="330725" y="645335"/>
                      </a:lnTo>
                      <a:lnTo>
                        <a:pt x="331633" y="641479"/>
                      </a:lnTo>
                      <a:lnTo>
                        <a:pt x="332768" y="637395"/>
                      </a:lnTo>
                      <a:lnTo>
                        <a:pt x="333904" y="633765"/>
                      </a:lnTo>
                      <a:lnTo>
                        <a:pt x="335493" y="629908"/>
                      </a:lnTo>
                      <a:lnTo>
                        <a:pt x="337082" y="626279"/>
                      </a:lnTo>
                      <a:lnTo>
                        <a:pt x="339125" y="622649"/>
                      </a:lnTo>
                      <a:lnTo>
                        <a:pt x="340941" y="619246"/>
                      </a:lnTo>
                      <a:lnTo>
                        <a:pt x="342984" y="615843"/>
                      </a:lnTo>
                      <a:lnTo>
                        <a:pt x="345481" y="612666"/>
                      </a:lnTo>
                      <a:lnTo>
                        <a:pt x="347978" y="609263"/>
                      </a:lnTo>
                      <a:lnTo>
                        <a:pt x="350475" y="606314"/>
                      </a:lnTo>
                      <a:lnTo>
                        <a:pt x="353426" y="603592"/>
                      </a:lnTo>
                      <a:lnTo>
                        <a:pt x="356150" y="600642"/>
                      </a:lnTo>
                      <a:lnTo>
                        <a:pt x="359101" y="598147"/>
                      </a:lnTo>
                      <a:lnTo>
                        <a:pt x="362279" y="595878"/>
                      </a:lnTo>
                      <a:lnTo>
                        <a:pt x="365458" y="593383"/>
                      </a:lnTo>
                      <a:lnTo>
                        <a:pt x="369090" y="591341"/>
                      </a:lnTo>
                      <a:lnTo>
                        <a:pt x="372495" y="589299"/>
                      </a:lnTo>
                      <a:lnTo>
                        <a:pt x="376127" y="587484"/>
                      </a:lnTo>
                      <a:lnTo>
                        <a:pt x="379759" y="585669"/>
                      </a:lnTo>
                      <a:lnTo>
                        <a:pt x="383618" y="584308"/>
                      </a:lnTo>
                      <a:lnTo>
                        <a:pt x="387250" y="582947"/>
                      </a:lnTo>
                      <a:lnTo>
                        <a:pt x="391336" y="581812"/>
                      </a:lnTo>
                      <a:lnTo>
                        <a:pt x="395196" y="580905"/>
                      </a:lnTo>
                      <a:lnTo>
                        <a:pt x="399509" y="580224"/>
                      </a:lnTo>
                      <a:lnTo>
                        <a:pt x="403368" y="579544"/>
                      </a:lnTo>
                      <a:lnTo>
                        <a:pt x="407681" y="579317"/>
                      </a:lnTo>
                      <a:lnTo>
                        <a:pt x="412221" y="579090"/>
                      </a:lnTo>
                      <a:lnTo>
                        <a:pt x="416307" y="579317"/>
                      </a:lnTo>
                      <a:lnTo>
                        <a:pt x="420620" y="579544"/>
                      </a:lnTo>
                      <a:lnTo>
                        <a:pt x="424707" y="580224"/>
                      </a:lnTo>
                      <a:lnTo>
                        <a:pt x="428793" y="580905"/>
                      </a:lnTo>
                      <a:lnTo>
                        <a:pt x="432652" y="581812"/>
                      </a:lnTo>
                      <a:lnTo>
                        <a:pt x="436738" y="582947"/>
                      </a:lnTo>
                      <a:lnTo>
                        <a:pt x="440597" y="584308"/>
                      </a:lnTo>
                      <a:lnTo>
                        <a:pt x="444456" y="585669"/>
                      </a:lnTo>
                      <a:lnTo>
                        <a:pt x="447861" y="587484"/>
                      </a:lnTo>
                      <a:lnTo>
                        <a:pt x="451720" y="589299"/>
                      </a:lnTo>
                      <a:lnTo>
                        <a:pt x="454899" y="591341"/>
                      </a:lnTo>
                      <a:lnTo>
                        <a:pt x="458531" y="593383"/>
                      </a:lnTo>
                      <a:lnTo>
                        <a:pt x="461709" y="595878"/>
                      </a:lnTo>
                      <a:lnTo>
                        <a:pt x="464887" y="598147"/>
                      </a:lnTo>
                      <a:lnTo>
                        <a:pt x="467838" y="600642"/>
                      </a:lnTo>
                      <a:lnTo>
                        <a:pt x="470562" y="603592"/>
                      </a:lnTo>
                      <a:lnTo>
                        <a:pt x="473513" y="606314"/>
                      </a:lnTo>
                      <a:lnTo>
                        <a:pt x="476010" y="609263"/>
                      </a:lnTo>
                      <a:lnTo>
                        <a:pt x="478734" y="612666"/>
                      </a:lnTo>
                      <a:lnTo>
                        <a:pt x="481004" y="615843"/>
                      </a:lnTo>
                      <a:lnTo>
                        <a:pt x="483047" y="619246"/>
                      </a:lnTo>
                      <a:lnTo>
                        <a:pt x="484864" y="622649"/>
                      </a:lnTo>
                      <a:lnTo>
                        <a:pt x="486907" y="626279"/>
                      </a:lnTo>
                      <a:lnTo>
                        <a:pt x="488496" y="629908"/>
                      </a:lnTo>
                      <a:lnTo>
                        <a:pt x="490085" y="633765"/>
                      </a:lnTo>
                      <a:lnTo>
                        <a:pt x="491220" y="637395"/>
                      </a:lnTo>
                      <a:lnTo>
                        <a:pt x="492355" y="641479"/>
                      </a:lnTo>
                      <a:lnTo>
                        <a:pt x="493490" y="645335"/>
                      </a:lnTo>
                      <a:lnTo>
                        <a:pt x="494171" y="649646"/>
                      </a:lnTo>
                      <a:lnTo>
                        <a:pt x="494625" y="653730"/>
                      </a:lnTo>
                      <a:lnTo>
                        <a:pt x="495079" y="658040"/>
                      </a:lnTo>
                      <a:lnTo>
                        <a:pt x="495079" y="662351"/>
                      </a:lnTo>
                      <a:lnTo>
                        <a:pt x="495079" y="665527"/>
                      </a:lnTo>
                      <a:lnTo>
                        <a:pt x="494852" y="669157"/>
                      </a:lnTo>
                      <a:lnTo>
                        <a:pt x="494398" y="672333"/>
                      </a:lnTo>
                      <a:lnTo>
                        <a:pt x="493944" y="675509"/>
                      </a:lnTo>
                      <a:lnTo>
                        <a:pt x="492355" y="682088"/>
                      </a:lnTo>
                      <a:lnTo>
                        <a:pt x="490539" y="688214"/>
                      </a:lnTo>
                      <a:lnTo>
                        <a:pt x="610853" y="758543"/>
                      </a:lnTo>
                      <a:lnTo>
                        <a:pt x="616528" y="755140"/>
                      </a:lnTo>
                      <a:lnTo>
                        <a:pt x="622430" y="752417"/>
                      </a:lnTo>
                      <a:lnTo>
                        <a:pt x="628559" y="749922"/>
                      </a:lnTo>
                      <a:lnTo>
                        <a:pt x="634915" y="748107"/>
                      </a:lnTo>
                      <a:lnTo>
                        <a:pt x="690305" y="547101"/>
                      </a:lnTo>
                      <a:lnTo>
                        <a:pt x="686673" y="544152"/>
                      </a:lnTo>
                      <a:lnTo>
                        <a:pt x="682814" y="540976"/>
                      </a:lnTo>
                      <a:lnTo>
                        <a:pt x="679409" y="537800"/>
                      </a:lnTo>
                      <a:lnTo>
                        <a:pt x="676004" y="533943"/>
                      </a:lnTo>
                      <a:lnTo>
                        <a:pt x="673053" y="530540"/>
                      </a:lnTo>
                      <a:lnTo>
                        <a:pt x="670102" y="526456"/>
                      </a:lnTo>
                      <a:lnTo>
                        <a:pt x="667605" y="522373"/>
                      </a:lnTo>
                      <a:lnTo>
                        <a:pt x="665107" y="518062"/>
                      </a:lnTo>
                      <a:lnTo>
                        <a:pt x="662837" y="513979"/>
                      </a:lnTo>
                      <a:lnTo>
                        <a:pt x="661021" y="509214"/>
                      </a:lnTo>
                      <a:lnTo>
                        <a:pt x="659432" y="504450"/>
                      </a:lnTo>
                      <a:lnTo>
                        <a:pt x="658070" y="499913"/>
                      </a:lnTo>
                      <a:lnTo>
                        <a:pt x="657162" y="494922"/>
                      </a:lnTo>
                      <a:lnTo>
                        <a:pt x="656027" y="489931"/>
                      </a:lnTo>
                      <a:lnTo>
                        <a:pt x="655573" y="484940"/>
                      </a:lnTo>
                      <a:lnTo>
                        <a:pt x="655573" y="479722"/>
                      </a:lnTo>
                      <a:lnTo>
                        <a:pt x="655573" y="475411"/>
                      </a:lnTo>
                      <a:lnTo>
                        <a:pt x="655800" y="471327"/>
                      </a:lnTo>
                      <a:lnTo>
                        <a:pt x="656708" y="467017"/>
                      </a:lnTo>
                      <a:lnTo>
                        <a:pt x="657389" y="463160"/>
                      </a:lnTo>
                      <a:lnTo>
                        <a:pt x="658297" y="458850"/>
                      </a:lnTo>
                      <a:lnTo>
                        <a:pt x="659432" y="455220"/>
                      </a:lnTo>
                      <a:lnTo>
                        <a:pt x="660567" y="451136"/>
                      </a:lnTo>
                      <a:lnTo>
                        <a:pt x="661929" y="447506"/>
                      </a:lnTo>
                      <a:lnTo>
                        <a:pt x="663745" y="443649"/>
                      </a:lnTo>
                      <a:lnTo>
                        <a:pt x="665561" y="440246"/>
                      </a:lnTo>
                      <a:lnTo>
                        <a:pt x="667605" y="436617"/>
                      </a:lnTo>
                      <a:lnTo>
                        <a:pt x="669648" y="433440"/>
                      </a:lnTo>
                      <a:lnTo>
                        <a:pt x="672145" y="430037"/>
                      </a:lnTo>
                      <a:lnTo>
                        <a:pt x="674642" y="426861"/>
                      </a:lnTo>
                      <a:lnTo>
                        <a:pt x="677139" y="423912"/>
                      </a:lnTo>
                      <a:lnTo>
                        <a:pt x="679863" y="420963"/>
                      </a:lnTo>
                      <a:lnTo>
                        <a:pt x="682814" y="418240"/>
                      </a:lnTo>
                      <a:lnTo>
                        <a:pt x="685765" y="415518"/>
                      </a:lnTo>
                      <a:lnTo>
                        <a:pt x="688943" y="413249"/>
                      </a:lnTo>
                      <a:lnTo>
                        <a:pt x="692121" y="410980"/>
                      </a:lnTo>
                      <a:lnTo>
                        <a:pt x="695526" y="408712"/>
                      </a:lnTo>
                      <a:lnTo>
                        <a:pt x="698932" y="406670"/>
                      </a:lnTo>
                      <a:lnTo>
                        <a:pt x="702791" y="404855"/>
                      </a:lnTo>
                      <a:lnTo>
                        <a:pt x="706196" y="403267"/>
                      </a:lnTo>
                      <a:lnTo>
                        <a:pt x="710055" y="401679"/>
                      </a:lnTo>
                      <a:lnTo>
                        <a:pt x="713914" y="400318"/>
                      </a:lnTo>
                      <a:lnTo>
                        <a:pt x="718000" y="399410"/>
                      </a:lnTo>
                      <a:lnTo>
                        <a:pt x="721859" y="398503"/>
                      </a:lnTo>
                      <a:lnTo>
                        <a:pt x="725945" y="397595"/>
                      </a:lnTo>
                      <a:lnTo>
                        <a:pt x="730032" y="397141"/>
                      </a:lnTo>
                      <a:lnTo>
                        <a:pt x="734345" y="396915"/>
                      </a:lnTo>
                      <a:lnTo>
                        <a:pt x="738658" y="396688"/>
                      </a:lnTo>
                      <a:lnTo>
                        <a:pt x="744106" y="396915"/>
                      </a:lnTo>
                      <a:lnTo>
                        <a:pt x="749554" y="397595"/>
                      </a:lnTo>
                      <a:lnTo>
                        <a:pt x="754775" y="398276"/>
                      </a:lnTo>
                      <a:lnTo>
                        <a:pt x="759770" y="399637"/>
                      </a:lnTo>
                      <a:lnTo>
                        <a:pt x="764764" y="400998"/>
                      </a:lnTo>
                      <a:lnTo>
                        <a:pt x="769758" y="403040"/>
                      </a:lnTo>
                      <a:lnTo>
                        <a:pt x="774298" y="405082"/>
                      </a:lnTo>
                      <a:lnTo>
                        <a:pt x="778838" y="407577"/>
                      </a:lnTo>
                      <a:lnTo>
                        <a:pt x="916859" y="288925"/>
                      </a:lnTo>
                      <a:close/>
                      <a:moveTo>
                        <a:pt x="607752" y="120128"/>
                      </a:moveTo>
                      <a:lnTo>
                        <a:pt x="595738" y="120581"/>
                      </a:lnTo>
                      <a:lnTo>
                        <a:pt x="583950" y="121488"/>
                      </a:lnTo>
                      <a:lnTo>
                        <a:pt x="571936" y="122621"/>
                      </a:lnTo>
                      <a:lnTo>
                        <a:pt x="559921" y="123755"/>
                      </a:lnTo>
                      <a:lnTo>
                        <a:pt x="548133" y="125341"/>
                      </a:lnTo>
                      <a:lnTo>
                        <a:pt x="536119" y="127154"/>
                      </a:lnTo>
                      <a:lnTo>
                        <a:pt x="524331" y="129421"/>
                      </a:lnTo>
                      <a:lnTo>
                        <a:pt x="512543" y="131688"/>
                      </a:lnTo>
                      <a:lnTo>
                        <a:pt x="500755" y="134407"/>
                      </a:lnTo>
                      <a:lnTo>
                        <a:pt x="489194" y="137581"/>
                      </a:lnTo>
                      <a:lnTo>
                        <a:pt x="477406" y="140754"/>
                      </a:lnTo>
                      <a:lnTo>
                        <a:pt x="466072" y="144380"/>
                      </a:lnTo>
                      <a:lnTo>
                        <a:pt x="454511" y="148234"/>
                      </a:lnTo>
                      <a:lnTo>
                        <a:pt x="443176" y="152313"/>
                      </a:lnTo>
                      <a:lnTo>
                        <a:pt x="431615" y="156620"/>
                      </a:lnTo>
                      <a:lnTo>
                        <a:pt x="420508" y="161380"/>
                      </a:lnTo>
                      <a:lnTo>
                        <a:pt x="409400" y="166593"/>
                      </a:lnTo>
                      <a:lnTo>
                        <a:pt x="398519" y="171579"/>
                      </a:lnTo>
                      <a:lnTo>
                        <a:pt x="387411" y="177246"/>
                      </a:lnTo>
                      <a:lnTo>
                        <a:pt x="376530" y="183139"/>
                      </a:lnTo>
                      <a:lnTo>
                        <a:pt x="365876" y="189485"/>
                      </a:lnTo>
                      <a:lnTo>
                        <a:pt x="355221" y="195831"/>
                      </a:lnTo>
                      <a:lnTo>
                        <a:pt x="344794" y="202631"/>
                      </a:lnTo>
                      <a:lnTo>
                        <a:pt x="334593" y="209431"/>
                      </a:lnTo>
                      <a:lnTo>
                        <a:pt x="324392" y="216684"/>
                      </a:lnTo>
                      <a:lnTo>
                        <a:pt x="314191" y="224163"/>
                      </a:lnTo>
                      <a:lnTo>
                        <a:pt x="304443" y="232323"/>
                      </a:lnTo>
                      <a:lnTo>
                        <a:pt x="294695" y="240483"/>
                      </a:lnTo>
                      <a:lnTo>
                        <a:pt x="284948" y="248869"/>
                      </a:lnTo>
                      <a:lnTo>
                        <a:pt x="275654" y="257482"/>
                      </a:lnTo>
                      <a:lnTo>
                        <a:pt x="266359" y="266548"/>
                      </a:lnTo>
                      <a:lnTo>
                        <a:pt x="257518" y="275614"/>
                      </a:lnTo>
                      <a:lnTo>
                        <a:pt x="248678" y="285134"/>
                      </a:lnTo>
                      <a:lnTo>
                        <a:pt x="240290" y="294654"/>
                      </a:lnTo>
                      <a:lnTo>
                        <a:pt x="232129" y="304400"/>
                      </a:lnTo>
                      <a:lnTo>
                        <a:pt x="224195" y="314373"/>
                      </a:lnTo>
                      <a:lnTo>
                        <a:pt x="216714" y="324346"/>
                      </a:lnTo>
                      <a:lnTo>
                        <a:pt x="209460" y="334545"/>
                      </a:lnTo>
                      <a:lnTo>
                        <a:pt x="202433" y="344971"/>
                      </a:lnTo>
                      <a:lnTo>
                        <a:pt x="195632" y="355397"/>
                      </a:lnTo>
                      <a:lnTo>
                        <a:pt x="189058" y="366050"/>
                      </a:lnTo>
                      <a:lnTo>
                        <a:pt x="183164" y="376703"/>
                      </a:lnTo>
                      <a:lnTo>
                        <a:pt x="177271" y="387583"/>
                      </a:lnTo>
                      <a:lnTo>
                        <a:pt x="171603" y="398462"/>
                      </a:lnTo>
                      <a:lnTo>
                        <a:pt x="166390" y="409342"/>
                      </a:lnTo>
                      <a:lnTo>
                        <a:pt x="161402" y="420448"/>
                      </a:lnTo>
                      <a:lnTo>
                        <a:pt x="156642" y="431554"/>
                      </a:lnTo>
                      <a:lnTo>
                        <a:pt x="152108" y="443114"/>
                      </a:lnTo>
                      <a:lnTo>
                        <a:pt x="148028" y="454673"/>
                      </a:lnTo>
                      <a:lnTo>
                        <a:pt x="144174" y="466006"/>
                      </a:lnTo>
                      <a:lnTo>
                        <a:pt x="140774" y="477565"/>
                      </a:lnTo>
                      <a:lnTo>
                        <a:pt x="137373" y="489125"/>
                      </a:lnTo>
                      <a:lnTo>
                        <a:pt x="134426" y="500911"/>
                      </a:lnTo>
                      <a:lnTo>
                        <a:pt x="131706" y="512470"/>
                      </a:lnTo>
                      <a:lnTo>
                        <a:pt x="129213" y="524256"/>
                      </a:lnTo>
                      <a:lnTo>
                        <a:pt x="127172" y="536269"/>
                      </a:lnTo>
                      <a:lnTo>
                        <a:pt x="125359" y="548055"/>
                      </a:lnTo>
                      <a:lnTo>
                        <a:pt x="123772" y="560068"/>
                      </a:lnTo>
                      <a:lnTo>
                        <a:pt x="122185" y="571854"/>
                      </a:lnTo>
                      <a:lnTo>
                        <a:pt x="121278" y="583867"/>
                      </a:lnTo>
                      <a:lnTo>
                        <a:pt x="120598" y="595880"/>
                      </a:lnTo>
                      <a:lnTo>
                        <a:pt x="120145" y="607666"/>
                      </a:lnTo>
                      <a:lnTo>
                        <a:pt x="120145" y="619905"/>
                      </a:lnTo>
                      <a:lnTo>
                        <a:pt x="120145" y="631918"/>
                      </a:lnTo>
                      <a:lnTo>
                        <a:pt x="120598" y="643704"/>
                      </a:lnTo>
                      <a:lnTo>
                        <a:pt x="121278" y="655717"/>
                      </a:lnTo>
                      <a:lnTo>
                        <a:pt x="122185" y="667503"/>
                      </a:lnTo>
                      <a:lnTo>
                        <a:pt x="123772" y="679516"/>
                      </a:lnTo>
                      <a:lnTo>
                        <a:pt x="125359" y="691529"/>
                      </a:lnTo>
                      <a:lnTo>
                        <a:pt x="127172" y="703315"/>
                      </a:lnTo>
                      <a:lnTo>
                        <a:pt x="129213" y="715328"/>
                      </a:lnTo>
                      <a:lnTo>
                        <a:pt x="131706" y="726887"/>
                      </a:lnTo>
                      <a:lnTo>
                        <a:pt x="134426" y="738673"/>
                      </a:lnTo>
                      <a:lnTo>
                        <a:pt x="137373" y="750460"/>
                      </a:lnTo>
                      <a:lnTo>
                        <a:pt x="140774" y="762019"/>
                      </a:lnTo>
                      <a:lnTo>
                        <a:pt x="144174" y="773579"/>
                      </a:lnTo>
                      <a:lnTo>
                        <a:pt x="148028" y="784911"/>
                      </a:lnTo>
                      <a:lnTo>
                        <a:pt x="152108" y="796471"/>
                      </a:lnTo>
                      <a:lnTo>
                        <a:pt x="156642" y="807804"/>
                      </a:lnTo>
                      <a:lnTo>
                        <a:pt x="161402" y="819136"/>
                      </a:lnTo>
                      <a:lnTo>
                        <a:pt x="166390" y="830016"/>
                      </a:lnTo>
                      <a:lnTo>
                        <a:pt x="171603" y="841122"/>
                      </a:lnTo>
                      <a:lnTo>
                        <a:pt x="177271" y="852002"/>
                      </a:lnTo>
                      <a:lnTo>
                        <a:pt x="183164" y="862881"/>
                      </a:lnTo>
                      <a:lnTo>
                        <a:pt x="189058" y="873534"/>
                      </a:lnTo>
                      <a:lnTo>
                        <a:pt x="195632" y="884187"/>
                      </a:lnTo>
                      <a:lnTo>
                        <a:pt x="202433" y="894613"/>
                      </a:lnTo>
                      <a:lnTo>
                        <a:pt x="209460" y="904813"/>
                      </a:lnTo>
                      <a:lnTo>
                        <a:pt x="216714" y="915239"/>
                      </a:lnTo>
                      <a:lnTo>
                        <a:pt x="224195" y="925212"/>
                      </a:lnTo>
                      <a:lnTo>
                        <a:pt x="232129" y="934958"/>
                      </a:lnTo>
                      <a:lnTo>
                        <a:pt x="240290" y="944931"/>
                      </a:lnTo>
                      <a:lnTo>
                        <a:pt x="248678" y="954450"/>
                      </a:lnTo>
                      <a:lnTo>
                        <a:pt x="257518" y="963743"/>
                      </a:lnTo>
                      <a:lnTo>
                        <a:pt x="266359" y="973036"/>
                      </a:lnTo>
                      <a:lnTo>
                        <a:pt x="275654" y="982102"/>
                      </a:lnTo>
                      <a:lnTo>
                        <a:pt x="284948" y="990715"/>
                      </a:lnTo>
                      <a:lnTo>
                        <a:pt x="294695" y="999102"/>
                      </a:lnTo>
                      <a:lnTo>
                        <a:pt x="304443" y="1007261"/>
                      </a:lnTo>
                      <a:lnTo>
                        <a:pt x="314191" y="1015194"/>
                      </a:lnTo>
                      <a:lnTo>
                        <a:pt x="324392" y="1022674"/>
                      </a:lnTo>
                      <a:lnTo>
                        <a:pt x="334593" y="1029927"/>
                      </a:lnTo>
                      <a:lnTo>
                        <a:pt x="344794" y="1036953"/>
                      </a:lnTo>
                      <a:lnTo>
                        <a:pt x="355221" y="1043753"/>
                      </a:lnTo>
                      <a:lnTo>
                        <a:pt x="365876" y="1050099"/>
                      </a:lnTo>
                      <a:lnTo>
                        <a:pt x="376530" y="1056446"/>
                      </a:lnTo>
                      <a:lnTo>
                        <a:pt x="387411" y="1062339"/>
                      </a:lnTo>
                      <a:lnTo>
                        <a:pt x="398292" y="1067779"/>
                      </a:lnTo>
                      <a:lnTo>
                        <a:pt x="409400" y="1072992"/>
                      </a:lnTo>
                      <a:lnTo>
                        <a:pt x="420508" y="1078205"/>
                      </a:lnTo>
                      <a:lnTo>
                        <a:pt x="431615" y="1082738"/>
                      </a:lnTo>
                      <a:lnTo>
                        <a:pt x="443176" y="1087271"/>
                      </a:lnTo>
                      <a:lnTo>
                        <a:pt x="454511" y="1091351"/>
                      </a:lnTo>
                      <a:lnTo>
                        <a:pt x="466072" y="1095204"/>
                      </a:lnTo>
                      <a:lnTo>
                        <a:pt x="477406" y="1098830"/>
                      </a:lnTo>
                      <a:lnTo>
                        <a:pt x="489194" y="1102004"/>
                      </a:lnTo>
                      <a:lnTo>
                        <a:pt x="500755" y="1104950"/>
                      </a:lnTo>
                      <a:lnTo>
                        <a:pt x="512543" y="1107897"/>
                      </a:lnTo>
                      <a:lnTo>
                        <a:pt x="524331" y="1110163"/>
                      </a:lnTo>
                      <a:lnTo>
                        <a:pt x="536119" y="1112203"/>
                      </a:lnTo>
                      <a:lnTo>
                        <a:pt x="548133" y="1114243"/>
                      </a:lnTo>
                      <a:lnTo>
                        <a:pt x="559921" y="1115830"/>
                      </a:lnTo>
                      <a:lnTo>
                        <a:pt x="571936" y="1116963"/>
                      </a:lnTo>
                      <a:lnTo>
                        <a:pt x="583950" y="1118096"/>
                      </a:lnTo>
                      <a:lnTo>
                        <a:pt x="595738" y="1118776"/>
                      </a:lnTo>
                      <a:lnTo>
                        <a:pt x="607752" y="1119230"/>
                      </a:lnTo>
                      <a:lnTo>
                        <a:pt x="619540" y="1119230"/>
                      </a:lnTo>
                      <a:lnTo>
                        <a:pt x="631782" y="1119230"/>
                      </a:lnTo>
                      <a:lnTo>
                        <a:pt x="643796" y="1118776"/>
                      </a:lnTo>
                      <a:lnTo>
                        <a:pt x="655584" y="1118096"/>
                      </a:lnTo>
                      <a:lnTo>
                        <a:pt x="667598" y="1116963"/>
                      </a:lnTo>
                      <a:lnTo>
                        <a:pt x="679613" y="1115830"/>
                      </a:lnTo>
                      <a:lnTo>
                        <a:pt x="691401" y="1114243"/>
                      </a:lnTo>
                      <a:lnTo>
                        <a:pt x="703415" y="1112203"/>
                      </a:lnTo>
                      <a:lnTo>
                        <a:pt x="715203" y="1110163"/>
                      </a:lnTo>
                      <a:lnTo>
                        <a:pt x="726991" y="1107897"/>
                      </a:lnTo>
                      <a:lnTo>
                        <a:pt x="738779" y="1104950"/>
                      </a:lnTo>
                      <a:lnTo>
                        <a:pt x="750340" y="1102004"/>
                      </a:lnTo>
                      <a:lnTo>
                        <a:pt x="762128" y="1098830"/>
                      </a:lnTo>
                      <a:lnTo>
                        <a:pt x="773462" y="1095204"/>
                      </a:lnTo>
                      <a:lnTo>
                        <a:pt x="785023" y="1091351"/>
                      </a:lnTo>
                      <a:lnTo>
                        <a:pt x="796358" y="1087271"/>
                      </a:lnTo>
                      <a:lnTo>
                        <a:pt x="807692" y="1082738"/>
                      </a:lnTo>
                      <a:lnTo>
                        <a:pt x="819026" y="1078205"/>
                      </a:lnTo>
                      <a:lnTo>
                        <a:pt x="830134" y="1072992"/>
                      </a:lnTo>
                      <a:lnTo>
                        <a:pt x="841015" y="1067779"/>
                      </a:lnTo>
                      <a:lnTo>
                        <a:pt x="852123" y="1062339"/>
                      </a:lnTo>
                      <a:lnTo>
                        <a:pt x="862777" y="1056446"/>
                      </a:lnTo>
                      <a:lnTo>
                        <a:pt x="873658" y="1050099"/>
                      </a:lnTo>
                      <a:lnTo>
                        <a:pt x="884086" y="1043753"/>
                      </a:lnTo>
                      <a:lnTo>
                        <a:pt x="894740" y="1036953"/>
                      </a:lnTo>
                      <a:lnTo>
                        <a:pt x="904941" y="1029927"/>
                      </a:lnTo>
                      <a:lnTo>
                        <a:pt x="915142" y="1022674"/>
                      </a:lnTo>
                      <a:lnTo>
                        <a:pt x="925343" y="1015194"/>
                      </a:lnTo>
                      <a:lnTo>
                        <a:pt x="935091" y="1007261"/>
                      </a:lnTo>
                      <a:lnTo>
                        <a:pt x="944839" y="999102"/>
                      </a:lnTo>
                      <a:lnTo>
                        <a:pt x="954586" y="990715"/>
                      </a:lnTo>
                      <a:lnTo>
                        <a:pt x="963880" y="982102"/>
                      </a:lnTo>
                      <a:lnTo>
                        <a:pt x="972948" y="973036"/>
                      </a:lnTo>
                      <a:lnTo>
                        <a:pt x="982016" y="963743"/>
                      </a:lnTo>
                      <a:lnTo>
                        <a:pt x="990856" y="954450"/>
                      </a:lnTo>
                      <a:lnTo>
                        <a:pt x="999244" y="944931"/>
                      </a:lnTo>
                      <a:lnTo>
                        <a:pt x="1007405" y="934958"/>
                      </a:lnTo>
                      <a:lnTo>
                        <a:pt x="1015339" y="925212"/>
                      </a:lnTo>
                      <a:lnTo>
                        <a:pt x="1022820" y="915239"/>
                      </a:lnTo>
                      <a:lnTo>
                        <a:pt x="1030074" y="904813"/>
                      </a:lnTo>
                      <a:lnTo>
                        <a:pt x="1037101" y="894613"/>
                      </a:lnTo>
                      <a:lnTo>
                        <a:pt x="1043902" y="884187"/>
                      </a:lnTo>
                      <a:lnTo>
                        <a:pt x="1050249" y="873534"/>
                      </a:lnTo>
                      <a:lnTo>
                        <a:pt x="1056370" y="862881"/>
                      </a:lnTo>
                      <a:lnTo>
                        <a:pt x="1062263" y="852002"/>
                      </a:lnTo>
                      <a:lnTo>
                        <a:pt x="1067931" y="841122"/>
                      </a:lnTo>
                      <a:lnTo>
                        <a:pt x="1073144" y="830016"/>
                      </a:lnTo>
                      <a:lnTo>
                        <a:pt x="1078132" y="819136"/>
                      </a:lnTo>
                      <a:lnTo>
                        <a:pt x="1082892" y="807804"/>
                      </a:lnTo>
                      <a:lnTo>
                        <a:pt x="1087426" y="796471"/>
                      </a:lnTo>
                      <a:lnTo>
                        <a:pt x="1091280" y="784911"/>
                      </a:lnTo>
                      <a:lnTo>
                        <a:pt x="1095360" y="773579"/>
                      </a:lnTo>
                      <a:lnTo>
                        <a:pt x="1098760" y="762019"/>
                      </a:lnTo>
                      <a:lnTo>
                        <a:pt x="1102161" y="750460"/>
                      </a:lnTo>
                      <a:lnTo>
                        <a:pt x="1105108" y="738673"/>
                      </a:lnTo>
                      <a:lnTo>
                        <a:pt x="1107828" y="726887"/>
                      </a:lnTo>
                      <a:lnTo>
                        <a:pt x="1110321" y="715328"/>
                      </a:lnTo>
                      <a:lnTo>
                        <a:pt x="1112362" y="703315"/>
                      </a:lnTo>
                      <a:lnTo>
                        <a:pt x="1114175" y="691529"/>
                      </a:lnTo>
                      <a:lnTo>
                        <a:pt x="1115762" y="679516"/>
                      </a:lnTo>
                      <a:lnTo>
                        <a:pt x="1117122" y="667503"/>
                      </a:lnTo>
                      <a:lnTo>
                        <a:pt x="1118256" y="655717"/>
                      </a:lnTo>
                      <a:lnTo>
                        <a:pt x="1118936" y="643704"/>
                      </a:lnTo>
                      <a:lnTo>
                        <a:pt x="1119389" y="631918"/>
                      </a:lnTo>
                      <a:lnTo>
                        <a:pt x="1119389" y="619905"/>
                      </a:lnTo>
                      <a:lnTo>
                        <a:pt x="1119389" y="607666"/>
                      </a:lnTo>
                      <a:lnTo>
                        <a:pt x="1118936" y="595880"/>
                      </a:lnTo>
                      <a:lnTo>
                        <a:pt x="1118256" y="583867"/>
                      </a:lnTo>
                      <a:lnTo>
                        <a:pt x="1117122" y="571854"/>
                      </a:lnTo>
                      <a:lnTo>
                        <a:pt x="1115762" y="560068"/>
                      </a:lnTo>
                      <a:lnTo>
                        <a:pt x="1114175" y="548055"/>
                      </a:lnTo>
                      <a:lnTo>
                        <a:pt x="1112362" y="536269"/>
                      </a:lnTo>
                      <a:lnTo>
                        <a:pt x="1110321" y="524256"/>
                      </a:lnTo>
                      <a:lnTo>
                        <a:pt x="1107828" y="512470"/>
                      </a:lnTo>
                      <a:lnTo>
                        <a:pt x="1105108" y="500911"/>
                      </a:lnTo>
                      <a:lnTo>
                        <a:pt x="1102161" y="489125"/>
                      </a:lnTo>
                      <a:lnTo>
                        <a:pt x="1098760" y="477565"/>
                      </a:lnTo>
                      <a:lnTo>
                        <a:pt x="1095360" y="466006"/>
                      </a:lnTo>
                      <a:lnTo>
                        <a:pt x="1091280" y="454673"/>
                      </a:lnTo>
                      <a:lnTo>
                        <a:pt x="1087426" y="443114"/>
                      </a:lnTo>
                      <a:lnTo>
                        <a:pt x="1082892" y="431554"/>
                      </a:lnTo>
                      <a:lnTo>
                        <a:pt x="1078132" y="420448"/>
                      </a:lnTo>
                      <a:lnTo>
                        <a:pt x="1073144" y="409342"/>
                      </a:lnTo>
                      <a:lnTo>
                        <a:pt x="1067931" y="398462"/>
                      </a:lnTo>
                      <a:lnTo>
                        <a:pt x="1062263" y="387583"/>
                      </a:lnTo>
                      <a:lnTo>
                        <a:pt x="1056370" y="376703"/>
                      </a:lnTo>
                      <a:lnTo>
                        <a:pt x="1050249" y="366050"/>
                      </a:lnTo>
                      <a:lnTo>
                        <a:pt x="1043902" y="355397"/>
                      </a:lnTo>
                      <a:lnTo>
                        <a:pt x="1037101" y="344971"/>
                      </a:lnTo>
                      <a:lnTo>
                        <a:pt x="1030074" y="334545"/>
                      </a:lnTo>
                      <a:lnTo>
                        <a:pt x="1022820" y="324346"/>
                      </a:lnTo>
                      <a:lnTo>
                        <a:pt x="1015339" y="314373"/>
                      </a:lnTo>
                      <a:lnTo>
                        <a:pt x="1007405" y="304400"/>
                      </a:lnTo>
                      <a:lnTo>
                        <a:pt x="999244" y="294654"/>
                      </a:lnTo>
                      <a:lnTo>
                        <a:pt x="990856" y="285134"/>
                      </a:lnTo>
                      <a:lnTo>
                        <a:pt x="982016" y="275614"/>
                      </a:lnTo>
                      <a:lnTo>
                        <a:pt x="972948" y="266548"/>
                      </a:lnTo>
                      <a:lnTo>
                        <a:pt x="963880" y="257482"/>
                      </a:lnTo>
                      <a:lnTo>
                        <a:pt x="954586" y="248869"/>
                      </a:lnTo>
                      <a:lnTo>
                        <a:pt x="944839" y="240483"/>
                      </a:lnTo>
                      <a:lnTo>
                        <a:pt x="935091" y="232323"/>
                      </a:lnTo>
                      <a:lnTo>
                        <a:pt x="925343" y="224163"/>
                      </a:lnTo>
                      <a:lnTo>
                        <a:pt x="915142" y="216684"/>
                      </a:lnTo>
                      <a:lnTo>
                        <a:pt x="904941" y="209431"/>
                      </a:lnTo>
                      <a:lnTo>
                        <a:pt x="894740" y="202631"/>
                      </a:lnTo>
                      <a:lnTo>
                        <a:pt x="884086" y="195831"/>
                      </a:lnTo>
                      <a:lnTo>
                        <a:pt x="873658" y="189485"/>
                      </a:lnTo>
                      <a:lnTo>
                        <a:pt x="862777" y="183139"/>
                      </a:lnTo>
                      <a:lnTo>
                        <a:pt x="852123" y="177246"/>
                      </a:lnTo>
                      <a:lnTo>
                        <a:pt x="841015" y="171579"/>
                      </a:lnTo>
                      <a:lnTo>
                        <a:pt x="830134" y="166593"/>
                      </a:lnTo>
                      <a:lnTo>
                        <a:pt x="819026" y="161380"/>
                      </a:lnTo>
                      <a:lnTo>
                        <a:pt x="807692" y="156620"/>
                      </a:lnTo>
                      <a:lnTo>
                        <a:pt x="796358" y="152313"/>
                      </a:lnTo>
                      <a:lnTo>
                        <a:pt x="785023" y="148234"/>
                      </a:lnTo>
                      <a:lnTo>
                        <a:pt x="773462" y="144380"/>
                      </a:lnTo>
                      <a:lnTo>
                        <a:pt x="762128" y="140754"/>
                      </a:lnTo>
                      <a:lnTo>
                        <a:pt x="750340" y="137581"/>
                      </a:lnTo>
                      <a:lnTo>
                        <a:pt x="738779" y="134407"/>
                      </a:lnTo>
                      <a:lnTo>
                        <a:pt x="726991" y="131688"/>
                      </a:lnTo>
                      <a:lnTo>
                        <a:pt x="715203" y="129421"/>
                      </a:lnTo>
                      <a:lnTo>
                        <a:pt x="703415" y="127154"/>
                      </a:lnTo>
                      <a:lnTo>
                        <a:pt x="691401" y="125341"/>
                      </a:lnTo>
                      <a:lnTo>
                        <a:pt x="679613" y="123755"/>
                      </a:lnTo>
                      <a:lnTo>
                        <a:pt x="667598" y="122621"/>
                      </a:lnTo>
                      <a:lnTo>
                        <a:pt x="655584" y="121488"/>
                      </a:lnTo>
                      <a:lnTo>
                        <a:pt x="643796" y="120581"/>
                      </a:lnTo>
                      <a:lnTo>
                        <a:pt x="631782" y="120128"/>
                      </a:lnTo>
                      <a:lnTo>
                        <a:pt x="619540" y="120128"/>
                      </a:lnTo>
                      <a:lnTo>
                        <a:pt x="607752" y="120128"/>
                      </a:lnTo>
                      <a:close/>
                      <a:moveTo>
                        <a:pt x="619540" y="0"/>
                      </a:moveTo>
                      <a:lnTo>
                        <a:pt x="634502" y="227"/>
                      </a:lnTo>
                      <a:lnTo>
                        <a:pt x="649690" y="907"/>
                      </a:lnTo>
                      <a:lnTo>
                        <a:pt x="664198" y="1587"/>
                      </a:lnTo>
                      <a:lnTo>
                        <a:pt x="678933" y="3173"/>
                      </a:lnTo>
                      <a:lnTo>
                        <a:pt x="694121" y="4533"/>
                      </a:lnTo>
                      <a:lnTo>
                        <a:pt x="708629" y="6573"/>
                      </a:lnTo>
                      <a:lnTo>
                        <a:pt x="723364" y="8840"/>
                      </a:lnTo>
                      <a:lnTo>
                        <a:pt x="738098" y="11560"/>
                      </a:lnTo>
                      <a:lnTo>
                        <a:pt x="752607" y="14506"/>
                      </a:lnTo>
                      <a:lnTo>
                        <a:pt x="767115" y="17906"/>
                      </a:lnTo>
                      <a:lnTo>
                        <a:pt x="781623" y="21533"/>
                      </a:lnTo>
                      <a:lnTo>
                        <a:pt x="796131" y="25839"/>
                      </a:lnTo>
                      <a:lnTo>
                        <a:pt x="810412" y="30146"/>
                      </a:lnTo>
                      <a:lnTo>
                        <a:pt x="824694" y="34905"/>
                      </a:lnTo>
                      <a:lnTo>
                        <a:pt x="838975" y="40118"/>
                      </a:lnTo>
                      <a:lnTo>
                        <a:pt x="853030" y="45558"/>
                      </a:lnTo>
                      <a:lnTo>
                        <a:pt x="866858" y="51451"/>
                      </a:lnTo>
                      <a:lnTo>
                        <a:pt x="880686" y="57571"/>
                      </a:lnTo>
                      <a:lnTo>
                        <a:pt x="894514" y="64144"/>
                      </a:lnTo>
                      <a:lnTo>
                        <a:pt x="907888" y="71170"/>
                      </a:lnTo>
                      <a:lnTo>
                        <a:pt x="921263" y="78423"/>
                      </a:lnTo>
                      <a:lnTo>
                        <a:pt x="934638" y="85903"/>
                      </a:lnTo>
                      <a:lnTo>
                        <a:pt x="947786" y="93836"/>
                      </a:lnTo>
                      <a:lnTo>
                        <a:pt x="960934" y="102222"/>
                      </a:lnTo>
                      <a:lnTo>
                        <a:pt x="973401" y="110835"/>
                      </a:lnTo>
                      <a:lnTo>
                        <a:pt x="986096" y="119901"/>
                      </a:lnTo>
                      <a:lnTo>
                        <a:pt x="998791" y="129421"/>
                      </a:lnTo>
                      <a:lnTo>
                        <a:pt x="1010805" y="139167"/>
                      </a:lnTo>
                      <a:lnTo>
                        <a:pt x="1023046" y="149140"/>
                      </a:lnTo>
                      <a:lnTo>
                        <a:pt x="1034607" y="159793"/>
                      </a:lnTo>
                      <a:lnTo>
                        <a:pt x="1046395" y="170446"/>
                      </a:lnTo>
                      <a:lnTo>
                        <a:pt x="1057956" y="181779"/>
                      </a:lnTo>
                      <a:lnTo>
                        <a:pt x="1067251" y="191072"/>
                      </a:lnTo>
                      <a:lnTo>
                        <a:pt x="1076318" y="200591"/>
                      </a:lnTo>
                      <a:lnTo>
                        <a:pt x="1084932" y="210564"/>
                      </a:lnTo>
                      <a:lnTo>
                        <a:pt x="1093546" y="220310"/>
                      </a:lnTo>
                      <a:lnTo>
                        <a:pt x="1101934" y="230283"/>
                      </a:lnTo>
                      <a:lnTo>
                        <a:pt x="1110095" y="240709"/>
                      </a:lnTo>
                      <a:lnTo>
                        <a:pt x="1117802" y="250909"/>
                      </a:lnTo>
                      <a:lnTo>
                        <a:pt x="1125510" y="261108"/>
                      </a:lnTo>
                      <a:lnTo>
                        <a:pt x="1132764" y="271988"/>
                      </a:lnTo>
                      <a:lnTo>
                        <a:pt x="1139791" y="282414"/>
                      </a:lnTo>
                      <a:lnTo>
                        <a:pt x="1146592" y="293294"/>
                      </a:lnTo>
                      <a:lnTo>
                        <a:pt x="1153166" y="304173"/>
                      </a:lnTo>
                      <a:lnTo>
                        <a:pt x="1159513" y="315279"/>
                      </a:lnTo>
                      <a:lnTo>
                        <a:pt x="1165634" y="326159"/>
                      </a:lnTo>
                      <a:lnTo>
                        <a:pt x="1171527" y="337492"/>
                      </a:lnTo>
                      <a:lnTo>
                        <a:pt x="1177195" y="348598"/>
                      </a:lnTo>
                      <a:lnTo>
                        <a:pt x="1182408" y="360157"/>
                      </a:lnTo>
                      <a:lnTo>
                        <a:pt x="1187622" y="371490"/>
                      </a:lnTo>
                      <a:lnTo>
                        <a:pt x="1192610" y="383050"/>
                      </a:lnTo>
                      <a:lnTo>
                        <a:pt x="1197143" y="394609"/>
                      </a:lnTo>
                      <a:lnTo>
                        <a:pt x="1201677" y="406395"/>
                      </a:lnTo>
                      <a:lnTo>
                        <a:pt x="1205984" y="418181"/>
                      </a:lnTo>
                      <a:lnTo>
                        <a:pt x="1209611" y="429741"/>
                      </a:lnTo>
                      <a:lnTo>
                        <a:pt x="1213465" y="441754"/>
                      </a:lnTo>
                      <a:lnTo>
                        <a:pt x="1216865" y="453540"/>
                      </a:lnTo>
                      <a:lnTo>
                        <a:pt x="1219812" y="465552"/>
                      </a:lnTo>
                      <a:lnTo>
                        <a:pt x="1222986" y="477792"/>
                      </a:lnTo>
                      <a:lnTo>
                        <a:pt x="1225706" y="489578"/>
                      </a:lnTo>
                      <a:lnTo>
                        <a:pt x="1228200" y="501818"/>
                      </a:lnTo>
                      <a:lnTo>
                        <a:pt x="1230240" y="514057"/>
                      </a:lnTo>
                      <a:lnTo>
                        <a:pt x="1232280" y="526070"/>
                      </a:lnTo>
                      <a:lnTo>
                        <a:pt x="1233867" y="538536"/>
                      </a:lnTo>
                      <a:lnTo>
                        <a:pt x="1235680" y="550775"/>
                      </a:lnTo>
                      <a:lnTo>
                        <a:pt x="1236814" y="563015"/>
                      </a:lnTo>
                      <a:lnTo>
                        <a:pt x="1237720" y="575254"/>
                      </a:lnTo>
                      <a:lnTo>
                        <a:pt x="1238401" y="587720"/>
                      </a:lnTo>
                      <a:lnTo>
                        <a:pt x="1239081" y="599733"/>
                      </a:lnTo>
                      <a:lnTo>
                        <a:pt x="1239307" y="612199"/>
                      </a:lnTo>
                      <a:lnTo>
                        <a:pt x="1239307" y="624665"/>
                      </a:lnTo>
                      <a:lnTo>
                        <a:pt x="1239081" y="636678"/>
                      </a:lnTo>
                      <a:lnTo>
                        <a:pt x="1238627" y="649144"/>
                      </a:lnTo>
                      <a:lnTo>
                        <a:pt x="1237947" y="661610"/>
                      </a:lnTo>
                      <a:lnTo>
                        <a:pt x="1237040" y="673623"/>
                      </a:lnTo>
                      <a:lnTo>
                        <a:pt x="1235907" y="686089"/>
                      </a:lnTo>
                      <a:lnTo>
                        <a:pt x="1234320" y="698102"/>
                      </a:lnTo>
                      <a:lnTo>
                        <a:pt x="1232507" y="710341"/>
                      </a:lnTo>
                      <a:lnTo>
                        <a:pt x="1230693" y="722807"/>
                      </a:lnTo>
                      <a:lnTo>
                        <a:pt x="1228653" y="734820"/>
                      </a:lnTo>
                      <a:lnTo>
                        <a:pt x="1226159" y="746833"/>
                      </a:lnTo>
                      <a:lnTo>
                        <a:pt x="1223439" y="759073"/>
                      </a:lnTo>
                      <a:lnTo>
                        <a:pt x="1220719" y="771085"/>
                      </a:lnTo>
                      <a:lnTo>
                        <a:pt x="1217545" y="783098"/>
                      </a:lnTo>
                      <a:lnTo>
                        <a:pt x="1214145" y="795111"/>
                      </a:lnTo>
                      <a:lnTo>
                        <a:pt x="1210518" y="806897"/>
                      </a:lnTo>
                      <a:lnTo>
                        <a:pt x="1206664" y="818683"/>
                      </a:lnTo>
                      <a:lnTo>
                        <a:pt x="1202357" y="830469"/>
                      </a:lnTo>
                      <a:lnTo>
                        <a:pt x="1198277" y="842255"/>
                      </a:lnTo>
                      <a:lnTo>
                        <a:pt x="1193516" y="853588"/>
                      </a:lnTo>
                      <a:lnTo>
                        <a:pt x="1188529" y="865374"/>
                      </a:lnTo>
                      <a:lnTo>
                        <a:pt x="1183769" y="876934"/>
                      </a:lnTo>
                      <a:lnTo>
                        <a:pt x="1178328" y="888267"/>
                      </a:lnTo>
                      <a:lnTo>
                        <a:pt x="1172661" y="899599"/>
                      </a:lnTo>
                      <a:lnTo>
                        <a:pt x="1166767" y="910706"/>
                      </a:lnTo>
                      <a:lnTo>
                        <a:pt x="1160646" y="921812"/>
                      </a:lnTo>
                      <a:lnTo>
                        <a:pt x="1534229" y="1295115"/>
                      </a:lnTo>
                      <a:lnTo>
                        <a:pt x="1540350" y="1301461"/>
                      </a:lnTo>
                      <a:lnTo>
                        <a:pt x="1545790" y="1308034"/>
                      </a:lnTo>
                      <a:lnTo>
                        <a:pt x="1551231" y="1314607"/>
                      </a:lnTo>
                      <a:lnTo>
                        <a:pt x="1556445" y="1321407"/>
                      </a:lnTo>
                      <a:lnTo>
                        <a:pt x="1560752" y="1328433"/>
                      </a:lnTo>
                      <a:lnTo>
                        <a:pt x="1565286" y="1335460"/>
                      </a:lnTo>
                      <a:lnTo>
                        <a:pt x="1569366" y="1342713"/>
                      </a:lnTo>
                      <a:lnTo>
                        <a:pt x="1572766" y="1349966"/>
                      </a:lnTo>
                      <a:lnTo>
                        <a:pt x="1576167" y="1357219"/>
                      </a:lnTo>
                      <a:lnTo>
                        <a:pt x="1578887" y="1364698"/>
                      </a:lnTo>
                      <a:lnTo>
                        <a:pt x="1581381" y="1372178"/>
                      </a:lnTo>
                      <a:lnTo>
                        <a:pt x="1583648" y="1379658"/>
                      </a:lnTo>
                      <a:lnTo>
                        <a:pt x="1585461" y="1387137"/>
                      </a:lnTo>
                      <a:lnTo>
                        <a:pt x="1586821" y="1394617"/>
                      </a:lnTo>
                      <a:lnTo>
                        <a:pt x="1587955" y="1402323"/>
                      </a:lnTo>
                      <a:lnTo>
                        <a:pt x="1588635" y="1409803"/>
                      </a:lnTo>
                      <a:lnTo>
                        <a:pt x="1589088" y="1417283"/>
                      </a:lnTo>
                      <a:lnTo>
                        <a:pt x="1589088" y="1424762"/>
                      </a:lnTo>
                      <a:lnTo>
                        <a:pt x="1588861" y="1432242"/>
                      </a:lnTo>
                      <a:lnTo>
                        <a:pt x="1588181" y="1439495"/>
                      </a:lnTo>
                      <a:lnTo>
                        <a:pt x="1587274" y="1446748"/>
                      </a:lnTo>
                      <a:lnTo>
                        <a:pt x="1585914" y="1454001"/>
                      </a:lnTo>
                      <a:lnTo>
                        <a:pt x="1584101" y="1461027"/>
                      </a:lnTo>
                      <a:lnTo>
                        <a:pt x="1581834" y="1467827"/>
                      </a:lnTo>
                      <a:lnTo>
                        <a:pt x="1579340" y="1474627"/>
                      </a:lnTo>
                      <a:lnTo>
                        <a:pt x="1576620" y="1481200"/>
                      </a:lnTo>
                      <a:lnTo>
                        <a:pt x="1573220" y="1487773"/>
                      </a:lnTo>
                      <a:lnTo>
                        <a:pt x="1569593" y="1494119"/>
                      </a:lnTo>
                      <a:lnTo>
                        <a:pt x="1565512" y="1500239"/>
                      </a:lnTo>
                      <a:lnTo>
                        <a:pt x="1561432" y="1506132"/>
                      </a:lnTo>
                      <a:lnTo>
                        <a:pt x="1556445" y="1511572"/>
                      </a:lnTo>
                      <a:lnTo>
                        <a:pt x="1551231" y="1517011"/>
                      </a:lnTo>
                      <a:lnTo>
                        <a:pt x="1517228" y="1551237"/>
                      </a:lnTo>
                      <a:lnTo>
                        <a:pt x="1511787" y="1556223"/>
                      </a:lnTo>
                      <a:lnTo>
                        <a:pt x="1506120" y="1561209"/>
                      </a:lnTo>
                      <a:lnTo>
                        <a:pt x="1500226" y="1565516"/>
                      </a:lnTo>
                      <a:lnTo>
                        <a:pt x="1494106" y="1569369"/>
                      </a:lnTo>
                      <a:lnTo>
                        <a:pt x="1487985" y="1573222"/>
                      </a:lnTo>
                      <a:lnTo>
                        <a:pt x="1481411" y="1576395"/>
                      </a:lnTo>
                      <a:lnTo>
                        <a:pt x="1474837" y="1579342"/>
                      </a:lnTo>
                      <a:lnTo>
                        <a:pt x="1468036" y="1581835"/>
                      </a:lnTo>
                      <a:lnTo>
                        <a:pt x="1461009" y="1583875"/>
                      </a:lnTo>
                      <a:lnTo>
                        <a:pt x="1453982" y="1585688"/>
                      </a:lnTo>
                      <a:lnTo>
                        <a:pt x="1446728" y="1587275"/>
                      </a:lnTo>
                      <a:lnTo>
                        <a:pt x="1439474" y="1588182"/>
                      </a:lnTo>
                      <a:lnTo>
                        <a:pt x="1432219" y="1588862"/>
                      </a:lnTo>
                      <a:lnTo>
                        <a:pt x="1424739" y="1589088"/>
                      </a:lnTo>
                      <a:lnTo>
                        <a:pt x="1417258" y="1589088"/>
                      </a:lnTo>
                      <a:lnTo>
                        <a:pt x="1409777" y="1588862"/>
                      </a:lnTo>
                      <a:lnTo>
                        <a:pt x="1402296" y="1587955"/>
                      </a:lnTo>
                      <a:lnTo>
                        <a:pt x="1394589" y="1587048"/>
                      </a:lnTo>
                      <a:lnTo>
                        <a:pt x="1387108" y="1585235"/>
                      </a:lnTo>
                      <a:lnTo>
                        <a:pt x="1379628" y="1583422"/>
                      </a:lnTo>
                      <a:lnTo>
                        <a:pt x="1372147" y="1581382"/>
                      </a:lnTo>
                      <a:lnTo>
                        <a:pt x="1364666" y="1578662"/>
                      </a:lnTo>
                      <a:lnTo>
                        <a:pt x="1357186" y="1575942"/>
                      </a:lnTo>
                      <a:lnTo>
                        <a:pt x="1349931" y="1572769"/>
                      </a:lnTo>
                      <a:lnTo>
                        <a:pt x="1342677" y="1569142"/>
                      </a:lnTo>
                      <a:lnTo>
                        <a:pt x="1335423" y="1565289"/>
                      </a:lnTo>
                      <a:lnTo>
                        <a:pt x="1328396" y="1560756"/>
                      </a:lnTo>
                      <a:lnTo>
                        <a:pt x="1321369" y="1556223"/>
                      </a:lnTo>
                      <a:lnTo>
                        <a:pt x="1314568" y="1551237"/>
                      </a:lnTo>
                      <a:lnTo>
                        <a:pt x="1307994" y="1545797"/>
                      </a:lnTo>
                      <a:lnTo>
                        <a:pt x="1301420" y="1540130"/>
                      </a:lnTo>
                      <a:lnTo>
                        <a:pt x="1295299" y="1534011"/>
                      </a:lnTo>
                      <a:lnTo>
                        <a:pt x="921716" y="1160708"/>
                      </a:lnTo>
                      <a:lnTo>
                        <a:pt x="910835" y="1166827"/>
                      </a:lnTo>
                      <a:lnTo>
                        <a:pt x="899501" y="1172720"/>
                      </a:lnTo>
                      <a:lnTo>
                        <a:pt x="888166" y="1178160"/>
                      </a:lnTo>
                      <a:lnTo>
                        <a:pt x="876832" y="1183600"/>
                      </a:lnTo>
                      <a:lnTo>
                        <a:pt x="865498" y="1188586"/>
                      </a:lnTo>
                      <a:lnTo>
                        <a:pt x="853710" y="1193346"/>
                      </a:lnTo>
                      <a:lnTo>
                        <a:pt x="842375" y="1198106"/>
                      </a:lnTo>
                      <a:lnTo>
                        <a:pt x="830588" y="1202412"/>
                      </a:lnTo>
                      <a:lnTo>
                        <a:pt x="818573" y="1206492"/>
                      </a:lnTo>
                      <a:lnTo>
                        <a:pt x="807012" y="1210572"/>
                      </a:lnTo>
                      <a:lnTo>
                        <a:pt x="794997" y="1213972"/>
                      </a:lnTo>
                      <a:lnTo>
                        <a:pt x="783210" y="1217598"/>
                      </a:lnTo>
                      <a:lnTo>
                        <a:pt x="771195" y="1220545"/>
                      </a:lnTo>
                      <a:lnTo>
                        <a:pt x="758954" y="1223265"/>
                      </a:lnTo>
                      <a:lnTo>
                        <a:pt x="746939" y="1226211"/>
                      </a:lnTo>
                      <a:lnTo>
                        <a:pt x="734698" y="1228478"/>
                      </a:lnTo>
                      <a:lnTo>
                        <a:pt x="722457" y="1230518"/>
                      </a:lnTo>
                      <a:lnTo>
                        <a:pt x="710442" y="1232784"/>
                      </a:lnTo>
                      <a:lnTo>
                        <a:pt x="698201" y="1234371"/>
                      </a:lnTo>
                      <a:lnTo>
                        <a:pt x="685960" y="1235731"/>
                      </a:lnTo>
                      <a:lnTo>
                        <a:pt x="673719" y="1236864"/>
                      </a:lnTo>
                      <a:lnTo>
                        <a:pt x="661478" y="1237771"/>
                      </a:lnTo>
                      <a:lnTo>
                        <a:pt x="649010" y="1238451"/>
                      </a:lnTo>
                      <a:lnTo>
                        <a:pt x="636769" y="1239131"/>
                      </a:lnTo>
                      <a:lnTo>
                        <a:pt x="624527" y="1239357"/>
                      </a:lnTo>
                      <a:lnTo>
                        <a:pt x="612060" y="1239357"/>
                      </a:lnTo>
                      <a:lnTo>
                        <a:pt x="599818" y="1239131"/>
                      </a:lnTo>
                      <a:lnTo>
                        <a:pt x="587577" y="1238451"/>
                      </a:lnTo>
                      <a:lnTo>
                        <a:pt x="575109" y="1237544"/>
                      </a:lnTo>
                      <a:lnTo>
                        <a:pt x="562868" y="1236638"/>
                      </a:lnTo>
                      <a:lnTo>
                        <a:pt x="550627" y="1235504"/>
                      </a:lnTo>
                      <a:lnTo>
                        <a:pt x="538612" y="1233918"/>
                      </a:lnTo>
                      <a:lnTo>
                        <a:pt x="526145" y="1232331"/>
                      </a:lnTo>
                      <a:lnTo>
                        <a:pt x="513903" y="1230291"/>
                      </a:lnTo>
                      <a:lnTo>
                        <a:pt x="501889" y="1228025"/>
                      </a:lnTo>
                      <a:lnTo>
                        <a:pt x="489648" y="1225758"/>
                      </a:lnTo>
                      <a:lnTo>
                        <a:pt x="477633" y="1222811"/>
                      </a:lnTo>
                      <a:lnTo>
                        <a:pt x="465619" y="1219865"/>
                      </a:lnTo>
                      <a:lnTo>
                        <a:pt x="453604" y="1216918"/>
                      </a:lnTo>
                      <a:lnTo>
                        <a:pt x="441590" y="1213292"/>
                      </a:lnTo>
                      <a:lnTo>
                        <a:pt x="429802" y="1209665"/>
                      </a:lnTo>
                      <a:lnTo>
                        <a:pt x="418014" y="1205812"/>
                      </a:lnTo>
                      <a:lnTo>
                        <a:pt x="406453" y="1201506"/>
                      </a:lnTo>
                      <a:lnTo>
                        <a:pt x="394665" y="1197199"/>
                      </a:lnTo>
                      <a:lnTo>
                        <a:pt x="383104" y="1192440"/>
                      </a:lnTo>
                      <a:lnTo>
                        <a:pt x="371543" y="1187680"/>
                      </a:lnTo>
                      <a:lnTo>
                        <a:pt x="359982" y="1182467"/>
                      </a:lnTo>
                      <a:lnTo>
                        <a:pt x="348647" y="1177027"/>
                      </a:lnTo>
                      <a:lnTo>
                        <a:pt x="337313" y="1171360"/>
                      </a:lnTo>
                      <a:lnTo>
                        <a:pt x="326205" y="1165694"/>
                      </a:lnTo>
                      <a:lnTo>
                        <a:pt x="315097" y="1159574"/>
                      </a:lnTo>
                      <a:lnTo>
                        <a:pt x="304216" y="1153228"/>
                      </a:lnTo>
                      <a:lnTo>
                        <a:pt x="293109" y="1146655"/>
                      </a:lnTo>
                      <a:lnTo>
                        <a:pt x="282454" y="1139629"/>
                      </a:lnTo>
                      <a:lnTo>
                        <a:pt x="272026" y="1132602"/>
                      </a:lnTo>
                      <a:lnTo>
                        <a:pt x="261145" y="1125349"/>
                      </a:lnTo>
                      <a:lnTo>
                        <a:pt x="250944" y="1117643"/>
                      </a:lnTo>
                      <a:lnTo>
                        <a:pt x="240517" y="1109937"/>
                      </a:lnTo>
                      <a:lnTo>
                        <a:pt x="230316" y="1101777"/>
                      </a:lnTo>
                      <a:lnTo>
                        <a:pt x="220341" y="1093617"/>
                      </a:lnTo>
                      <a:lnTo>
                        <a:pt x="210367" y="1085004"/>
                      </a:lnTo>
                      <a:lnTo>
                        <a:pt x="200620" y="1076391"/>
                      </a:lnTo>
                      <a:lnTo>
                        <a:pt x="191099" y="1067099"/>
                      </a:lnTo>
                      <a:lnTo>
                        <a:pt x="181578" y="1057806"/>
                      </a:lnTo>
                      <a:lnTo>
                        <a:pt x="170470" y="1046473"/>
                      </a:lnTo>
                      <a:lnTo>
                        <a:pt x="159589" y="1034913"/>
                      </a:lnTo>
                      <a:lnTo>
                        <a:pt x="149161" y="1022901"/>
                      </a:lnTo>
                      <a:lnTo>
                        <a:pt x="139187" y="1010888"/>
                      </a:lnTo>
                      <a:lnTo>
                        <a:pt x="129213" y="998648"/>
                      </a:lnTo>
                      <a:lnTo>
                        <a:pt x="119918" y="985956"/>
                      </a:lnTo>
                      <a:lnTo>
                        <a:pt x="110851" y="973489"/>
                      </a:lnTo>
                      <a:lnTo>
                        <a:pt x="102237" y="960797"/>
                      </a:lnTo>
                      <a:lnTo>
                        <a:pt x="93849" y="947651"/>
                      </a:lnTo>
                      <a:lnTo>
                        <a:pt x="85688" y="934505"/>
                      </a:lnTo>
                      <a:lnTo>
                        <a:pt x="78208" y="921358"/>
                      </a:lnTo>
                      <a:lnTo>
                        <a:pt x="70954" y="907986"/>
                      </a:lnTo>
                      <a:lnTo>
                        <a:pt x="64153" y="894386"/>
                      </a:lnTo>
                      <a:lnTo>
                        <a:pt x="57579" y="880560"/>
                      </a:lnTo>
                      <a:lnTo>
                        <a:pt x="51232" y="866734"/>
                      </a:lnTo>
                      <a:lnTo>
                        <a:pt x="45338" y="852908"/>
                      </a:lnTo>
                      <a:lnTo>
                        <a:pt x="39897" y="838856"/>
                      </a:lnTo>
                      <a:lnTo>
                        <a:pt x="34910" y="824803"/>
                      </a:lnTo>
                      <a:lnTo>
                        <a:pt x="30150" y="810524"/>
                      </a:lnTo>
                      <a:lnTo>
                        <a:pt x="25616" y="796244"/>
                      </a:lnTo>
                      <a:lnTo>
                        <a:pt x="21535" y="781738"/>
                      </a:lnTo>
                      <a:lnTo>
                        <a:pt x="17682" y="767232"/>
                      </a:lnTo>
                      <a:lnTo>
                        <a:pt x="14508" y="752726"/>
                      </a:lnTo>
                      <a:lnTo>
                        <a:pt x="11334" y="738220"/>
                      </a:lnTo>
                      <a:lnTo>
                        <a:pt x="8841" y="723487"/>
                      </a:lnTo>
                      <a:lnTo>
                        <a:pt x="6574" y="708755"/>
                      </a:lnTo>
                      <a:lnTo>
                        <a:pt x="4307" y="694022"/>
                      </a:lnTo>
                      <a:lnTo>
                        <a:pt x="2947" y="679289"/>
                      </a:lnTo>
                      <a:lnTo>
                        <a:pt x="1587" y="664330"/>
                      </a:lnTo>
                      <a:lnTo>
                        <a:pt x="680" y="649597"/>
                      </a:lnTo>
                      <a:lnTo>
                        <a:pt x="227" y="634638"/>
                      </a:lnTo>
                      <a:lnTo>
                        <a:pt x="0" y="619905"/>
                      </a:lnTo>
                      <a:lnTo>
                        <a:pt x="227" y="604946"/>
                      </a:lnTo>
                      <a:lnTo>
                        <a:pt x="680" y="589987"/>
                      </a:lnTo>
                      <a:lnTo>
                        <a:pt x="1587" y="575254"/>
                      </a:lnTo>
                      <a:lnTo>
                        <a:pt x="2947" y="560295"/>
                      </a:lnTo>
                      <a:lnTo>
                        <a:pt x="4307" y="545562"/>
                      </a:lnTo>
                      <a:lnTo>
                        <a:pt x="6574" y="530830"/>
                      </a:lnTo>
                      <a:lnTo>
                        <a:pt x="8841" y="516097"/>
                      </a:lnTo>
                      <a:lnTo>
                        <a:pt x="11334" y="501364"/>
                      </a:lnTo>
                      <a:lnTo>
                        <a:pt x="14508" y="486858"/>
                      </a:lnTo>
                      <a:lnTo>
                        <a:pt x="17682" y="472352"/>
                      </a:lnTo>
                      <a:lnTo>
                        <a:pt x="21535" y="457846"/>
                      </a:lnTo>
                      <a:lnTo>
                        <a:pt x="25616" y="443340"/>
                      </a:lnTo>
                      <a:lnTo>
                        <a:pt x="30150" y="429061"/>
                      </a:lnTo>
                      <a:lnTo>
                        <a:pt x="34910" y="414781"/>
                      </a:lnTo>
                      <a:lnTo>
                        <a:pt x="39897" y="400502"/>
                      </a:lnTo>
                      <a:lnTo>
                        <a:pt x="45338" y="386449"/>
                      </a:lnTo>
                      <a:lnTo>
                        <a:pt x="51232" y="372850"/>
                      </a:lnTo>
                      <a:lnTo>
                        <a:pt x="57579" y="359024"/>
                      </a:lnTo>
                      <a:lnTo>
                        <a:pt x="64153" y="345198"/>
                      </a:lnTo>
                      <a:lnTo>
                        <a:pt x="70954" y="331599"/>
                      </a:lnTo>
                      <a:lnTo>
                        <a:pt x="78208" y="318226"/>
                      </a:lnTo>
                      <a:lnTo>
                        <a:pt x="85688" y="304853"/>
                      </a:lnTo>
                      <a:lnTo>
                        <a:pt x="93849" y="291934"/>
                      </a:lnTo>
                      <a:lnTo>
                        <a:pt x="102237" y="278788"/>
                      </a:lnTo>
                      <a:lnTo>
                        <a:pt x="110851" y="266095"/>
                      </a:lnTo>
                      <a:lnTo>
                        <a:pt x="119918" y="253402"/>
                      </a:lnTo>
                      <a:lnTo>
                        <a:pt x="129213" y="240936"/>
                      </a:lnTo>
                      <a:lnTo>
                        <a:pt x="139187" y="228697"/>
                      </a:lnTo>
                      <a:lnTo>
                        <a:pt x="149161" y="216457"/>
                      </a:lnTo>
                      <a:lnTo>
                        <a:pt x="159589" y="204671"/>
                      </a:lnTo>
                      <a:lnTo>
                        <a:pt x="170470" y="193111"/>
                      </a:lnTo>
                      <a:lnTo>
                        <a:pt x="181578" y="181779"/>
                      </a:lnTo>
                      <a:lnTo>
                        <a:pt x="193139" y="170446"/>
                      </a:lnTo>
                      <a:lnTo>
                        <a:pt x="204473" y="159793"/>
                      </a:lnTo>
                      <a:lnTo>
                        <a:pt x="216488" y="149140"/>
                      </a:lnTo>
                      <a:lnTo>
                        <a:pt x="228729" y="139167"/>
                      </a:lnTo>
                      <a:lnTo>
                        <a:pt x="240743" y="129421"/>
                      </a:lnTo>
                      <a:lnTo>
                        <a:pt x="253438" y="119901"/>
                      </a:lnTo>
                      <a:lnTo>
                        <a:pt x="266133" y="110835"/>
                      </a:lnTo>
                      <a:lnTo>
                        <a:pt x="278600" y="102222"/>
                      </a:lnTo>
                      <a:lnTo>
                        <a:pt x="291748" y="93836"/>
                      </a:lnTo>
                      <a:lnTo>
                        <a:pt x="304896" y="85903"/>
                      </a:lnTo>
                      <a:lnTo>
                        <a:pt x="318271" y="78423"/>
                      </a:lnTo>
                      <a:lnTo>
                        <a:pt x="331646" y="71170"/>
                      </a:lnTo>
                      <a:lnTo>
                        <a:pt x="345020" y="64144"/>
                      </a:lnTo>
                      <a:lnTo>
                        <a:pt x="358848" y="57571"/>
                      </a:lnTo>
                      <a:lnTo>
                        <a:pt x="372676" y="51451"/>
                      </a:lnTo>
                      <a:lnTo>
                        <a:pt x="386504" y="45558"/>
                      </a:lnTo>
                      <a:lnTo>
                        <a:pt x="400559" y="40118"/>
                      </a:lnTo>
                      <a:lnTo>
                        <a:pt x="414840" y="34905"/>
                      </a:lnTo>
                      <a:lnTo>
                        <a:pt x="429122" y="30146"/>
                      </a:lnTo>
                      <a:lnTo>
                        <a:pt x="443403" y="25839"/>
                      </a:lnTo>
                      <a:lnTo>
                        <a:pt x="457911" y="21533"/>
                      </a:lnTo>
                      <a:lnTo>
                        <a:pt x="472419" y="17906"/>
                      </a:lnTo>
                      <a:lnTo>
                        <a:pt x="486927" y="14506"/>
                      </a:lnTo>
                      <a:lnTo>
                        <a:pt x="501435" y="11560"/>
                      </a:lnTo>
                      <a:lnTo>
                        <a:pt x="515944" y="8840"/>
                      </a:lnTo>
                      <a:lnTo>
                        <a:pt x="530678" y="6573"/>
                      </a:lnTo>
                      <a:lnTo>
                        <a:pt x="545413" y="4533"/>
                      </a:lnTo>
                      <a:lnTo>
                        <a:pt x="560148" y="3173"/>
                      </a:lnTo>
                      <a:lnTo>
                        <a:pt x="575109" y="1587"/>
                      </a:lnTo>
                      <a:lnTo>
                        <a:pt x="589844" y="907"/>
                      </a:lnTo>
                      <a:lnTo>
                        <a:pt x="604806" y="227"/>
                      </a:lnTo>
                      <a:lnTo>
                        <a:pt x="619540" y="0"/>
                      </a:lnTo>
                      <a:close/>
                    </a:path>
                  </a:pathLst>
                </a:custGeom>
                <a:solidFill>
                  <a:schemeClr val="bg1"/>
                </a:solidFill>
                <a:ln>
                  <a:noFill/>
                </a:ln>
              </p:spPr>
              <p:txBody>
                <a:bodyPr anchor="ctr">
                  <a:scene3d>
                    <a:camera prst="orthographicFront"/>
                    <a:lightRig rig="threePt" dir="t"/>
                  </a:scene3d>
                </a:bodyPr>
                <a:lstStyle/>
                <a:p>
                  <a:pPr algn="ctr">
                    <a:defRPr/>
                  </a:pPr>
                  <a:endParaRPr lang="zh-CN" altLang="en-US">
                    <a:solidFill>
                      <a:srgbClr val="FFFFFF"/>
                    </a:solidFill>
                    <a:cs typeface="字魂创中黑" panose="00000500000000000000" charset="-122"/>
                  </a:endParaRPr>
                </a:p>
              </p:txBody>
            </p:sp>
          </p:grpSp>
          <p:sp>
            <p:nvSpPr>
              <p:cNvPr id="58" name="图形"/>
              <p:cNvSpPr txBox="1">
                <a:spLocks noChangeArrowheads="1"/>
              </p:cNvSpPr>
              <p:nvPr>
                <p:custDataLst>
                  <p:tags r:id="rId9"/>
                </p:custDataLst>
              </p:nvPr>
            </p:nvSpPr>
            <p:spPr bwMode="auto">
              <a:xfrm>
                <a:off x="10501" y="3872"/>
                <a:ext cx="3195" cy="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norm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r>
                  <a:rPr lang="en-US" altLang="en-US" sz="1400" b="1">
                    <a:solidFill>
                      <a:schemeClr val="tx1">
                        <a:lumMod val="75000"/>
                        <a:lumOff val="25000"/>
                      </a:schemeClr>
                    </a:solidFill>
                    <a:latin typeface="Source Han Sans SC"/>
                    <a:ea typeface="Source Han Sans SC"/>
                    <a:cs typeface="字魂创中黑" panose="00000500000000000000" charset="-122"/>
                    <a:sym typeface="+mn-ea"/>
                  </a:rPr>
                  <a:t>Default title text</a:t>
                </a:r>
                <a:endParaRPr lang="zh-CN" altLang="en-US" sz="2000" b="1">
                  <a:solidFill>
                    <a:schemeClr val="tx1">
                      <a:lumMod val="75000"/>
                      <a:lumOff val="25000"/>
                    </a:schemeClr>
                  </a:solidFill>
                  <a:latin typeface="字魂创中黑"/>
                  <a:ea typeface="字魂创中黑"/>
                  <a:cs typeface="字魂创中黑" panose="00000500000000000000" charset="-122"/>
                  <a:sym typeface="+mn-ea"/>
                </a:endParaRPr>
              </a:p>
            </p:txBody>
          </p:sp>
        </p:grpSp>
        <p:grpSp>
          <p:nvGrpSpPr>
            <p:cNvPr id="59" name="图形"/>
            <p:cNvGrpSpPr/>
            <p:nvPr/>
          </p:nvGrpSpPr>
          <p:grpSpPr>
            <a:xfrm>
              <a:off x="9825" y="6760"/>
              <a:ext cx="7561" cy="1710"/>
              <a:chOff x="9861" y="3872"/>
              <a:chExt cx="7561" cy="1710"/>
            </a:xfrm>
          </p:grpSpPr>
          <p:sp>
            <p:nvSpPr>
              <p:cNvPr id="60" name="图形"/>
              <p:cNvSpPr txBox="1"/>
              <p:nvPr/>
            </p:nvSpPr>
            <p:spPr>
              <a:xfrm>
                <a:off x="9861" y="4603"/>
                <a:ext cx="7561" cy="979"/>
              </a:xfrm>
              <a:prstGeom prst="rect">
                <a:avLst/>
              </a:prstGeom>
              <a:noFill/>
            </p:spPr>
            <p:txBody>
              <a:bodyPr wrap="square" rtlCol="0">
                <a:normAutofit/>
              </a:bodyPr>
              <a:lstStyle/>
              <a:p>
                <a:pPr>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rPr>
                  <a:t>Add your text here Add your text here Add your text here Add your text here Add your text here</a:t>
                </a:r>
                <a:endParaRPr lang="zh-CN" altLang="en-US" sz="1200">
                  <a:solidFill>
                    <a:schemeClr val="tx1">
                      <a:lumMod val="75000"/>
                      <a:lumOff val="25000"/>
                    </a:schemeClr>
                  </a:solidFill>
                  <a:latin typeface="字魂创中黑"/>
                  <a:ea typeface="字魂创中黑"/>
                  <a:cs typeface="字魂创中黑" panose="00000500000000000000" charset="-122"/>
                  <a:sym typeface="+mn-ea"/>
                </a:endParaRPr>
              </a:p>
            </p:txBody>
          </p:sp>
          <p:grpSp>
            <p:nvGrpSpPr>
              <p:cNvPr id="61" name="组合 60"/>
              <p:cNvGrpSpPr/>
              <p:nvPr/>
            </p:nvGrpSpPr>
            <p:grpSpPr>
              <a:xfrm>
                <a:off x="10019" y="4106"/>
                <a:ext cx="469" cy="487"/>
                <a:chOff x="8832" y="5945"/>
                <a:chExt cx="1534" cy="1590"/>
              </a:xfrm>
              <a:solidFill>
                <a:schemeClr val="tx1"/>
              </a:solidFill>
            </p:grpSpPr>
            <p:sp>
              <p:nvSpPr>
                <p:cNvPr id="62" name="图形"/>
                <p:cNvSpPr/>
                <p:nvPr>
                  <p:custDataLst>
                    <p:tags r:id="rId10"/>
                  </p:custDataLst>
                </p:nvPr>
              </p:nvSpPr>
              <p:spPr>
                <a:xfrm>
                  <a:off x="9045" y="6165"/>
                  <a:ext cx="1110" cy="1150"/>
                </a:xfrm>
                <a:prstGeom prst="rect">
                  <a:avLst/>
                </a:prstGeom>
                <a:solidFill>
                  <a:schemeClr val="accent1"/>
                </a:solidFill>
                <a:ln>
                  <a:solidFill>
                    <a:schemeClr val="bg2">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cs typeface="字魂创中黑" panose="00000500000000000000" charset="-122"/>
                  </a:endParaRPr>
                </a:p>
              </p:txBody>
            </p:sp>
            <p:sp>
              <p:nvSpPr>
                <p:cNvPr id="63" name="图形"/>
                <p:cNvSpPr/>
                <p:nvPr>
                  <p:custDataLst>
                    <p:tags r:id="rId11"/>
                  </p:custDataLst>
                </p:nvPr>
              </p:nvSpPr>
              <p:spPr>
                <a:xfrm>
                  <a:off x="8832" y="5945"/>
                  <a:ext cx="1535" cy="1590"/>
                </a:xfrm>
                <a:custGeom>
                  <a:gdLst>
                    <a:gd name="connsiteX0" fmla="*/ 743029 w 757237"/>
                    <a:gd name="connsiteY0" fmla="*/ 463225 h 783577"/>
                    <a:gd name="connsiteX1" fmla="*/ 757237 w 757237"/>
                    <a:gd name="connsiteY1" fmla="*/ 463225 h 783577"/>
                    <a:gd name="connsiteX2" fmla="*/ 757237 w 757237"/>
                    <a:gd name="connsiteY2" fmla="*/ 783577 h 783577"/>
                    <a:gd name="connsiteX3" fmla="*/ 450056 w 757237"/>
                    <a:gd name="connsiteY3" fmla="*/ 783577 h 783577"/>
                    <a:gd name="connsiteX4" fmla="*/ 450056 w 757237"/>
                    <a:gd name="connsiteY4" fmla="*/ 768874 h 783577"/>
                    <a:gd name="connsiteX5" fmla="*/ 743029 w 757237"/>
                    <a:gd name="connsiteY5" fmla="*/ 768874 h 783577"/>
                    <a:gd name="connsiteX6" fmla="*/ 0 w 757237"/>
                    <a:gd name="connsiteY6" fmla="*/ 463225 h 783577"/>
                    <a:gd name="connsiteX7" fmla="*/ 14207 w 757237"/>
                    <a:gd name="connsiteY7" fmla="*/ 463225 h 783577"/>
                    <a:gd name="connsiteX8" fmla="*/ 14207 w 757237"/>
                    <a:gd name="connsiteY8" fmla="*/ 768874 h 783577"/>
                    <a:gd name="connsiteX9" fmla="*/ 307181 w 757237"/>
                    <a:gd name="connsiteY9" fmla="*/ 768874 h 783577"/>
                    <a:gd name="connsiteX10" fmla="*/ 307181 w 757237"/>
                    <a:gd name="connsiteY10" fmla="*/ 783577 h 783577"/>
                    <a:gd name="connsiteX11" fmla="*/ 0 w 757237"/>
                    <a:gd name="connsiteY11" fmla="*/ 783577 h 783577"/>
                    <a:gd name="connsiteX12" fmla="*/ 450056 w 757237"/>
                    <a:gd name="connsiteY12" fmla="*/ 0 h 783577"/>
                    <a:gd name="connsiteX13" fmla="*/ 757237 w 757237"/>
                    <a:gd name="connsiteY13" fmla="*/ 0 h 783577"/>
                    <a:gd name="connsiteX14" fmla="*/ 757237 w 757237"/>
                    <a:gd name="connsiteY14" fmla="*/ 320350 h 783577"/>
                    <a:gd name="connsiteX15" fmla="*/ 743029 w 757237"/>
                    <a:gd name="connsiteY15" fmla="*/ 320350 h 783577"/>
                    <a:gd name="connsiteX16" fmla="*/ 743029 w 757237"/>
                    <a:gd name="connsiteY16" fmla="*/ 14702 h 783577"/>
                    <a:gd name="connsiteX17" fmla="*/ 450056 w 757237"/>
                    <a:gd name="connsiteY17" fmla="*/ 14702 h 783577"/>
                    <a:gd name="connsiteX18" fmla="*/ 0 w 757237"/>
                    <a:gd name="connsiteY18" fmla="*/ 0 h 783577"/>
                    <a:gd name="connsiteX19" fmla="*/ 307181 w 757237"/>
                    <a:gd name="connsiteY19" fmla="*/ 0 h 783577"/>
                    <a:gd name="connsiteX20" fmla="*/ 307181 w 757237"/>
                    <a:gd name="connsiteY20" fmla="*/ 14702 h 783577"/>
                    <a:gd name="connsiteX21" fmla="*/ 14207 w 757237"/>
                    <a:gd name="connsiteY21" fmla="*/ 14702 h 783577"/>
                    <a:gd name="connsiteX22" fmla="*/ 14207 w 757237"/>
                    <a:gd name="connsiteY22" fmla="*/ 320350 h 783577"/>
                    <a:gd name="connsiteX23" fmla="*/ 0 w 757237"/>
                    <a:gd name="connsiteY23" fmla="*/ 320350 h 783577"/>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7237" h="783577">
                      <a:moveTo>
                        <a:pt x="743029" y="463225"/>
                      </a:moveTo>
                      <a:lnTo>
                        <a:pt x="757237" y="463225"/>
                      </a:lnTo>
                      <a:lnTo>
                        <a:pt x="757237" y="783577"/>
                      </a:lnTo>
                      <a:lnTo>
                        <a:pt x="450056" y="783577"/>
                      </a:lnTo>
                      <a:lnTo>
                        <a:pt x="450056" y="768874"/>
                      </a:lnTo>
                      <a:lnTo>
                        <a:pt x="743029" y="768874"/>
                      </a:lnTo>
                      <a:close/>
                      <a:moveTo>
                        <a:pt x="0" y="463225"/>
                      </a:moveTo>
                      <a:lnTo>
                        <a:pt x="14207" y="463225"/>
                      </a:lnTo>
                      <a:lnTo>
                        <a:pt x="14207" y="768874"/>
                      </a:lnTo>
                      <a:lnTo>
                        <a:pt x="307181" y="768874"/>
                      </a:lnTo>
                      <a:lnTo>
                        <a:pt x="307181" y="783577"/>
                      </a:lnTo>
                      <a:lnTo>
                        <a:pt x="0" y="783577"/>
                      </a:lnTo>
                      <a:close/>
                      <a:moveTo>
                        <a:pt x="450056" y="0"/>
                      </a:moveTo>
                      <a:lnTo>
                        <a:pt x="757237" y="0"/>
                      </a:lnTo>
                      <a:lnTo>
                        <a:pt x="757237" y="320350"/>
                      </a:lnTo>
                      <a:lnTo>
                        <a:pt x="743029" y="320350"/>
                      </a:lnTo>
                      <a:lnTo>
                        <a:pt x="743029" y="14702"/>
                      </a:lnTo>
                      <a:lnTo>
                        <a:pt x="450056" y="14702"/>
                      </a:lnTo>
                      <a:close/>
                      <a:moveTo>
                        <a:pt x="0" y="0"/>
                      </a:moveTo>
                      <a:lnTo>
                        <a:pt x="307181" y="0"/>
                      </a:lnTo>
                      <a:lnTo>
                        <a:pt x="307181" y="14702"/>
                      </a:lnTo>
                      <a:lnTo>
                        <a:pt x="14207" y="14702"/>
                      </a:lnTo>
                      <a:lnTo>
                        <a:pt x="14207" y="320350"/>
                      </a:lnTo>
                      <a:lnTo>
                        <a:pt x="0" y="320350"/>
                      </a:lnTo>
                      <a:close/>
                    </a:path>
                  </a:pathLst>
                </a:cu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字魂创中黑" panose="00000500000000000000" charset="-122"/>
                  </a:endParaRPr>
                </a:p>
              </p:txBody>
            </p:sp>
            <p:sp>
              <p:nvSpPr>
                <p:cNvPr id="64" name="图形"/>
                <p:cNvSpPr/>
                <p:nvPr>
                  <p:custDataLst>
                    <p:tags r:id="rId12"/>
                  </p:custDataLst>
                </p:nvPr>
              </p:nvSpPr>
              <p:spPr bwMode="auto">
                <a:xfrm>
                  <a:off x="9277" y="6432"/>
                  <a:ext cx="628" cy="625"/>
                </a:xfrm>
                <a:custGeom>
                  <a:gdLst>
                    <a:gd name="T0" fmla="*/ 984018 w 1589088"/>
                    <a:gd name="T1" fmla="*/ 589506 h 1589088"/>
                    <a:gd name="T2" fmla="*/ 955171 w 1589088"/>
                    <a:gd name="T3" fmla="*/ 645802 h 1589088"/>
                    <a:gd name="T4" fmla="*/ 898294 w 1589088"/>
                    <a:gd name="T5" fmla="*/ 673272 h 1589088"/>
                    <a:gd name="T6" fmla="*/ 881422 w 1589088"/>
                    <a:gd name="T7" fmla="*/ 964824 h 1589088"/>
                    <a:gd name="T8" fmla="*/ 873530 w 1589088"/>
                    <a:gd name="T9" fmla="*/ 1040159 h 1589088"/>
                    <a:gd name="T10" fmla="*/ 824817 w 1589088"/>
                    <a:gd name="T11" fmla="*/ 1084490 h 1589088"/>
                    <a:gd name="T12" fmla="*/ 756238 w 1589088"/>
                    <a:gd name="T13" fmla="*/ 1088026 h 1589088"/>
                    <a:gd name="T14" fmla="*/ 703444 w 1589088"/>
                    <a:gd name="T15" fmla="*/ 1048590 h 1589088"/>
                    <a:gd name="T16" fmla="*/ 686571 w 1589088"/>
                    <a:gd name="T17" fmla="*/ 985493 h 1589088"/>
                    <a:gd name="T18" fmla="*/ 486007 w 1589088"/>
                    <a:gd name="T19" fmla="*/ 893024 h 1589088"/>
                    <a:gd name="T20" fmla="*/ 398106 w 1589088"/>
                    <a:gd name="T21" fmla="*/ 820680 h 1589088"/>
                    <a:gd name="T22" fmla="*/ 402189 w 1589088"/>
                    <a:gd name="T23" fmla="*/ 755134 h 1589088"/>
                    <a:gd name="T24" fmla="*/ 446547 w 1589088"/>
                    <a:gd name="T25" fmla="*/ 706452 h 1589088"/>
                    <a:gd name="T26" fmla="*/ 514037 w 1589088"/>
                    <a:gd name="T27" fmla="*/ 696389 h 1589088"/>
                    <a:gd name="T28" fmla="*/ 570641 w 1589088"/>
                    <a:gd name="T29" fmla="*/ 730385 h 1589088"/>
                    <a:gd name="T30" fmla="*/ 593501 w 1589088"/>
                    <a:gd name="T31" fmla="*/ 794027 h 1589088"/>
                    <a:gd name="T32" fmla="*/ 818558 w 1589088"/>
                    <a:gd name="T33" fmla="*/ 648522 h 1589088"/>
                    <a:gd name="T34" fmla="*/ 785901 w 1589088"/>
                    <a:gd name="T35" fmla="*/ 575091 h 1589088"/>
                    <a:gd name="T36" fmla="*/ 808761 w 1589088"/>
                    <a:gd name="T37" fmla="*/ 511721 h 1589088"/>
                    <a:gd name="T38" fmla="*/ 865365 w 1589088"/>
                    <a:gd name="T39" fmla="*/ 477726 h 1589088"/>
                    <a:gd name="T40" fmla="*/ 728574 w 1589088"/>
                    <a:gd name="T41" fmla="*/ 144010 h 1589088"/>
                    <a:gd name="T42" fmla="*/ 531280 w 1589088"/>
                    <a:gd name="T43" fmla="*/ 182593 h 1589088"/>
                    <a:gd name="T44" fmla="*/ 353281 w 1589088"/>
                    <a:gd name="T45" fmla="*/ 288291 h 1589088"/>
                    <a:gd name="T46" fmla="*/ 219577 w 1589088"/>
                    <a:gd name="T47" fmla="*/ 451592 h 1589088"/>
                    <a:gd name="T48" fmla="*/ 152454 w 1589088"/>
                    <a:gd name="T49" fmla="*/ 642880 h 1589088"/>
                    <a:gd name="T50" fmla="*/ 152454 w 1589088"/>
                    <a:gd name="T51" fmla="*/ 843135 h 1589088"/>
                    <a:gd name="T52" fmla="*/ 219577 w 1589088"/>
                    <a:gd name="T53" fmla="*/ 1034422 h 1589088"/>
                    <a:gd name="T54" fmla="*/ 353281 w 1589088"/>
                    <a:gd name="T55" fmla="*/ 1197724 h 1589088"/>
                    <a:gd name="T56" fmla="*/ 531280 w 1589088"/>
                    <a:gd name="T57" fmla="*/ 1303421 h 1589088"/>
                    <a:gd name="T58" fmla="*/ 728574 w 1589088"/>
                    <a:gd name="T59" fmla="*/ 1341734 h 1589088"/>
                    <a:gd name="T60" fmla="*/ 927227 w 1589088"/>
                    <a:gd name="T61" fmla="*/ 1312931 h 1589088"/>
                    <a:gd name="T62" fmla="*/ 1109302 w 1589088"/>
                    <a:gd name="T63" fmla="*/ 1217015 h 1589088"/>
                    <a:gd name="T64" fmla="*/ 1251431 w 1589088"/>
                    <a:gd name="T65" fmla="*/ 1059964 h 1589088"/>
                    <a:gd name="T66" fmla="*/ 1328065 w 1589088"/>
                    <a:gd name="T67" fmla="*/ 871393 h 1589088"/>
                    <a:gd name="T68" fmla="*/ 1337576 w 1589088"/>
                    <a:gd name="T69" fmla="*/ 671410 h 1589088"/>
                    <a:gd name="T70" fmla="*/ 1280237 w 1589088"/>
                    <a:gd name="T71" fmla="*/ 477677 h 1589088"/>
                    <a:gd name="T72" fmla="*/ 1155500 w 1589088"/>
                    <a:gd name="T73" fmla="*/ 308670 h 1589088"/>
                    <a:gd name="T74" fmla="*/ 981849 w 1589088"/>
                    <a:gd name="T75" fmla="*/ 193462 h 1589088"/>
                    <a:gd name="T76" fmla="*/ 785915 w 1589088"/>
                    <a:gd name="T77" fmla="*/ 145640 h 1589088"/>
                    <a:gd name="T78" fmla="*/ 902226 w 1589088"/>
                    <a:gd name="T79" fmla="*/ 17390 h 1589088"/>
                    <a:gd name="T80" fmla="*/ 1136207 w 1589088"/>
                    <a:gd name="T81" fmla="*/ 112491 h 1589088"/>
                    <a:gd name="T82" fmla="*/ 1320999 w 1589088"/>
                    <a:gd name="T83" fmla="*/ 276063 h 1589088"/>
                    <a:gd name="T84" fmla="*/ 1429702 w 1589088"/>
                    <a:gd name="T85" fmla="*/ 459201 h 1589088"/>
                    <a:gd name="T86" fmla="*/ 1481334 w 1589088"/>
                    <a:gd name="T87" fmla="*/ 660270 h 1589088"/>
                    <a:gd name="T88" fmla="*/ 1475356 w 1589088"/>
                    <a:gd name="T89" fmla="*/ 866502 h 1589088"/>
                    <a:gd name="T90" fmla="*/ 1412581 w 1589088"/>
                    <a:gd name="T91" fmla="*/ 1064855 h 1589088"/>
                    <a:gd name="T92" fmla="*/ 1892771 w 1589088"/>
                    <a:gd name="T93" fmla="*/ 1636001 h 1589088"/>
                    <a:gd name="T94" fmla="*/ 1896304 w 1589088"/>
                    <a:gd name="T95" fmla="*/ 1759632 h 1589088"/>
                    <a:gd name="T96" fmla="*/ 1783798 w 1589088"/>
                    <a:gd name="T97" fmla="*/ 1885980 h 1589088"/>
                    <a:gd name="T98" fmla="*/ 1662866 w 1589088"/>
                    <a:gd name="T99" fmla="*/ 1900381 h 1589088"/>
                    <a:gd name="T100" fmla="*/ 1104954 w 1589088"/>
                    <a:gd name="T101" fmla="*/ 1391458 h 1589088"/>
                    <a:gd name="T102" fmla="*/ 909835 w 1589088"/>
                    <a:gd name="T103" fmla="*/ 1466451 h 1589088"/>
                    <a:gd name="T104" fmla="*/ 704388 w 1589088"/>
                    <a:gd name="T105" fmla="*/ 1484656 h 1589088"/>
                    <a:gd name="T106" fmla="*/ 501116 w 1589088"/>
                    <a:gd name="T107" fmla="*/ 1445528 h 1589088"/>
                    <a:gd name="T108" fmla="*/ 313061 w 1589088"/>
                    <a:gd name="T109" fmla="*/ 1349069 h 1589088"/>
                    <a:gd name="T110" fmla="*/ 143758 w 1589088"/>
                    <a:gd name="T111" fmla="*/ 1181965 h 1589088"/>
                    <a:gd name="T112" fmla="*/ 30708 w 1589088"/>
                    <a:gd name="T113" fmla="*/ 954538 h 1589088"/>
                    <a:gd name="T114" fmla="*/ 815 w 1589088"/>
                    <a:gd name="T115" fmla="*/ 707277 h 1589088"/>
                    <a:gd name="T116" fmla="*/ 54351 w 1589088"/>
                    <a:gd name="T117" fmla="*/ 463275 h 1589088"/>
                    <a:gd name="T118" fmla="*/ 191315 w 1589088"/>
                    <a:gd name="T119" fmla="*/ 245360 h 1589088"/>
                    <a:gd name="T120" fmla="*/ 397577 w 1589088"/>
                    <a:gd name="T121" fmla="*/ 85319 h 1589088"/>
                    <a:gd name="T122" fmla="*/ 636177 w 1589088"/>
                    <a:gd name="T123" fmla="*/ 7880 h 15890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589088" h="1589088">
                      <a:moveTo>
                        <a:pt x="916859" y="288925"/>
                      </a:moveTo>
                      <a:lnTo>
                        <a:pt x="954088" y="332030"/>
                      </a:lnTo>
                      <a:lnTo>
                        <a:pt x="816067" y="450682"/>
                      </a:lnTo>
                      <a:lnTo>
                        <a:pt x="817430" y="454085"/>
                      </a:lnTo>
                      <a:lnTo>
                        <a:pt x="818338" y="457488"/>
                      </a:lnTo>
                      <a:lnTo>
                        <a:pt x="819246" y="461118"/>
                      </a:lnTo>
                      <a:lnTo>
                        <a:pt x="820381" y="464748"/>
                      </a:lnTo>
                      <a:lnTo>
                        <a:pt x="820835" y="468378"/>
                      </a:lnTo>
                      <a:lnTo>
                        <a:pt x="821289" y="472008"/>
                      </a:lnTo>
                      <a:lnTo>
                        <a:pt x="821743" y="475865"/>
                      </a:lnTo>
                      <a:lnTo>
                        <a:pt x="821743" y="479722"/>
                      </a:lnTo>
                      <a:lnTo>
                        <a:pt x="821743" y="483805"/>
                      </a:lnTo>
                      <a:lnTo>
                        <a:pt x="821289" y="487662"/>
                      </a:lnTo>
                      <a:lnTo>
                        <a:pt x="820835" y="491746"/>
                      </a:lnTo>
                      <a:lnTo>
                        <a:pt x="820154" y="495602"/>
                      </a:lnTo>
                      <a:lnTo>
                        <a:pt x="819246" y="499459"/>
                      </a:lnTo>
                      <a:lnTo>
                        <a:pt x="818338" y="503089"/>
                      </a:lnTo>
                      <a:lnTo>
                        <a:pt x="816976" y="506946"/>
                      </a:lnTo>
                      <a:lnTo>
                        <a:pt x="815840" y="510349"/>
                      </a:lnTo>
                      <a:lnTo>
                        <a:pt x="814251" y="513979"/>
                      </a:lnTo>
                      <a:lnTo>
                        <a:pt x="812662" y="517382"/>
                      </a:lnTo>
                      <a:lnTo>
                        <a:pt x="810619" y="520785"/>
                      </a:lnTo>
                      <a:lnTo>
                        <a:pt x="808803" y="523961"/>
                      </a:lnTo>
                      <a:lnTo>
                        <a:pt x="806760" y="527137"/>
                      </a:lnTo>
                      <a:lnTo>
                        <a:pt x="804263" y="530313"/>
                      </a:lnTo>
                      <a:lnTo>
                        <a:pt x="801993" y="533036"/>
                      </a:lnTo>
                      <a:lnTo>
                        <a:pt x="799496" y="535985"/>
                      </a:lnTo>
                      <a:lnTo>
                        <a:pt x="796772" y="538707"/>
                      </a:lnTo>
                      <a:lnTo>
                        <a:pt x="794048" y="541203"/>
                      </a:lnTo>
                      <a:lnTo>
                        <a:pt x="791324" y="543698"/>
                      </a:lnTo>
                      <a:lnTo>
                        <a:pt x="788146" y="545967"/>
                      </a:lnTo>
                      <a:lnTo>
                        <a:pt x="785194" y="548009"/>
                      </a:lnTo>
                      <a:lnTo>
                        <a:pt x="781789" y="550051"/>
                      </a:lnTo>
                      <a:lnTo>
                        <a:pt x="778611" y="552093"/>
                      </a:lnTo>
                      <a:lnTo>
                        <a:pt x="775433" y="553908"/>
                      </a:lnTo>
                      <a:lnTo>
                        <a:pt x="771801" y="555496"/>
                      </a:lnTo>
                      <a:lnTo>
                        <a:pt x="768396" y="556857"/>
                      </a:lnTo>
                      <a:lnTo>
                        <a:pt x="764537" y="558218"/>
                      </a:lnTo>
                      <a:lnTo>
                        <a:pt x="760905" y="559352"/>
                      </a:lnTo>
                      <a:lnTo>
                        <a:pt x="757046" y="560260"/>
                      </a:lnTo>
                      <a:lnTo>
                        <a:pt x="753413" y="560940"/>
                      </a:lnTo>
                      <a:lnTo>
                        <a:pt x="749327" y="561621"/>
                      </a:lnTo>
                      <a:lnTo>
                        <a:pt x="745241" y="562075"/>
                      </a:lnTo>
                      <a:lnTo>
                        <a:pt x="692121" y="754005"/>
                      </a:lnTo>
                      <a:lnTo>
                        <a:pt x="697343" y="756728"/>
                      </a:lnTo>
                      <a:lnTo>
                        <a:pt x="702110" y="759904"/>
                      </a:lnTo>
                      <a:lnTo>
                        <a:pt x="706650" y="763080"/>
                      </a:lnTo>
                      <a:lnTo>
                        <a:pt x="710963" y="766937"/>
                      </a:lnTo>
                      <a:lnTo>
                        <a:pt x="715049" y="770794"/>
                      </a:lnTo>
                      <a:lnTo>
                        <a:pt x="718908" y="774877"/>
                      </a:lnTo>
                      <a:lnTo>
                        <a:pt x="722313" y="779188"/>
                      </a:lnTo>
                      <a:lnTo>
                        <a:pt x="725718" y="783952"/>
                      </a:lnTo>
                      <a:lnTo>
                        <a:pt x="728670" y="788943"/>
                      </a:lnTo>
                      <a:lnTo>
                        <a:pt x="731167" y="793934"/>
                      </a:lnTo>
                      <a:lnTo>
                        <a:pt x="733437" y="799379"/>
                      </a:lnTo>
                      <a:lnTo>
                        <a:pt x="735253" y="804824"/>
                      </a:lnTo>
                      <a:lnTo>
                        <a:pt x="736615" y="810496"/>
                      </a:lnTo>
                      <a:lnTo>
                        <a:pt x="737750" y="816167"/>
                      </a:lnTo>
                      <a:lnTo>
                        <a:pt x="738431" y="822066"/>
                      </a:lnTo>
                      <a:lnTo>
                        <a:pt x="738658" y="828191"/>
                      </a:lnTo>
                      <a:lnTo>
                        <a:pt x="738658" y="832729"/>
                      </a:lnTo>
                      <a:lnTo>
                        <a:pt x="738431" y="836812"/>
                      </a:lnTo>
                      <a:lnTo>
                        <a:pt x="737523" y="840896"/>
                      </a:lnTo>
                      <a:lnTo>
                        <a:pt x="736842" y="844980"/>
                      </a:lnTo>
                      <a:lnTo>
                        <a:pt x="735934" y="849063"/>
                      </a:lnTo>
                      <a:lnTo>
                        <a:pt x="734799" y="852920"/>
                      </a:lnTo>
                      <a:lnTo>
                        <a:pt x="733664" y="856777"/>
                      </a:lnTo>
                      <a:lnTo>
                        <a:pt x="732075" y="860407"/>
                      </a:lnTo>
                      <a:lnTo>
                        <a:pt x="730259" y="864263"/>
                      </a:lnTo>
                      <a:lnTo>
                        <a:pt x="728670" y="867666"/>
                      </a:lnTo>
                      <a:lnTo>
                        <a:pt x="726626" y="871296"/>
                      </a:lnTo>
                      <a:lnTo>
                        <a:pt x="724583" y="874699"/>
                      </a:lnTo>
                      <a:lnTo>
                        <a:pt x="722086" y="877876"/>
                      </a:lnTo>
                      <a:lnTo>
                        <a:pt x="719589" y="881052"/>
                      </a:lnTo>
                      <a:lnTo>
                        <a:pt x="717092" y="884228"/>
                      </a:lnTo>
                      <a:lnTo>
                        <a:pt x="714141" y="886950"/>
                      </a:lnTo>
                      <a:lnTo>
                        <a:pt x="711417" y="889673"/>
                      </a:lnTo>
                      <a:lnTo>
                        <a:pt x="708239" y="892395"/>
                      </a:lnTo>
                      <a:lnTo>
                        <a:pt x="705288" y="894891"/>
                      </a:lnTo>
                      <a:lnTo>
                        <a:pt x="702110" y="896933"/>
                      </a:lnTo>
                      <a:lnTo>
                        <a:pt x="698705" y="899428"/>
                      </a:lnTo>
                      <a:lnTo>
                        <a:pt x="695299" y="901243"/>
                      </a:lnTo>
                      <a:lnTo>
                        <a:pt x="691440" y="903058"/>
                      </a:lnTo>
                      <a:lnTo>
                        <a:pt x="688035" y="904646"/>
                      </a:lnTo>
                      <a:lnTo>
                        <a:pt x="684176" y="906234"/>
                      </a:lnTo>
                      <a:lnTo>
                        <a:pt x="680317" y="907595"/>
                      </a:lnTo>
                      <a:lnTo>
                        <a:pt x="676231" y="908730"/>
                      </a:lnTo>
                      <a:lnTo>
                        <a:pt x="672372" y="909637"/>
                      </a:lnTo>
                      <a:lnTo>
                        <a:pt x="668286" y="910318"/>
                      </a:lnTo>
                      <a:lnTo>
                        <a:pt x="664199" y="910771"/>
                      </a:lnTo>
                      <a:lnTo>
                        <a:pt x="659886" y="911225"/>
                      </a:lnTo>
                      <a:lnTo>
                        <a:pt x="655573" y="911225"/>
                      </a:lnTo>
                      <a:lnTo>
                        <a:pt x="651260" y="911225"/>
                      </a:lnTo>
                      <a:lnTo>
                        <a:pt x="646947" y="910771"/>
                      </a:lnTo>
                      <a:lnTo>
                        <a:pt x="643088" y="910318"/>
                      </a:lnTo>
                      <a:lnTo>
                        <a:pt x="638775" y="909637"/>
                      </a:lnTo>
                      <a:lnTo>
                        <a:pt x="634915" y="908730"/>
                      </a:lnTo>
                      <a:lnTo>
                        <a:pt x="630829" y="907595"/>
                      </a:lnTo>
                      <a:lnTo>
                        <a:pt x="627197" y="906234"/>
                      </a:lnTo>
                      <a:lnTo>
                        <a:pt x="623338" y="904646"/>
                      </a:lnTo>
                      <a:lnTo>
                        <a:pt x="619706" y="903058"/>
                      </a:lnTo>
                      <a:lnTo>
                        <a:pt x="616074" y="901243"/>
                      </a:lnTo>
                      <a:lnTo>
                        <a:pt x="612669" y="899428"/>
                      </a:lnTo>
                      <a:lnTo>
                        <a:pt x="609037" y="896933"/>
                      </a:lnTo>
                      <a:lnTo>
                        <a:pt x="605858" y="894891"/>
                      </a:lnTo>
                      <a:lnTo>
                        <a:pt x="602680" y="892395"/>
                      </a:lnTo>
                      <a:lnTo>
                        <a:pt x="599729" y="889673"/>
                      </a:lnTo>
                      <a:lnTo>
                        <a:pt x="596778" y="886950"/>
                      </a:lnTo>
                      <a:lnTo>
                        <a:pt x="594054" y="884228"/>
                      </a:lnTo>
                      <a:lnTo>
                        <a:pt x="591557" y="881052"/>
                      </a:lnTo>
                      <a:lnTo>
                        <a:pt x="588833" y="877876"/>
                      </a:lnTo>
                      <a:lnTo>
                        <a:pt x="586790" y="874699"/>
                      </a:lnTo>
                      <a:lnTo>
                        <a:pt x="584520" y="871296"/>
                      </a:lnTo>
                      <a:lnTo>
                        <a:pt x="582704" y="867666"/>
                      </a:lnTo>
                      <a:lnTo>
                        <a:pt x="580661" y="864263"/>
                      </a:lnTo>
                      <a:lnTo>
                        <a:pt x="579072" y="860407"/>
                      </a:lnTo>
                      <a:lnTo>
                        <a:pt x="577710" y="856777"/>
                      </a:lnTo>
                      <a:lnTo>
                        <a:pt x="576348" y="852920"/>
                      </a:lnTo>
                      <a:lnTo>
                        <a:pt x="575212" y="849063"/>
                      </a:lnTo>
                      <a:lnTo>
                        <a:pt x="574077" y="844980"/>
                      </a:lnTo>
                      <a:lnTo>
                        <a:pt x="573396" y="840896"/>
                      </a:lnTo>
                      <a:lnTo>
                        <a:pt x="572942" y="836812"/>
                      </a:lnTo>
                      <a:lnTo>
                        <a:pt x="572488" y="832729"/>
                      </a:lnTo>
                      <a:lnTo>
                        <a:pt x="572488" y="828191"/>
                      </a:lnTo>
                      <a:lnTo>
                        <a:pt x="572488" y="825242"/>
                      </a:lnTo>
                      <a:lnTo>
                        <a:pt x="572715" y="822066"/>
                      </a:lnTo>
                      <a:lnTo>
                        <a:pt x="573623" y="815940"/>
                      </a:lnTo>
                      <a:lnTo>
                        <a:pt x="574986" y="810042"/>
                      </a:lnTo>
                      <a:lnTo>
                        <a:pt x="576575" y="804370"/>
                      </a:lnTo>
                      <a:lnTo>
                        <a:pt x="454445" y="733134"/>
                      </a:lnTo>
                      <a:lnTo>
                        <a:pt x="449904" y="736083"/>
                      </a:lnTo>
                      <a:lnTo>
                        <a:pt x="444910" y="738352"/>
                      </a:lnTo>
                      <a:lnTo>
                        <a:pt x="439689" y="740166"/>
                      </a:lnTo>
                      <a:lnTo>
                        <a:pt x="434468" y="741981"/>
                      </a:lnTo>
                      <a:lnTo>
                        <a:pt x="429020" y="743569"/>
                      </a:lnTo>
                      <a:lnTo>
                        <a:pt x="423571" y="744477"/>
                      </a:lnTo>
                      <a:lnTo>
                        <a:pt x="417669" y="745158"/>
                      </a:lnTo>
                      <a:lnTo>
                        <a:pt x="412221" y="745384"/>
                      </a:lnTo>
                      <a:lnTo>
                        <a:pt x="408589" y="745158"/>
                      </a:lnTo>
                      <a:lnTo>
                        <a:pt x="405411" y="744931"/>
                      </a:lnTo>
                      <a:lnTo>
                        <a:pt x="398828" y="744023"/>
                      </a:lnTo>
                      <a:lnTo>
                        <a:pt x="305755" y="898294"/>
                      </a:lnTo>
                      <a:lnTo>
                        <a:pt x="257175" y="869255"/>
                      </a:lnTo>
                      <a:lnTo>
                        <a:pt x="349113" y="716118"/>
                      </a:lnTo>
                      <a:lnTo>
                        <a:pt x="347070" y="713396"/>
                      </a:lnTo>
                      <a:lnTo>
                        <a:pt x="344573" y="710220"/>
                      </a:lnTo>
                      <a:lnTo>
                        <a:pt x="342757" y="707497"/>
                      </a:lnTo>
                      <a:lnTo>
                        <a:pt x="340714" y="704321"/>
                      </a:lnTo>
                      <a:lnTo>
                        <a:pt x="339125" y="701145"/>
                      </a:lnTo>
                      <a:lnTo>
                        <a:pt x="337536" y="697969"/>
                      </a:lnTo>
                      <a:lnTo>
                        <a:pt x="335720" y="694793"/>
                      </a:lnTo>
                      <a:lnTo>
                        <a:pt x="334358" y="691390"/>
                      </a:lnTo>
                      <a:lnTo>
                        <a:pt x="333223" y="687987"/>
                      </a:lnTo>
                      <a:lnTo>
                        <a:pt x="332087" y="684584"/>
                      </a:lnTo>
                      <a:lnTo>
                        <a:pt x="331179" y="680954"/>
                      </a:lnTo>
                      <a:lnTo>
                        <a:pt x="330498" y="677324"/>
                      </a:lnTo>
                      <a:lnTo>
                        <a:pt x="329590" y="673467"/>
                      </a:lnTo>
                      <a:lnTo>
                        <a:pt x="329136" y="670064"/>
                      </a:lnTo>
                      <a:lnTo>
                        <a:pt x="328909" y="665981"/>
                      </a:lnTo>
                      <a:lnTo>
                        <a:pt x="328909" y="662351"/>
                      </a:lnTo>
                      <a:lnTo>
                        <a:pt x="328909" y="658040"/>
                      </a:lnTo>
                      <a:lnTo>
                        <a:pt x="329363" y="653730"/>
                      </a:lnTo>
                      <a:lnTo>
                        <a:pt x="330044" y="649646"/>
                      </a:lnTo>
                      <a:lnTo>
                        <a:pt x="330725" y="645335"/>
                      </a:lnTo>
                      <a:lnTo>
                        <a:pt x="331633" y="641479"/>
                      </a:lnTo>
                      <a:lnTo>
                        <a:pt x="332768" y="637395"/>
                      </a:lnTo>
                      <a:lnTo>
                        <a:pt x="333904" y="633765"/>
                      </a:lnTo>
                      <a:lnTo>
                        <a:pt x="335493" y="629908"/>
                      </a:lnTo>
                      <a:lnTo>
                        <a:pt x="337082" y="626279"/>
                      </a:lnTo>
                      <a:lnTo>
                        <a:pt x="339125" y="622649"/>
                      </a:lnTo>
                      <a:lnTo>
                        <a:pt x="340941" y="619246"/>
                      </a:lnTo>
                      <a:lnTo>
                        <a:pt x="342984" y="615843"/>
                      </a:lnTo>
                      <a:lnTo>
                        <a:pt x="345481" y="612666"/>
                      </a:lnTo>
                      <a:lnTo>
                        <a:pt x="347978" y="609263"/>
                      </a:lnTo>
                      <a:lnTo>
                        <a:pt x="350475" y="606314"/>
                      </a:lnTo>
                      <a:lnTo>
                        <a:pt x="353426" y="603592"/>
                      </a:lnTo>
                      <a:lnTo>
                        <a:pt x="356150" y="600642"/>
                      </a:lnTo>
                      <a:lnTo>
                        <a:pt x="359101" y="598147"/>
                      </a:lnTo>
                      <a:lnTo>
                        <a:pt x="362279" y="595878"/>
                      </a:lnTo>
                      <a:lnTo>
                        <a:pt x="365458" y="593383"/>
                      </a:lnTo>
                      <a:lnTo>
                        <a:pt x="369090" y="591341"/>
                      </a:lnTo>
                      <a:lnTo>
                        <a:pt x="372495" y="589299"/>
                      </a:lnTo>
                      <a:lnTo>
                        <a:pt x="376127" y="587484"/>
                      </a:lnTo>
                      <a:lnTo>
                        <a:pt x="379759" y="585669"/>
                      </a:lnTo>
                      <a:lnTo>
                        <a:pt x="383618" y="584308"/>
                      </a:lnTo>
                      <a:lnTo>
                        <a:pt x="387250" y="582947"/>
                      </a:lnTo>
                      <a:lnTo>
                        <a:pt x="391336" y="581812"/>
                      </a:lnTo>
                      <a:lnTo>
                        <a:pt x="395196" y="580905"/>
                      </a:lnTo>
                      <a:lnTo>
                        <a:pt x="399509" y="580224"/>
                      </a:lnTo>
                      <a:lnTo>
                        <a:pt x="403368" y="579544"/>
                      </a:lnTo>
                      <a:lnTo>
                        <a:pt x="407681" y="579317"/>
                      </a:lnTo>
                      <a:lnTo>
                        <a:pt x="412221" y="579090"/>
                      </a:lnTo>
                      <a:lnTo>
                        <a:pt x="416307" y="579317"/>
                      </a:lnTo>
                      <a:lnTo>
                        <a:pt x="420620" y="579544"/>
                      </a:lnTo>
                      <a:lnTo>
                        <a:pt x="424707" y="580224"/>
                      </a:lnTo>
                      <a:lnTo>
                        <a:pt x="428793" y="580905"/>
                      </a:lnTo>
                      <a:lnTo>
                        <a:pt x="432652" y="581812"/>
                      </a:lnTo>
                      <a:lnTo>
                        <a:pt x="436738" y="582947"/>
                      </a:lnTo>
                      <a:lnTo>
                        <a:pt x="440597" y="584308"/>
                      </a:lnTo>
                      <a:lnTo>
                        <a:pt x="444456" y="585669"/>
                      </a:lnTo>
                      <a:lnTo>
                        <a:pt x="447861" y="587484"/>
                      </a:lnTo>
                      <a:lnTo>
                        <a:pt x="451720" y="589299"/>
                      </a:lnTo>
                      <a:lnTo>
                        <a:pt x="454899" y="591341"/>
                      </a:lnTo>
                      <a:lnTo>
                        <a:pt x="458531" y="593383"/>
                      </a:lnTo>
                      <a:lnTo>
                        <a:pt x="461709" y="595878"/>
                      </a:lnTo>
                      <a:lnTo>
                        <a:pt x="464887" y="598147"/>
                      </a:lnTo>
                      <a:lnTo>
                        <a:pt x="467838" y="600642"/>
                      </a:lnTo>
                      <a:lnTo>
                        <a:pt x="470562" y="603592"/>
                      </a:lnTo>
                      <a:lnTo>
                        <a:pt x="473513" y="606314"/>
                      </a:lnTo>
                      <a:lnTo>
                        <a:pt x="476010" y="609263"/>
                      </a:lnTo>
                      <a:lnTo>
                        <a:pt x="478734" y="612666"/>
                      </a:lnTo>
                      <a:lnTo>
                        <a:pt x="481004" y="615843"/>
                      </a:lnTo>
                      <a:lnTo>
                        <a:pt x="483047" y="619246"/>
                      </a:lnTo>
                      <a:lnTo>
                        <a:pt x="484864" y="622649"/>
                      </a:lnTo>
                      <a:lnTo>
                        <a:pt x="486907" y="626279"/>
                      </a:lnTo>
                      <a:lnTo>
                        <a:pt x="488496" y="629908"/>
                      </a:lnTo>
                      <a:lnTo>
                        <a:pt x="490085" y="633765"/>
                      </a:lnTo>
                      <a:lnTo>
                        <a:pt x="491220" y="637395"/>
                      </a:lnTo>
                      <a:lnTo>
                        <a:pt x="492355" y="641479"/>
                      </a:lnTo>
                      <a:lnTo>
                        <a:pt x="493490" y="645335"/>
                      </a:lnTo>
                      <a:lnTo>
                        <a:pt x="494171" y="649646"/>
                      </a:lnTo>
                      <a:lnTo>
                        <a:pt x="494625" y="653730"/>
                      </a:lnTo>
                      <a:lnTo>
                        <a:pt x="495079" y="658040"/>
                      </a:lnTo>
                      <a:lnTo>
                        <a:pt x="495079" y="662351"/>
                      </a:lnTo>
                      <a:lnTo>
                        <a:pt x="495079" y="665527"/>
                      </a:lnTo>
                      <a:lnTo>
                        <a:pt x="494852" y="669157"/>
                      </a:lnTo>
                      <a:lnTo>
                        <a:pt x="494398" y="672333"/>
                      </a:lnTo>
                      <a:lnTo>
                        <a:pt x="493944" y="675509"/>
                      </a:lnTo>
                      <a:lnTo>
                        <a:pt x="492355" y="682088"/>
                      </a:lnTo>
                      <a:lnTo>
                        <a:pt x="490539" y="688214"/>
                      </a:lnTo>
                      <a:lnTo>
                        <a:pt x="610853" y="758543"/>
                      </a:lnTo>
                      <a:lnTo>
                        <a:pt x="616528" y="755140"/>
                      </a:lnTo>
                      <a:lnTo>
                        <a:pt x="622430" y="752417"/>
                      </a:lnTo>
                      <a:lnTo>
                        <a:pt x="628559" y="749922"/>
                      </a:lnTo>
                      <a:lnTo>
                        <a:pt x="634915" y="748107"/>
                      </a:lnTo>
                      <a:lnTo>
                        <a:pt x="690305" y="547101"/>
                      </a:lnTo>
                      <a:lnTo>
                        <a:pt x="686673" y="544152"/>
                      </a:lnTo>
                      <a:lnTo>
                        <a:pt x="682814" y="540976"/>
                      </a:lnTo>
                      <a:lnTo>
                        <a:pt x="679409" y="537800"/>
                      </a:lnTo>
                      <a:lnTo>
                        <a:pt x="676004" y="533943"/>
                      </a:lnTo>
                      <a:lnTo>
                        <a:pt x="673053" y="530540"/>
                      </a:lnTo>
                      <a:lnTo>
                        <a:pt x="670102" y="526456"/>
                      </a:lnTo>
                      <a:lnTo>
                        <a:pt x="667605" y="522373"/>
                      </a:lnTo>
                      <a:lnTo>
                        <a:pt x="665107" y="518062"/>
                      </a:lnTo>
                      <a:lnTo>
                        <a:pt x="662837" y="513979"/>
                      </a:lnTo>
                      <a:lnTo>
                        <a:pt x="661021" y="509214"/>
                      </a:lnTo>
                      <a:lnTo>
                        <a:pt x="659432" y="504450"/>
                      </a:lnTo>
                      <a:lnTo>
                        <a:pt x="658070" y="499913"/>
                      </a:lnTo>
                      <a:lnTo>
                        <a:pt x="657162" y="494922"/>
                      </a:lnTo>
                      <a:lnTo>
                        <a:pt x="656027" y="489931"/>
                      </a:lnTo>
                      <a:lnTo>
                        <a:pt x="655573" y="484940"/>
                      </a:lnTo>
                      <a:lnTo>
                        <a:pt x="655573" y="479722"/>
                      </a:lnTo>
                      <a:lnTo>
                        <a:pt x="655573" y="475411"/>
                      </a:lnTo>
                      <a:lnTo>
                        <a:pt x="655800" y="471327"/>
                      </a:lnTo>
                      <a:lnTo>
                        <a:pt x="656708" y="467017"/>
                      </a:lnTo>
                      <a:lnTo>
                        <a:pt x="657389" y="463160"/>
                      </a:lnTo>
                      <a:lnTo>
                        <a:pt x="658297" y="458850"/>
                      </a:lnTo>
                      <a:lnTo>
                        <a:pt x="659432" y="455220"/>
                      </a:lnTo>
                      <a:lnTo>
                        <a:pt x="660567" y="451136"/>
                      </a:lnTo>
                      <a:lnTo>
                        <a:pt x="661929" y="447506"/>
                      </a:lnTo>
                      <a:lnTo>
                        <a:pt x="663745" y="443649"/>
                      </a:lnTo>
                      <a:lnTo>
                        <a:pt x="665561" y="440246"/>
                      </a:lnTo>
                      <a:lnTo>
                        <a:pt x="667605" y="436617"/>
                      </a:lnTo>
                      <a:lnTo>
                        <a:pt x="669648" y="433440"/>
                      </a:lnTo>
                      <a:lnTo>
                        <a:pt x="672145" y="430037"/>
                      </a:lnTo>
                      <a:lnTo>
                        <a:pt x="674642" y="426861"/>
                      </a:lnTo>
                      <a:lnTo>
                        <a:pt x="677139" y="423912"/>
                      </a:lnTo>
                      <a:lnTo>
                        <a:pt x="679863" y="420963"/>
                      </a:lnTo>
                      <a:lnTo>
                        <a:pt x="682814" y="418240"/>
                      </a:lnTo>
                      <a:lnTo>
                        <a:pt x="685765" y="415518"/>
                      </a:lnTo>
                      <a:lnTo>
                        <a:pt x="688943" y="413249"/>
                      </a:lnTo>
                      <a:lnTo>
                        <a:pt x="692121" y="410980"/>
                      </a:lnTo>
                      <a:lnTo>
                        <a:pt x="695526" y="408712"/>
                      </a:lnTo>
                      <a:lnTo>
                        <a:pt x="698932" y="406670"/>
                      </a:lnTo>
                      <a:lnTo>
                        <a:pt x="702791" y="404855"/>
                      </a:lnTo>
                      <a:lnTo>
                        <a:pt x="706196" y="403267"/>
                      </a:lnTo>
                      <a:lnTo>
                        <a:pt x="710055" y="401679"/>
                      </a:lnTo>
                      <a:lnTo>
                        <a:pt x="713914" y="400318"/>
                      </a:lnTo>
                      <a:lnTo>
                        <a:pt x="718000" y="399410"/>
                      </a:lnTo>
                      <a:lnTo>
                        <a:pt x="721859" y="398503"/>
                      </a:lnTo>
                      <a:lnTo>
                        <a:pt x="725945" y="397595"/>
                      </a:lnTo>
                      <a:lnTo>
                        <a:pt x="730032" y="397141"/>
                      </a:lnTo>
                      <a:lnTo>
                        <a:pt x="734345" y="396915"/>
                      </a:lnTo>
                      <a:lnTo>
                        <a:pt x="738658" y="396688"/>
                      </a:lnTo>
                      <a:lnTo>
                        <a:pt x="744106" y="396915"/>
                      </a:lnTo>
                      <a:lnTo>
                        <a:pt x="749554" y="397595"/>
                      </a:lnTo>
                      <a:lnTo>
                        <a:pt x="754775" y="398276"/>
                      </a:lnTo>
                      <a:lnTo>
                        <a:pt x="759770" y="399637"/>
                      </a:lnTo>
                      <a:lnTo>
                        <a:pt x="764764" y="400998"/>
                      </a:lnTo>
                      <a:lnTo>
                        <a:pt x="769758" y="403040"/>
                      </a:lnTo>
                      <a:lnTo>
                        <a:pt x="774298" y="405082"/>
                      </a:lnTo>
                      <a:lnTo>
                        <a:pt x="778838" y="407577"/>
                      </a:lnTo>
                      <a:lnTo>
                        <a:pt x="916859" y="288925"/>
                      </a:lnTo>
                      <a:close/>
                      <a:moveTo>
                        <a:pt x="607752" y="120128"/>
                      </a:moveTo>
                      <a:lnTo>
                        <a:pt x="595738" y="120581"/>
                      </a:lnTo>
                      <a:lnTo>
                        <a:pt x="583950" y="121488"/>
                      </a:lnTo>
                      <a:lnTo>
                        <a:pt x="571936" y="122621"/>
                      </a:lnTo>
                      <a:lnTo>
                        <a:pt x="559921" y="123755"/>
                      </a:lnTo>
                      <a:lnTo>
                        <a:pt x="548133" y="125341"/>
                      </a:lnTo>
                      <a:lnTo>
                        <a:pt x="536119" y="127154"/>
                      </a:lnTo>
                      <a:lnTo>
                        <a:pt x="524331" y="129421"/>
                      </a:lnTo>
                      <a:lnTo>
                        <a:pt x="512543" y="131688"/>
                      </a:lnTo>
                      <a:lnTo>
                        <a:pt x="500755" y="134407"/>
                      </a:lnTo>
                      <a:lnTo>
                        <a:pt x="489194" y="137581"/>
                      </a:lnTo>
                      <a:lnTo>
                        <a:pt x="477406" y="140754"/>
                      </a:lnTo>
                      <a:lnTo>
                        <a:pt x="466072" y="144380"/>
                      </a:lnTo>
                      <a:lnTo>
                        <a:pt x="454511" y="148234"/>
                      </a:lnTo>
                      <a:lnTo>
                        <a:pt x="443176" y="152313"/>
                      </a:lnTo>
                      <a:lnTo>
                        <a:pt x="431615" y="156620"/>
                      </a:lnTo>
                      <a:lnTo>
                        <a:pt x="420508" y="161380"/>
                      </a:lnTo>
                      <a:lnTo>
                        <a:pt x="409400" y="166593"/>
                      </a:lnTo>
                      <a:lnTo>
                        <a:pt x="398519" y="171579"/>
                      </a:lnTo>
                      <a:lnTo>
                        <a:pt x="387411" y="177246"/>
                      </a:lnTo>
                      <a:lnTo>
                        <a:pt x="376530" y="183139"/>
                      </a:lnTo>
                      <a:lnTo>
                        <a:pt x="365876" y="189485"/>
                      </a:lnTo>
                      <a:lnTo>
                        <a:pt x="355221" y="195831"/>
                      </a:lnTo>
                      <a:lnTo>
                        <a:pt x="344794" y="202631"/>
                      </a:lnTo>
                      <a:lnTo>
                        <a:pt x="334593" y="209431"/>
                      </a:lnTo>
                      <a:lnTo>
                        <a:pt x="324392" y="216684"/>
                      </a:lnTo>
                      <a:lnTo>
                        <a:pt x="314191" y="224163"/>
                      </a:lnTo>
                      <a:lnTo>
                        <a:pt x="304443" y="232323"/>
                      </a:lnTo>
                      <a:lnTo>
                        <a:pt x="294695" y="240483"/>
                      </a:lnTo>
                      <a:lnTo>
                        <a:pt x="284948" y="248869"/>
                      </a:lnTo>
                      <a:lnTo>
                        <a:pt x="275654" y="257482"/>
                      </a:lnTo>
                      <a:lnTo>
                        <a:pt x="266359" y="266548"/>
                      </a:lnTo>
                      <a:lnTo>
                        <a:pt x="257518" y="275614"/>
                      </a:lnTo>
                      <a:lnTo>
                        <a:pt x="248678" y="285134"/>
                      </a:lnTo>
                      <a:lnTo>
                        <a:pt x="240290" y="294654"/>
                      </a:lnTo>
                      <a:lnTo>
                        <a:pt x="232129" y="304400"/>
                      </a:lnTo>
                      <a:lnTo>
                        <a:pt x="224195" y="314373"/>
                      </a:lnTo>
                      <a:lnTo>
                        <a:pt x="216714" y="324346"/>
                      </a:lnTo>
                      <a:lnTo>
                        <a:pt x="209460" y="334545"/>
                      </a:lnTo>
                      <a:lnTo>
                        <a:pt x="202433" y="344971"/>
                      </a:lnTo>
                      <a:lnTo>
                        <a:pt x="195632" y="355397"/>
                      </a:lnTo>
                      <a:lnTo>
                        <a:pt x="189058" y="366050"/>
                      </a:lnTo>
                      <a:lnTo>
                        <a:pt x="183164" y="376703"/>
                      </a:lnTo>
                      <a:lnTo>
                        <a:pt x="177271" y="387583"/>
                      </a:lnTo>
                      <a:lnTo>
                        <a:pt x="171603" y="398462"/>
                      </a:lnTo>
                      <a:lnTo>
                        <a:pt x="166390" y="409342"/>
                      </a:lnTo>
                      <a:lnTo>
                        <a:pt x="161402" y="420448"/>
                      </a:lnTo>
                      <a:lnTo>
                        <a:pt x="156642" y="431554"/>
                      </a:lnTo>
                      <a:lnTo>
                        <a:pt x="152108" y="443114"/>
                      </a:lnTo>
                      <a:lnTo>
                        <a:pt x="148028" y="454673"/>
                      </a:lnTo>
                      <a:lnTo>
                        <a:pt x="144174" y="466006"/>
                      </a:lnTo>
                      <a:lnTo>
                        <a:pt x="140774" y="477565"/>
                      </a:lnTo>
                      <a:lnTo>
                        <a:pt x="137373" y="489125"/>
                      </a:lnTo>
                      <a:lnTo>
                        <a:pt x="134426" y="500911"/>
                      </a:lnTo>
                      <a:lnTo>
                        <a:pt x="131706" y="512470"/>
                      </a:lnTo>
                      <a:lnTo>
                        <a:pt x="129213" y="524256"/>
                      </a:lnTo>
                      <a:lnTo>
                        <a:pt x="127172" y="536269"/>
                      </a:lnTo>
                      <a:lnTo>
                        <a:pt x="125359" y="548055"/>
                      </a:lnTo>
                      <a:lnTo>
                        <a:pt x="123772" y="560068"/>
                      </a:lnTo>
                      <a:lnTo>
                        <a:pt x="122185" y="571854"/>
                      </a:lnTo>
                      <a:lnTo>
                        <a:pt x="121278" y="583867"/>
                      </a:lnTo>
                      <a:lnTo>
                        <a:pt x="120598" y="595880"/>
                      </a:lnTo>
                      <a:lnTo>
                        <a:pt x="120145" y="607666"/>
                      </a:lnTo>
                      <a:lnTo>
                        <a:pt x="120145" y="619905"/>
                      </a:lnTo>
                      <a:lnTo>
                        <a:pt x="120145" y="631918"/>
                      </a:lnTo>
                      <a:lnTo>
                        <a:pt x="120598" y="643704"/>
                      </a:lnTo>
                      <a:lnTo>
                        <a:pt x="121278" y="655717"/>
                      </a:lnTo>
                      <a:lnTo>
                        <a:pt x="122185" y="667503"/>
                      </a:lnTo>
                      <a:lnTo>
                        <a:pt x="123772" y="679516"/>
                      </a:lnTo>
                      <a:lnTo>
                        <a:pt x="125359" y="691529"/>
                      </a:lnTo>
                      <a:lnTo>
                        <a:pt x="127172" y="703315"/>
                      </a:lnTo>
                      <a:lnTo>
                        <a:pt x="129213" y="715328"/>
                      </a:lnTo>
                      <a:lnTo>
                        <a:pt x="131706" y="726887"/>
                      </a:lnTo>
                      <a:lnTo>
                        <a:pt x="134426" y="738673"/>
                      </a:lnTo>
                      <a:lnTo>
                        <a:pt x="137373" y="750460"/>
                      </a:lnTo>
                      <a:lnTo>
                        <a:pt x="140774" y="762019"/>
                      </a:lnTo>
                      <a:lnTo>
                        <a:pt x="144174" y="773579"/>
                      </a:lnTo>
                      <a:lnTo>
                        <a:pt x="148028" y="784911"/>
                      </a:lnTo>
                      <a:lnTo>
                        <a:pt x="152108" y="796471"/>
                      </a:lnTo>
                      <a:lnTo>
                        <a:pt x="156642" y="807804"/>
                      </a:lnTo>
                      <a:lnTo>
                        <a:pt x="161402" y="819136"/>
                      </a:lnTo>
                      <a:lnTo>
                        <a:pt x="166390" y="830016"/>
                      </a:lnTo>
                      <a:lnTo>
                        <a:pt x="171603" y="841122"/>
                      </a:lnTo>
                      <a:lnTo>
                        <a:pt x="177271" y="852002"/>
                      </a:lnTo>
                      <a:lnTo>
                        <a:pt x="183164" y="862881"/>
                      </a:lnTo>
                      <a:lnTo>
                        <a:pt x="189058" y="873534"/>
                      </a:lnTo>
                      <a:lnTo>
                        <a:pt x="195632" y="884187"/>
                      </a:lnTo>
                      <a:lnTo>
                        <a:pt x="202433" y="894613"/>
                      </a:lnTo>
                      <a:lnTo>
                        <a:pt x="209460" y="904813"/>
                      </a:lnTo>
                      <a:lnTo>
                        <a:pt x="216714" y="915239"/>
                      </a:lnTo>
                      <a:lnTo>
                        <a:pt x="224195" y="925212"/>
                      </a:lnTo>
                      <a:lnTo>
                        <a:pt x="232129" y="934958"/>
                      </a:lnTo>
                      <a:lnTo>
                        <a:pt x="240290" y="944931"/>
                      </a:lnTo>
                      <a:lnTo>
                        <a:pt x="248678" y="954450"/>
                      </a:lnTo>
                      <a:lnTo>
                        <a:pt x="257518" y="963743"/>
                      </a:lnTo>
                      <a:lnTo>
                        <a:pt x="266359" y="973036"/>
                      </a:lnTo>
                      <a:lnTo>
                        <a:pt x="275654" y="982102"/>
                      </a:lnTo>
                      <a:lnTo>
                        <a:pt x="284948" y="990715"/>
                      </a:lnTo>
                      <a:lnTo>
                        <a:pt x="294695" y="999102"/>
                      </a:lnTo>
                      <a:lnTo>
                        <a:pt x="304443" y="1007261"/>
                      </a:lnTo>
                      <a:lnTo>
                        <a:pt x="314191" y="1015194"/>
                      </a:lnTo>
                      <a:lnTo>
                        <a:pt x="324392" y="1022674"/>
                      </a:lnTo>
                      <a:lnTo>
                        <a:pt x="334593" y="1029927"/>
                      </a:lnTo>
                      <a:lnTo>
                        <a:pt x="344794" y="1036953"/>
                      </a:lnTo>
                      <a:lnTo>
                        <a:pt x="355221" y="1043753"/>
                      </a:lnTo>
                      <a:lnTo>
                        <a:pt x="365876" y="1050099"/>
                      </a:lnTo>
                      <a:lnTo>
                        <a:pt x="376530" y="1056446"/>
                      </a:lnTo>
                      <a:lnTo>
                        <a:pt x="387411" y="1062339"/>
                      </a:lnTo>
                      <a:lnTo>
                        <a:pt x="398292" y="1067779"/>
                      </a:lnTo>
                      <a:lnTo>
                        <a:pt x="409400" y="1072992"/>
                      </a:lnTo>
                      <a:lnTo>
                        <a:pt x="420508" y="1078205"/>
                      </a:lnTo>
                      <a:lnTo>
                        <a:pt x="431615" y="1082738"/>
                      </a:lnTo>
                      <a:lnTo>
                        <a:pt x="443176" y="1087271"/>
                      </a:lnTo>
                      <a:lnTo>
                        <a:pt x="454511" y="1091351"/>
                      </a:lnTo>
                      <a:lnTo>
                        <a:pt x="466072" y="1095204"/>
                      </a:lnTo>
                      <a:lnTo>
                        <a:pt x="477406" y="1098830"/>
                      </a:lnTo>
                      <a:lnTo>
                        <a:pt x="489194" y="1102004"/>
                      </a:lnTo>
                      <a:lnTo>
                        <a:pt x="500755" y="1104950"/>
                      </a:lnTo>
                      <a:lnTo>
                        <a:pt x="512543" y="1107897"/>
                      </a:lnTo>
                      <a:lnTo>
                        <a:pt x="524331" y="1110163"/>
                      </a:lnTo>
                      <a:lnTo>
                        <a:pt x="536119" y="1112203"/>
                      </a:lnTo>
                      <a:lnTo>
                        <a:pt x="548133" y="1114243"/>
                      </a:lnTo>
                      <a:lnTo>
                        <a:pt x="559921" y="1115830"/>
                      </a:lnTo>
                      <a:lnTo>
                        <a:pt x="571936" y="1116963"/>
                      </a:lnTo>
                      <a:lnTo>
                        <a:pt x="583950" y="1118096"/>
                      </a:lnTo>
                      <a:lnTo>
                        <a:pt x="595738" y="1118776"/>
                      </a:lnTo>
                      <a:lnTo>
                        <a:pt x="607752" y="1119230"/>
                      </a:lnTo>
                      <a:lnTo>
                        <a:pt x="619540" y="1119230"/>
                      </a:lnTo>
                      <a:lnTo>
                        <a:pt x="631782" y="1119230"/>
                      </a:lnTo>
                      <a:lnTo>
                        <a:pt x="643796" y="1118776"/>
                      </a:lnTo>
                      <a:lnTo>
                        <a:pt x="655584" y="1118096"/>
                      </a:lnTo>
                      <a:lnTo>
                        <a:pt x="667598" y="1116963"/>
                      </a:lnTo>
                      <a:lnTo>
                        <a:pt x="679613" y="1115830"/>
                      </a:lnTo>
                      <a:lnTo>
                        <a:pt x="691401" y="1114243"/>
                      </a:lnTo>
                      <a:lnTo>
                        <a:pt x="703415" y="1112203"/>
                      </a:lnTo>
                      <a:lnTo>
                        <a:pt x="715203" y="1110163"/>
                      </a:lnTo>
                      <a:lnTo>
                        <a:pt x="726991" y="1107897"/>
                      </a:lnTo>
                      <a:lnTo>
                        <a:pt x="738779" y="1104950"/>
                      </a:lnTo>
                      <a:lnTo>
                        <a:pt x="750340" y="1102004"/>
                      </a:lnTo>
                      <a:lnTo>
                        <a:pt x="762128" y="1098830"/>
                      </a:lnTo>
                      <a:lnTo>
                        <a:pt x="773462" y="1095204"/>
                      </a:lnTo>
                      <a:lnTo>
                        <a:pt x="785023" y="1091351"/>
                      </a:lnTo>
                      <a:lnTo>
                        <a:pt x="796358" y="1087271"/>
                      </a:lnTo>
                      <a:lnTo>
                        <a:pt x="807692" y="1082738"/>
                      </a:lnTo>
                      <a:lnTo>
                        <a:pt x="819026" y="1078205"/>
                      </a:lnTo>
                      <a:lnTo>
                        <a:pt x="830134" y="1072992"/>
                      </a:lnTo>
                      <a:lnTo>
                        <a:pt x="841015" y="1067779"/>
                      </a:lnTo>
                      <a:lnTo>
                        <a:pt x="852123" y="1062339"/>
                      </a:lnTo>
                      <a:lnTo>
                        <a:pt x="862777" y="1056446"/>
                      </a:lnTo>
                      <a:lnTo>
                        <a:pt x="873658" y="1050099"/>
                      </a:lnTo>
                      <a:lnTo>
                        <a:pt x="884086" y="1043753"/>
                      </a:lnTo>
                      <a:lnTo>
                        <a:pt x="894740" y="1036953"/>
                      </a:lnTo>
                      <a:lnTo>
                        <a:pt x="904941" y="1029927"/>
                      </a:lnTo>
                      <a:lnTo>
                        <a:pt x="915142" y="1022674"/>
                      </a:lnTo>
                      <a:lnTo>
                        <a:pt x="925343" y="1015194"/>
                      </a:lnTo>
                      <a:lnTo>
                        <a:pt x="935091" y="1007261"/>
                      </a:lnTo>
                      <a:lnTo>
                        <a:pt x="944839" y="999102"/>
                      </a:lnTo>
                      <a:lnTo>
                        <a:pt x="954586" y="990715"/>
                      </a:lnTo>
                      <a:lnTo>
                        <a:pt x="963880" y="982102"/>
                      </a:lnTo>
                      <a:lnTo>
                        <a:pt x="972948" y="973036"/>
                      </a:lnTo>
                      <a:lnTo>
                        <a:pt x="982016" y="963743"/>
                      </a:lnTo>
                      <a:lnTo>
                        <a:pt x="990856" y="954450"/>
                      </a:lnTo>
                      <a:lnTo>
                        <a:pt x="999244" y="944931"/>
                      </a:lnTo>
                      <a:lnTo>
                        <a:pt x="1007405" y="934958"/>
                      </a:lnTo>
                      <a:lnTo>
                        <a:pt x="1015339" y="925212"/>
                      </a:lnTo>
                      <a:lnTo>
                        <a:pt x="1022820" y="915239"/>
                      </a:lnTo>
                      <a:lnTo>
                        <a:pt x="1030074" y="904813"/>
                      </a:lnTo>
                      <a:lnTo>
                        <a:pt x="1037101" y="894613"/>
                      </a:lnTo>
                      <a:lnTo>
                        <a:pt x="1043902" y="884187"/>
                      </a:lnTo>
                      <a:lnTo>
                        <a:pt x="1050249" y="873534"/>
                      </a:lnTo>
                      <a:lnTo>
                        <a:pt x="1056370" y="862881"/>
                      </a:lnTo>
                      <a:lnTo>
                        <a:pt x="1062263" y="852002"/>
                      </a:lnTo>
                      <a:lnTo>
                        <a:pt x="1067931" y="841122"/>
                      </a:lnTo>
                      <a:lnTo>
                        <a:pt x="1073144" y="830016"/>
                      </a:lnTo>
                      <a:lnTo>
                        <a:pt x="1078132" y="819136"/>
                      </a:lnTo>
                      <a:lnTo>
                        <a:pt x="1082892" y="807804"/>
                      </a:lnTo>
                      <a:lnTo>
                        <a:pt x="1087426" y="796471"/>
                      </a:lnTo>
                      <a:lnTo>
                        <a:pt x="1091280" y="784911"/>
                      </a:lnTo>
                      <a:lnTo>
                        <a:pt x="1095360" y="773579"/>
                      </a:lnTo>
                      <a:lnTo>
                        <a:pt x="1098760" y="762019"/>
                      </a:lnTo>
                      <a:lnTo>
                        <a:pt x="1102161" y="750460"/>
                      </a:lnTo>
                      <a:lnTo>
                        <a:pt x="1105108" y="738673"/>
                      </a:lnTo>
                      <a:lnTo>
                        <a:pt x="1107828" y="726887"/>
                      </a:lnTo>
                      <a:lnTo>
                        <a:pt x="1110321" y="715328"/>
                      </a:lnTo>
                      <a:lnTo>
                        <a:pt x="1112362" y="703315"/>
                      </a:lnTo>
                      <a:lnTo>
                        <a:pt x="1114175" y="691529"/>
                      </a:lnTo>
                      <a:lnTo>
                        <a:pt x="1115762" y="679516"/>
                      </a:lnTo>
                      <a:lnTo>
                        <a:pt x="1117122" y="667503"/>
                      </a:lnTo>
                      <a:lnTo>
                        <a:pt x="1118256" y="655717"/>
                      </a:lnTo>
                      <a:lnTo>
                        <a:pt x="1118936" y="643704"/>
                      </a:lnTo>
                      <a:lnTo>
                        <a:pt x="1119389" y="631918"/>
                      </a:lnTo>
                      <a:lnTo>
                        <a:pt x="1119389" y="619905"/>
                      </a:lnTo>
                      <a:lnTo>
                        <a:pt x="1119389" y="607666"/>
                      </a:lnTo>
                      <a:lnTo>
                        <a:pt x="1118936" y="595880"/>
                      </a:lnTo>
                      <a:lnTo>
                        <a:pt x="1118256" y="583867"/>
                      </a:lnTo>
                      <a:lnTo>
                        <a:pt x="1117122" y="571854"/>
                      </a:lnTo>
                      <a:lnTo>
                        <a:pt x="1115762" y="560068"/>
                      </a:lnTo>
                      <a:lnTo>
                        <a:pt x="1114175" y="548055"/>
                      </a:lnTo>
                      <a:lnTo>
                        <a:pt x="1112362" y="536269"/>
                      </a:lnTo>
                      <a:lnTo>
                        <a:pt x="1110321" y="524256"/>
                      </a:lnTo>
                      <a:lnTo>
                        <a:pt x="1107828" y="512470"/>
                      </a:lnTo>
                      <a:lnTo>
                        <a:pt x="1105108" y="500911"/>
                      </a:lnTo>
                      <a:lnTo>
                        <a:pt x="1102161" y="489125"/>
                      </a:lnTo>
                      <a:lnTo>
                        <a:pt x="1098760" y="477565"/>
                      </a:lnTo>
                      <a:lnTo>
                        <a:pt x="1095360" y="466006"/>
                      </a:lnTo>
                      <a:lnTo>
                        <a:pt x="1091280" y="454673"/>
                      </a:lnTo>
                      <a:lnTo>
                        <a:pt x="1087426" y="443114"/>
                      </a:lnTo>
                      <a:lnTo>
                        <a:pt x="1082892" y="431554"/>
                      </a:lnTo>
                      <a:lnTo>
                        <a:pt x="1078132" y="420448"/>
                      </a:lnTo>
                      <a:lnTo>
                        <a:pt x="1073144" y="409342"/>
                      </a:lnTo>
                      <a:lnTo>
                        <a:pt x="1067931" y="398462"/>
                      </a:lnTo>
                      <a:lnTo>
                        <a:pt x="1062263" y="387583"/>
                      </a:lnTo>
                      <a:lnTo>
                        <a:pt x="1056370" y="376703"/>
                      </a:lnTo>
                      <a:lnTo>
                        <a:pt x="1050249" y="366050"/>
                      </a:lnTo>
                      <a:lnTo>
                        <a:pt x="1043902" y="355397"/>
                      </a:lnTo>
                      <a:lnTo>
                        <a:pt x="1037101" y="344971"/>
                      </a:lnTo>
                      <a:lnTo>
                        <a:pt x="1030074" y="334545"/>
                      </a:lnTo>
                      <a:lnTo>
                        <a:pt x="1022820" y="324346"/>
                      </a:lnTo>
                      <a:lnTo>
                        <a:pt x="1015339" y="314373"/>
                      </a:lnTo>
                      <a:lnTo>
                        <a:pt x="1007405" y="304400"/>
                      </a:lnTo>
                      <a:lnTo>
                        <a:pt x="999244" y="294654"/>
                      </a:lnTo>
                      <a:lnTo>
                        <a:pt x="990856" y="285134"/>
                      </a:lnTo>
                      <a:lnTo>
                        <a:pt x="982016" y="275614"/>
                      </a:lnTo>
                      <a:lnTo>
                        <a:pt x="972948" y="266548"/>
                      </a:lnTo>
                      <a:lnTo>
                        <a:pt x="963880" y="257482"/>
                      </a:lnTo>
                      <a:lnTo>
                        <a:pt x="954586" y="248869"/>
                      </a:lnTo>
                      <a:lnTo>
                        <a:pt x="944839" y="240483"/>
                      </a:lnTo>
                      <a:lnTo>
                        <a:pt x="935091" y="232323"/>
                      </a:lnTo>
                      <a:lnTo>
                        <a:pt x="925343" y="224163"/>
                      </a:lnTo>
                      <a:lnTo>
                        <a:pt x="915142" y="216684"/>
                      </a:lnTo>
                      <a:lnTo>
                        <a:pt x="904941" y="209431"/>
                      </a:lnTo>
                      <a:lnTo>
                        <a:pt x="894740" y="202631"/>
                      </a:lnTo>
                      <a:lnTo>
                        <a:pt x="884086" y="195831"/>
                      </a:lnTo>
                      <a:lnTo>
                        <a:pt x="873658" y="189485"/>
                      </a:lnTo>
                      <a:lnTo>
                        <a:pt x="862777" y="183139"/>
                      </a:lnTo>
                      <a:lnTo>
                        <a:pt x="852123" y="177246"/>
                      </a:lnTo>
                      <a:lnTo>
                        <a:pt x="841015" y="171579"/>
                      </a:lnTo>
                      <a:lnTo>
                        <a:pt x="830134" y="166593"/>
                      </a:lnTo>
                      <a:lnTo>
                        <a:pt x="819026" y="161380"/>
                      </a:lnTo>
                      <a:lnTo>
                        <a:pt x="807692" y="156620"/>
                      </a:lnTo>
                      <a:lnTo>
                        <a:pt x="796358" y="152313"/>
                      </a:lnTo>
                      <a:lnTo>
                        <a:pt x="785023" y="148234"/>
                      </a:lnTo>
                      <a:lnTo>
                        <a:pt x="773462" y="144380"/>
                      </a:lnTo>
                      <a:lnTo>
                        <a:pt x="762128" y="140754"/>
                      </a:lnTo>
                      <a:lnTo>
                        <a:pt x="750340" y="137581"/>
                      </a:lnTo>
                      <a:lnTo>
                        <a:pt x="738779" y="134407"/>
                      </a:lnTo>
                      <a:lnTo>
                        <a:pt x="726991" y="131688"/>
                      </a:lnTo>
                      <a:lnTo>
                        <a:pt x="715203" y="129421"/>
                      </a:lnTo>
                      <a:lnTo>
                        <a:pt x="703415" y="127154"/>
                      </a:lnTo>
                      <a:lnTo>
                        <a:pt x="691401" y="125341"/>
                      </a:lnTo>
                      <a:lnTo>
                        <a:pt x="679613" y="123755"/>
                      </a:lnTo>
                      <a:lnTo>
                        <a:pt x="667598" y="122621"/>
                      </a:lnTo>
                      <a:lnTo>
                        <a:pt x="655584" y="121488"/>
                      </a:lnTo>
                      <a:lnTo>
                        <a:pt x="643796" y="120581"/>
                      </a:lnTo>
                      <a:lnTo>
                        <a:pt x="631782" y="120128"/>
                      </a:lnTo>
                      <a:lnTo>
                        <a:pt x="619540" y="120128"/>
                      </a:lnTo>
                      <a:lnTo>
                        <a:pt x="607752" y="120128"/>
                      </a:lnTo>
                      <a:close/>
                      <a:moveTo>
                        <a:pt x="619540" y="0"/>
                      </a:moveTo>
                      <a:lnTo>
                        <a:pt x="634502" y="227"/>
                      </a:lnTo>
                      <a:lnTo>
                        <a:pt x="649690" y="907"/>
                      </a:lnTo>
                      <a:lnTo>
                        <a:pt x="664198" y="1587"/>
                      </a:lnTo>
                      <a:lnTo>
                        <a:pt x="678933" y="3173"/>
                      </a:lnTo>
                      <a:lnTo>
                        <a:pt x="694121" y="4533"/>
                      </a:lnTo>
                      <a:lnTo>
                        <a:pt x="708629" y="6573"/>
                      </a:lnTo>
                      <a:lnTo>
                        <a:pt x="723364" y="8840"/>
                      </a:lnTo>
                      <a:lnTo>
                        <a:pt x="738098" y="11560"/>
                      </a:lnTo>
                      <a:lnTo>
                        <a:pt x="752607" y="14506"/>
                      </a:lnTo>
                      <a:lnTo>
                        <a:pt x="767115" y="17906"/>
                      </a:lnTo>
                      <a:lnTo>
                        <a:pt x="781623" y="21533"/>
                      </a:lnTo>
                      <a:lnTo>
                        <a:pt x="796131" y="25839"/>
                      </a:lnTo>
                      <a:lnTo>
                        <a:pt x="810412" y="30146"/>
                      </a:lnTo>
                      <a:lnTo>
                        <a:pt x="824694" y="34905"/>
                      </a:lnTo>
                      <a:lnTo>
                        <a:pt x="838975" y="40118"/>
                      </a:lnTo>
                      <a:lnTo>
                        <a:pt x="853030" y="45558"/>
                      </a:lnTo>
                      <a:lnTo>
                        <a:pt x="866858" y="51451"/>
                      </a:lnTo>
                      <a:lnTo>
                        <a:pt x="880686" y="57571"/>
                      </a:lnTo>
                      <a:lnTo>
                        <a:pt x="894514" y="64144"/>
                      </a:lnTo>
                      <a:lnTo>
                        <a:pt x="907888" y="71170"/>
                      </a:lnTo>
                      <a:lnTo>
                        <a:pt x="921263" y="78423"/>
                      </a:lnTo>
                      <a:lnTo>
                        <a:pt x="934638" y="85903"/>
                      </a:lnTo>
                      <a:lnTo>
                        <a:pt x="947786" y="93836"/>
                      </a:lnTo>
                      <a:lnTo>
                        <a:pt x="960934" y="102222"/>
                      </a:lnTo>
                      <a:lnTo>
                        <a:pt x="973401" y="110835"/>
                      </a:lnTo>
                      <a:lnTo>
                        <a:pt x="986096" y="119901"/>
                      </a:lnTo>
                      <a:lnTo>
                        <a:pt x="998791" y="129421"/>
                      </a:lnTo>
                      <a:lnTo>
                        <a:pt x="1010805" y="139167"/>
                      </a:lnTo>
                      <a:lnTo>
                        <a:pt x="1023046" y="149140"/>
                      </a:lnTo>
                      <a:lnTo>
                        <a:pt x="1034607" y="159793"/>
                      </a:lnTo>
                      <a:lnTo>
                        <a:pt x="1046395" y="170446"/>
                      </a:lnTo>
                      <a:lnTo>
                        <a:pt x="1057956" y="181779"/>
                      </a:lnTo>
                      <a:lnTo>
                        <a:pt x="1067251" y="191072"/>
                      </a:lnTo>
                      <a:lnTo>
                        <a:pt x="1076318" y="200591"/>
                      </a:lnTo>
                      <a:lnTo>
                        <a:pt x="1084932" y="210564"/>
                      </a:lnTo>
                      <a:lnTo>
                        <a:pt x="1093546" y="220310"/>
                      </a:lnTo>
                      <a:lnTo>
                        <a:pt x="1101934" y="230283"/>
                      </a:lnTo>
                      <a:lnTo>
                        <a:pt x="1110095" y="240709"/>
                      </a:lnTo>
                      <a:lnTo>
                        <a:pt x="1117802" y="250909"/>
                      </a:lnTo>
                      <a:lnTo>
                        <a:pt x="1125510" y="261108"/>
                      </a:lnTo>
                      <a:lnTo>
                        <a:pt x="1132764" y="271988"/>
                      </a:lnTo>
                      <a:lnTo>
                        <a:pt x="1139791" y="282414"/>
                      </a:lnTo>
                      <a:lnTo>
                        <a:pt x="1146592" y="293294"/>
                      </a:lnTo>
                      <a:lnTo>
                        <a:pt x="1153166" y="304173"/>
                      </a:lnTo>
                      <a:lnTo>
                        <a:pt x="1159513" y="315279"/>
                      </a:lnTo>
                      <a:lnTo>
                        <a:pt x="1165634" y="326159"/>
                      </a:lnTo>
                      <a:lnTo>
                        <a:pt x="1171527" y="337492"/>
                      </a:lnTo>
                      <a:lnTo>
                        <a:pt x="1177195" y="348598"/>
                      </a:lnTo>
                      <a:lnTo>
                        <a:pt x="1182408" y="360157"/>
                      </a:lnTo>
                      <a:lnTo>
                        <a:pt x="1187622" y="371490"/>
                      </a:lnTo>
                      <a:lnTo>
                        <a:pt x="1192610" y="383050"/>
                      </a:lnTo>
                      <a:lnTo>
                        <a:pt x="1197143" y="394609"/>
                      </a:lnTo>
                      <a:lnTo>
                        <a:pt x="1201677" y="406395"/>
                      </a:lnTo>
                      <a:lnTo>
                        <a:pt x="1205984" y="418181"/>
                      </a:lnTo>
                      <a:lnTo>
                        <a:pt x="1209611" y="429741"/>
                      </a:lnTo>
                      <a:lnTo>
                        <a:pt x="1213465" y="441754"/>
                      </a:lnTo>
                      <a:lnTo>
                        <a:pt x="1216865" y="453540"/>
                      </a:lnTo>
                      <a:lnTo>
                        <a:pt x="1219812" y="465552"/>
                      </a:lnTo>
                      <a:lnTo>
                        <a:pt x="1222986" y="477792"/>
                      </a:lnTo>
                      <a:lnTo>
                        <a:pt x="1225706" y="489578"/>
                      </a:lnTo>
                      <a:lnTo>
                        <a:pt x="1228200" y="501818"/>
                      </a:lnTo>
                      <a:lnTo>
                        <a:pt x="1230240" y="514057"/>
                      </a:lnTo>
                      <a:lnTo>
                        <a:pt x="1232280" y="526070"/>
                      </a:lnTo>
                      <a:lnTo>
                        <a:pt x="1233867" y="538536"/>
                      </a:lnTo>
                      <a:lnTo>
                        <a:pt x="1235680" y="550775"/>
                      </a:lnTo>
                      <a:lnTo>
                        <a:pt x="1236814" y="563015"/>
                      </a:lnTo>
                      <a:lnTo>
                        <a:pt x="1237720" y="575254"/>
                      </a:lnTo>
                      <a:lnTo>
                        <a:pt x="1238401" y="587720"/>
                      </a:lnTo>
                      <a:lnTo>
                        <a:pt x="1239081" y="599733"/>
                      </a:lnTo>
                      <a:lnTo>
                        <a:pt x="1239307" y="612199"/>
                      </a:lnTo>
                      <a:lnTo>
                        <a:pt x="1239307" y="624665"/>
                      </a:lnTo>
                      <a:lnTo>
                        <a:pt x="1239081" y="636678"/>
                      </a:lnTo>
                      <a:lnTo>
                        <a:pt x="1238627" y="649144"/>
                      </a:lnTo>
                      <a:lnTo>
                        <a:pt x="1237947" y="661610"/>
                      </a:lnTo>
                      <a:lnTo>
                        <a:pt x="1237040" y="673623"/>
                      </a:lnTo>
                      <a:lnTo>
                        <a:pt x="1235907" y="686089"/>
                      </a:lnTo>
                      <a:lnTo>
                        <a:pt x="1234320" y="698102"/>
                      </a:lnTo>
                      <a:lnTo>
                        <a:pt x="1232507" y="710341"/>
                      </a:lnTo>
                      <a:lnTo>
                        <a:pt x="1230693" y="722807"/>
                      </a:lnTo>
                      <a:lnTo>
                        <a:pt x="1228653" y="734820"/>
                      </a:lnTo>
                      <a:lnTo>
                        <a:pt x="1226159" y="746833"/>
                      </a:lnTo>
                      <a:lnTo>
                        <a:pt x="1223439" y="759073"/>
                      </a:lnTo>
                      <a:lnTo>
                        <a:pt x="1220719" y="771085"/>
                      </a:lnTo>
                      <a:lnTo>
                        <a:pt x="1217545" y="783098"/>
                      </a:lnTo>
                      <a:lnTo>
                        <a:pt x="1214145" y="795111"/>
                      </a:lnTo>
                      <a:lnTo>
                        <a:pt x="1210518" y="806897"/>
                      </a:lnTo>
                      <a:lnTo>
                        <a:pt x="1206664" y="818683"/>
                      </a:lnTo>
                      <a:lnTo>
                        <a:pt x="1202357" y="830469"/>
                      </a:lnTo>
                      <a:lnTo>
                        <a:pt x="1198277" y="842255"/>
                      </a:lnTo>
                      <a:lnTo>
                        <a:pt x="1193516" y="853588"/>
                      </a:lnTo>
                      <a:lnTo>
                        <a:pt x="1188529" y="865374"/>
                      </a:lnTo>
                      <a:lnTo>
                        <a:pt x="1183769" y="876934"/>
                      </a:lnTo>
                      <a:lnTo>
                        <a:pt x="1178328" y="888267"/>
                      </a:lnTo>
                      <a:lnTo>
                        <a:pt x="1172661" y="899599"/>
                      </a:lnTo>
                      <a:lnTo>
                        <a:pt x="1166767" y="910706"/>
                      </a:lnTo>
                      <a:lnTo>
                        <a:pt x="1160646" y="921812"/>
                      </a:lnTo>
                      <a:lnTo>
                        <a:pt x="1534229" y="1295115"/>
                      </a:lnTo>
                      <a:lnTo>
                        <a:pt x="1540350" y="1301461"/>
                      </a:lnTo>
                      <a:lnTo>
                        <a:pt x="1545790" y="1308034"/>
                      </a:lnTo>
                      <a:lnTo>
                        <a:pt x="1551231" y="1314607"/>
                      </a:lnTo>
                      <a:lnTo>
                        <a:pt x="1556445" y="1321407"/>
                      </a:lnTo>
                      <a:lnTo>
                        <a:pt x="1560752" y="1328433"/>
                      </a:lnTo>
                      <a:lnTo>
                        <a:pt x="1565286" y="1335460"/>
                      </a:lnTo>
                      <a:lnTo>
                        <a:pt x="1569366" y="1342713"/>
                      </a:lnTo>
                      <a:lnTo>
                        <a:pt x="1572766" y="1349966"/>
                      </a:lnTo>
                      <a:lnTo>
                        <a:pt x="1576167" y="1357219"/>
                      </a:lnTo>
                      <a:lnTo>
                        <a:pt x="1578887" y="1364698"/>
                      </a:lnTo>
                      <a:lnTo>
                        <a:pt x="1581381" y="1372178"/>
                      </a:lnTo>
                      <a:lnTo>
                        <a:pt x="1583648" y="1379658"/>
                      </a:lnTo>
                      <a:lnTo>
                        <a:pt x="1585461" y="1387137"/>
                      </a:lnTo>
                      <a:lnTo>
                        <a:pt x="1586821" y="1394617"/>
                      </a:lnTo>
                      <a:lnTo>
                        <a:pt x="1587955" y="1402323"/>
                      </a:lnTo>
                      <a:lnTo>
                        <a:pt x="1588635" y="1409803"/>
                      </a:lnTo>
                      <a:lnTo>
                        <a:pt x="1589088" y="1417283"/>
                      </a:lnTo>
                      <a:lnTo>
                        <a:pt x="1589088" y="1424762"/>
                      </a:lnTo>
                      <a:lnTo>
                        <a:pt x="1588861" y="1432242"/>
                      </a:lnTo>
                      <a:lnTo>
                        <a:pt x="1588181" y="1439495"/>
                      </a:lnTo>
                      <a:lnTo>
                        <a:pt x="1587274" y="1446748"/>
                      </a:lnTo>
                      <a:lnTo>
                        <a:pt x="1585914" y="1454001"/>
                      </a:lnTo>
                      <a:lnTo>
                        <a:pt x="1584101" y="1461027"/>
                      </a:lnTo>
                      <a:lnTo>
                        <a:pt x="1581834" y="1467827"/>
                      </a:lnTo>
                      <a:lnTo>
                        <a:pt x="1579340" y="1474627"/>
                      </a:lnTo>
                      <a:lnTo>
                        <a:pt x="1576620" y="1481200"/>
                      </a:lnTo>
                      <a:lnTo>
                        <a:pt x="1573220" y="1487773"/>
                      </a:lnTo>
                      <a:lnTo>
                        <a:pt x="1569593" y="1494119"/>
                      </a:lnTo>
                      <a:lnTo>
                        <a:pt x="1565512" y="1500239"/>
                      </a:lnTo>
                      <a:lnTo>
                        <a:pt x="1561432" y="1506132"/>
                      </a:lnTo>
                      <a:lnTo>
                        <a:pt x="1556445" y="1511572"/>
                      </a:lnTo>
                      <a:lnTo>
                        <a:pt x="1551231" y="1517011"/>
                      </a:lnTo>
                      <a:lnTo>
                        <a:pt x="1517228" y="1551237"/>
                      </a:lnTo>
                      <a:lnTo>
                        <a:pt x="1511787" y="1556223"/>
                      </a:lnTo>
                      <a:lnTo>
                        <a:pt x="1506120" y="1561209"/>
                      </a:lnTo>
                      <a:lnTo>
                        <a:pt x="1500226" y="1565516"/>
                      </a:lnTo>
                      <a:lnTo>
                        <a:pt x="1494106" y="1569369"/>
                      </a:lnTo>
                      <a:lnTo>
                        <a:pt x="1487985" y="1573222"/>
                      </a:lnTo>
                      <a:lnTo>
                        <a:pt x="1481411" y="1576395"/>
                      </a:lnTo>
                      <a:lnTo>
                        <a:pt x="1474837" y="1579342"/>
                      </a:lnTo>
                      <a:lnTo>
                        <a:pt x="1468036" y="1581835"/>
                      </a:lnTo>
                      <a:lnTo>
                        <a:pt x="1461009" y="1583875"/>
                      </a:lnTo>
                      <a:lnTo>
                        <a:pt x="1453982" y="1585688"/>
                      </a:lnTo>
                      <a:lnTo>
                        <a:pt x="1446728" y="1587275"/>
                      </a:lnTo>
                      <a:lnTo>
                        <a:pt x="1439474" y="1588182"/>
                      </a:lnTo>
                      <a:lnTo>
                        <a:pt x="1432219" y="1588862"/>
                      </a:lnTo>
                      <a:lnTo>
                        <a:pt x="1424739" y="1589088"/>
                      </a:lnTo>
                      <a:lnTo>
                        <a:pt x="1417258" y="1589088"/>
                      </a:lnTo>
                      <a:lnTo>
                        <a:pt x="1409777" y="1588862"/>
                      </a:lnTo>
                      <a:lnTo>
                        <a:pt x="1402296" y="1587955"/>
                      </a:lnTo>
                      <a:lnTo>
                        <a:pt x="1394589" y="1587048"/>
                      </a:lnTo>
                      <a:lnTo>
                        <a:pt x="1387108" y="1585235"/>
                      </a:lnTo>
                      <a:lnTo>
                        <a:pt x="1379628" y="1583422"/>
                      </a:lnTo>
                      <a:lnTo>
                        <a:pt x="1372147" y="1581382"/>
                      </a:lnTo>
                      <a:lnTo>
                        <a:pt x="1364666" y="1578662"/>
                      </a:lnTo>
                      <a:lnTo>
                        <a:pt x="1357186" y="1575942"/>
                      </a:lnTo>
                      <a:lnTo>
                        <a:pt x="1349931" y="1572769"/>
                      </a:lnTo>
                      <a:lnTo>
                        <a:pt x="1342677" y="1569142"/>
                      </a:lnTo>
                      <a:lnTo>
                        <a:pt x="1335423" y="1565289"/>
                      </a:lnTo>
                      <a:lnTo>
                        <a:pt x="1328396" y="1560756"/>
                      </a:lnTo>
                      <a:lnTo>
                        <a:pt x="1321369" y="1556223"/>
                      </a:lnTo>
                      <a:lnTo>
                        <a:pt x="1314568" y="1551237"/>
                      </a:lnTo>
                      <a:lnTo>
                        <a:pt x="1307994" y="1545797"/>
                      </a:lnTo>
                      <a:lnTo>
                        <a:pt x="1301420" y="1540130"/>
                      </a:lnTo>
                      <a:lnTo>
                        <a:pt x="1295299" y="1534011"/>
                      </a:lnTo>
                      <a:lnTo>
                        <a:pt x="921716" y="1160708"/>
                      </a:lnTo>
                      <a:lnTo>
                        <a:pt x="910835" y="1166827"/>
                      </a:lnTo>
                      <a:lnTo>
                        <a:pt x="899501" y="1172720"/>
                      </a:lnTo>
                      <a:lnTo>
                        <a:pt x="888166" y="1178160"/>
                      </a:lnTo>
                      <a:lnTo>
                        <a:pt x="876832" y="1183600"/>
                      </a:lnTo>
                      <a:lnTo>
                        <a:pt x="865498" y="1188586"/>
                      </a:lnTo>
                      <a:lnTo>
                        <a:pt x="853710" y="1193346"/>
                      </a:lnTo>
                      <a:lnTo>
                        <a:pt x="842375" y="1198106"/>
                      </a:lnTo>
                      <a:lnTo>
                        <a:pt x="830588" y="1202412"/>
                      </a:lnTo>
                      <a:lnTo>
                        <a:pt x="818573" y="1206492"/>
                      </a:lnTo>
                      <a:lnTo>
                        <a:pt x="807012" y="1210572"/>
                      </a:lnTo>
                      <a:lnTo>
                        <a:pt x="794997" y="1213972"/>
                      </a:lnTo>
                      <a:lnTo>
                        <a:pt x="783210" y="1217598"/>
                      </a:lnTo>
                      <a:lnTo>
                        <a:pt x="771195" y="1220545"/>
                      </a:lnTo>
                      <a:lnTo>
                        <a:pt x="758954" y="1223265"/>
                      </a:lnTo>
                      <a:lnTo>
                        <a:pt x="746939" y="1226211"/>
                      </a:lnTo>
                      <a:lnTo>
                        <a:pt x="734698" y="1228478"/>
                      </a:lnTo>
                      <a:lnTo>
                        <a:pt x="722457" y="1230518"/>
                      </a:lnTo>
                      <a:lnTo>
                        <a:pt x="710442" y="1232784"/>
                      </a:lnTo>
                      <a:lnTo>
                        <a:pt x="698201" y="1234371"/>
                      </a:lnTo>
                      <a:lnTo>
                        <a:pt x="685960" y="1235731"/>
                      </a:lnTo>
                      <a:lnTo>
                        <a:pt x="673719" y="1236864"/>
                      </a:lnTo>
                      <a:lnTo>
                        <a:pt x="661478" y="1237771"/>
                      </a:lnTo>
                      <a:lnTo>
                        <a:pt x="649010" y="1238451"/>
                      </a:lnTo>
                      <a:lnTo>
                        <a:pt x="636769" y="1239131"/>
                      </a:lnTo>
                      <a:lnTo>
                        <a:pt x="624527" y="1239357"/>
                      </a:lnTo>
                      <a:lnTo>
                        <a:pt x="612060" y="1239357"/>
                      </a:lnTo>
                      <a:lnTo>
                        <a:pt x="599818" y="1239131"/>
                      </a:lnTo>
                      <a:lnTo>
                        <a:pt x="587577" y="1238451"/>
                      </a:lnTo>
                      <a:lnTo>
                        <a:pt x="575109" y="1237544"/>
                      </a:lnTo>
                      <a:lnTo>
                        <a:pt x="562868" y="1236638"/>
                      </a:lnTo>
                      <a:lnTo>
                        <a:pt x="550627" y="1235504"/>
                      </a:lnTo>
                      <a:lnTo>
                        <a:pt x="538612" y="1233918"/>
                      </a:lnTo>
                      <a:lnTo>
                        <a:pt x="526145" y="1232331"/>
                      </a:lnTo>
                      <a:lnTo>
                        <a:pt x="513903" y="1230291"/>
                      </a:lnTo>
                      <a:lnTo>
                        <a:pt x="501889" y="1228025"/>
                      </a:lnTo>
                      <a:lnTo>
                        <a:pt x="489648" y="1225758"/>
                      </a:lnTo>
                      <a:lnTo>
                        <a:pt x="477633" y="1222811"/>
                      </a:lnTo>
                      <a:lnTo>
                        <a:pt x="465619" y="1219865"/>
                      </a:lnTo>
                      <a:lnTo>
                        <a:pt x="453604" y="1216918"/>
                      </a:lnTo>
                      <a:lnTo>
                        <a:pt x="441590" y="1213292"/>
                      </a:lnTo>
                      <a:lnTo>
                        <a:pt x="429802" y="1209665"/>
                      </a:lnTo>
                      <a:lnTo>
                        <a:pt x="418014" y="1205812"/>
                      </a:lnTo>
                      <a:lnTo>
                        <a:pt x="406453" y="1201506"/>
                      </a:lnTo>
                      <a:lnTo>
                        <a:pt x="394665" y="1197199"/>
                      </a:lnTo>
                      <a:lnTo>
                        <a:pt x="383104" y="1192440"/>
                      </a:lnTo>
                      <a:lnTo>
                        <a:pt x="371543" y="1187680"/>
                      </a:lnTo>
                      <a:lnTo>
                        <a:pt x="359982" y="1182467"/>
                      </a:lnTo>
                      <a:lnTo>
                        <a:pt x="348647" y="1177027"/>
                      </a:lnTo>
                      <a:lnTo>
                        <a:pt x="337313" y="1171360"/>
                      </a:lnTo>
                      <a:lnTo>
                        <a:pt x="326205" y="1165694"/>
                      </a:lnTo>
                      <a:lnTo>
                        <a:pt x="315097" y="1159574"/>
                      </a:lnTo>
                      <a:lnTo>
                        <a:pt x="304216" y="1153228"/>
                      </a:lnTo>
                      <a:lnTo>
                        <a:pt x="293109" y="1146655"/>
                      </a:lnTo>
                      <a:lnTo>
                        <a:pt x="282454" y="1139629"/>
                      </a:lnTo>
                      <a:lnTo>
                        <a:pt x="272026" y="1132602"/>
                      </a:lnTo>
                      <a:lnTo>
                        <a:pt x="261145" y="1125349"/>
                      </a:lnTo>
                      <a:lnTo>
                        <a:pt x="250944" y="1117643"/>
                      </a:lnTo>
                      <a:lnTo>
                        <a:pt x="240517" y="1109937"/>
                      </a:lnTo>
                      <a:lnTo>
                        <a:pt x="230316" y="1101777"/>
                      </a:lnTo>
                      <a:lnTo>
                        <a:pt x="220341" y="1093617"/>
                      </a:lnTo>
                      <a:lnTo>
                        <a:pt x="210367" y="1085004"/>
                      </a:lnTo>
                      <a:lnTo>
                        <a:pt x="200620" y="1076391"/>
                      </a:lnTo>
                      <a:lnTo>
                        <a:pt x="191099" y="1067099"/>
                      </a:lnTo>
                      <a:lnTo>
                        <a:pt x="181578" y="1057806"/>
                      </a:lnTo>
                      <a:lnTo>
                        <a:pt x="170470" y="1046473"/>
                      </a:lnTo>
                      <a:lnTo>
                        <a:pt x="159589" y="1034913"/>
                      </a:lnTo>
                      <a:lnTo>
                        <a:pt x="149161" y="1022901"/>
                      </a:lnTo>
                      <a:lnTo>
                        <a:pt x="139187" y="1010888"/>
                      </a:lnTo>
                      <a:lnTo>
                        <a:pt x="129213" y="998648"/>
                      </a:lnTo>
                      <a:lnTo>
                        <a:pt x="119918" y="985956"/>
                      </a:lnTo>
                      <a:lnTo>
                        <a:pt x="110851" y="973489"/>
                      </a:lnTo>
                      <a:lnTo>
                        <a:pt x="102237" y="960797"/>
                      </a:lnTo>
                      <a:lnTo>
                        <a:pt x="93849" y="947651"/>
                      </a:lnTo>
                      <a:lnTo>
                        <a:pt x="85688" y="934505"/>
                      </a:lnTo>
                      <a:lnTo>
                        <a:pt x="78208" y="921358"/>
                      </a:lnTo>
                      <a:lnTo>
                        <a:pt x="70954" y="907986"/>
                      </a:lnTo>
                      <a:lnTo>
                        <a:pt x="64153" y="894386"/>
                      </a:lnTo>
                      <a:lnTo>
                        <a:pt x="57579" y="880560"/>
                      </a:lnTo>
                      <a:lnTo>
                        <a:pt x="51232" y="866734"/>
                      </a:lnTo>
                      <a:lnTo>
                        <a:pt x="45338" y="852908"/>
                      </a:lnTo>
                      <a:lnTo>
                        <a:pt x="39897" y="838856"/>
                      </a:lnTo>
                      <a:lnTo>
                        <a:pt x="34910" y="824803"/>
                      </a:lnTo>
                      <a:lnTo>
                        <a:pt x="30150" y="810524"/>
                      </a:lnTo>
                      <a:lnTo>
                        <a:pt x="25616" y="796244"/>
                      </a:lnTo>
                      <a:lnTo>
                        <a:pt x="21535" y="781738"/>
                      </a:lnTo>
                      <a:lnTo>
                        <a:pt x="17682" y="767232"/>
                      </a:lnTo>
                      <a:lnTo>
                        <a:pt x="14508" y="752726"/>
                      </a:lnTo>
                      <a:lnTo>
                        <a:pt x="11334" y="738220"/>
                      </a:lnTo>
                      <a:lnTo>
                        <a:pt x="8841" y="723487"/>
                      </a:lnTo>
                      <a:lnTo>
                        <a:pt x="6574" y="708755"/>
                      </a:lnTo>
                      <a:lnTo>
                        <a:pt x="4307" y="694022"/>
                      </a:lnTo>
                      <a:lnTo>
                        <a:pt x="2947" y="679289"/>
                      </a:lnTo>
                      <a:lnTo>
                        <a:pt x="1587" y="664330"/>
                      </a:lnTo>
                      <a:lnTo>
                        <a:pt x="680" y="649597"/>
                      </a:lnTo>
                      <a:lnTo>
                        <a:pt x="227" y="634638"/>
                      </a:lnTo>
                      <a:lnTo>
                        <a:pt x="0" y="619905"/>
                      </a:lnTo>
                      <a:lnTo>
                        <a:pt x="227" y="604946"/>
                      </a:lnTo>
                      <a:lnTo>
                        <a:pt x="680" y="589987"/>
                      </a:lnTo>
                      <a:lnTo>
                        <a:pt x="1587" y="575254"/>
                      </a:lnTo>
                      <a:lnTo>
                        <a:pt x="2947" y="560295"/>
                      </a:lnTo>
                      <a:lnTo>
                        <a:pt x="4307" y="545562"/>
                      </a:lnTo>
                      <a:lnTo>
                        <a:pt x="6574" y="530830"/>
                      </a:lnTo>
                      <a:lnTo>
                        <a:pt x="8841" y="516097"/>
                      </a:lnTo>
                      <a:lnTo>
                        <a:pt x="11334" y="501364"/>
                      </a:lnTo>
                      <a:lnTo>
                        <a:pt x="14508" y="486858"/>
                      </a:lnTo>
                      <a:lnTo>
                        <a:pt x="17682" y="472352"/>
                      </a:lnTo>
                      <a:lnTo>
                        <a:pt x="21535" y="457846"/>
                      </a:lnTo>
                      <a:lnTo>
                        <a:pt x="25616" y="443340"/>
                      </a:lnTo>
                      <a:lnTo>
                        <a:pt x="30150" y="429061"/>
                      </a:lnTo>
                      <a:lnTo>
                        <a:pt x="34910" y="414781"/>
                      </a:lnTo>
                      <a:lnTo>
                        <a:pt x="39897" y="400502"/>
                      </a:lnTo>
                      <a:lnTo>
                        <a:pt x="45338" y="386449"/>
                      </a:lnTo>
                      <a:lnTo>
                        <a:pt x="51232" y="372850"/>
                      </a:lnTo>
                      <a:lnTo>
                        <a:pt x="57579" y="359024"/>
                      </a:lnTo>
                      <a:lnTo>
                        <a:pt x="64153" y="345198"/>
                      </a:lnTo>
                      <a:lnTo>
                        <a:pt x="70954" y="331599"/>
                      </a:lnTo>
                      <a:lnTo>
                        <a:pt x="78208" y="318226"/>
                      </a:lnTo>
                      <a:lnTo>
                        <a:pt x="85688" y="304853"/>
                      </a:lnTo>
                      <a:lnTo>
                        <a:pt x="93849" y="291934"/>
                      </a:lnTo>
                      <a:lnTo>
                        <a:pt x="102237" y="278788"/>
                      </a:lnTo>
                      <a:lnTo>
                        <a:pt x="110851" y="266095"/>
                      </a:lnTo>
                      <a:lnTo>
                        <a:pt x="119918" y="253402"/>
                      </a:lnTo>
                      <a:lnTo>
                        <a:pt x="129213" y="240936"/>
                      </a:lnTo>
                      <a:lnTo>
                        <a:pt x="139187" y="228697"/>
                      </a:lnTo>
                      <a:lnTo>
                        <a:pt x="149161" y="216457"/>
                      </a:lnTo>
                      <a:lnTo>
                        <a:pt x="159589" y="204671"/>
                      </a:lnTo>
                      <a:lnTo>
                        <a:pt x="170470" y="193111"/>
                      </a:lnTo>
                      <a:lnTo>
                        <a:pt x="181578" y="181779"/>
                      </a:lnTo>
                      <a:lnTo>
                        <a:pt x="193139" y="170446"/>
                      </a:lnTo>
                      <a:lnTo>
                        <a:pt x="204473" y="159793"/>
                      </a:lnTo>
                      <a:lnTo>
                        <a:pt x="216488" y="149140"/>
                      </a:lnTo>
                      <a:lnTo>
                        <a:pt x="228729" y="139167"/>
                      </a:lnTo>
                      <a:lnTo>
                        <a:pt x="240743" y="129421"/>
                      </a:lnTo>
                      <a:lnTo>
                        <a:pt x="253438" y="119901"/>
                      </a:lnTo>
                      <a:lnTo>
                        <a:pt x="266133" y="110835"/>
                      </a:lnTo>
                      <a:lnTo>
                        <a:pt x="278600" y="102222"/>
                      </a:lnTo>
                      <a:lnTo>
                        <a:pt x="291748" y="93836"/>
                      </a:lnTo>
                      <a:lnTo>
                        <a:pt x="304896" y="85903"/>
                      </a:lnTo>
                      <a:lnTo>
                        <a:pt x="318271" y="78423"/>
                      </a:lnTo>
                      <a:lnTo>
                        <a:pt x="331646" y="71170"/>
                      </a:lnTo>
                      <a:lnTo>
                        <a:pt x="345020" y="64144"/>
                      </a:lnTo>
                      <a:lnTo>
                        <a:pt x="358848" y="57571"/>
                      </a:lnTo>
                      <a:lnTo>
                        <a:pt x="372676" y="51451"/>
                      </a:lnTo>
                      <a:lnTo>
                        <a:pt x="386504" y="45558"/>
                      </a:lnTo>
                      <a:lnTo>
                        <a:pt x="400559" y="40118"/>
                      </a:lnTo>
                      <a:lnTo>
                        <a:pt x="414840" y="34905"/>
                      </a:lnTo>
                      <a:lnTo>
                        <a:pt x="429122" y="30146"/>
                      </a:lnTo>
                      <a:lnTo>
                        <a:pt x="443403" y="25839"/>
                      </a:lnTo>
                      <a:lnTo>
                        <a:pt x="457911" y="21533"/>
                      </a:lnTo>
                      <a:lnTo>
                        <a:pt x="472419" y="17906"/>
                      </a:lnTo>
                      <a:lnTo>
                        <a:pt x="486927" y="14506"/>
                      </a:lnTo>
                      <a:lnTo>
                        <a:pt x="501435" y="11560"/>
                      </a:lnTo>
                      <a:lnTo>
                        <a:pt x="515944" y="8840"/>
                      </a:lnTo>
                      <a:lnTo>
                        <a:pt x="530678" y="6573"/>
                      </a:lnTo>
                      <a:lnTo>
                        <a:pt x="545413" y="4533"/>
                      </a:lnTo>
                      <a:lnTo>
                        <a:pt x="560148" y="3173"/>
                      </a:lnTo>
                      <a:lnTo>
                        <a:pt x="575109" y="1587"/>
                      </a:lnTo>
                      <a:lnTo>
                        <a:pt x="589844" y="907"/>
                      </a:lnTo>
                      <a:lnTo>
                        <a:pt x="604806" y="227"/>
                      </a:lnTo>
                      <a:lnTo>
                        <a:pt x="619540" y="0"/>
                      </a:lnTo>
                      <a:close/>
                    </a:path>
                  </a:pathLst>
                </a:custGeom>
                <a:solidFill>
                  <a:schemeClr val="bg1"/>
                </a:solidFill>
                <a:ln>
                  <a:noFill/>
                </a:ln>
              </p:spPr>
              <p:txBody>
                <a:bodyPr anchor="ctr">
                  <a:scene3d>
                    <a:camera prst="orthographicFront"/>
                    <a:lightRig rig="threePt" dir="t"/>
                  </a:scene3d>
                </a:bodyPr>
                <a:lstStyle/>
                <a:p>
                  <a:pPr algn="ctr">
                    <a:defRPr/>
                  </a:pPr>
                  <a:endParaRPr lang="zh-CN" altLang="en-US">
                    <a:solidFill>
                      <a:srgbClr val="FFFFFF"/>
                    </a:solidFill>
                    <a:cs typeface="字魂创中黑" panose="00000500000000000000" charset="-122"/>
                  </a:endParaRPr>
                </a:p>
              </p:txBody>
            </p:sp>
          </p:grpSp>
          <p:sp>
            <p:nvSpPr>
              <p:cNvPr id="65" name="图形"/>
              <p:cNvSpPr txBox="1">
                <a:spLocks noChangeArrowheads="1"/>
              </p:cNvSpPr>
              <p:nvPr>
                <p:custDataLst>
                  <p:tags r:id="rId13"/>
                </p:custDataLst>
              </p:nvPr>
            </p:nvSpPr>
            <p:spPr bwMode="auto">
              <a:xfrm>
                <a:off x="10501" y="3872"/>
                <a:ext cx="3195" cy="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norm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r>
                  <a:rPr lang="en-US" altLang="en-US" sz="1400" b="1">
                    <a:solidFill>
                      <a:schemeClr val="tx1">
                        <a:lumMod val="75000"/>
                        <a:lumOff val="25000"/>
                      </a:schemeClr>
                    </a:solidFill>
                    <a:latin typeface="Source Han Sans SC"/>
                    <a:ea typeface="Source Han Sans SC"/>
                    <a:cs typeface="字魂创中黑" panose="00000500000000000000" charset="-122"/>
                    <a:sym typeface="+mn-ea"/>
                  </a:rPr>
                  <a:t>Default title text</a:t>
                </a:r>
                <a:endParaRPr lang="zh-CN" altLang="en-US" sz="2000" b="1">
                  <a:solidFill>
                    <a:schemeClr val="tx1">
                      <a:lumMod val="75000"/>
                      <a:lumOff val="25000"/>
                    </a:schemeClr>
                  </a:solidFill>
                  <a:latin typeface="字魂创中黑"/>
                  <a:ea typeface="字魂创中黑"/>
                  <a:cs typeface="字魂创中黑" panose="00000500000000000000" charset="-122"/>
                  <a:sym typeface="+mn-ea"/>
                </a:endParaRPr>
              </a:p>
            </p:txBody>
          </p:sp>
        </p:grpSp>
        <p:pic>
          <p:nvPicPr>
            <p:cNvPr id="31" name="图形" descr="预览图_千图网_编号36257711"/>
            <p:cNvPicPr>
              <a:picLocks noChangeAspect="1"/>
            </p:cNvPicPr>
            <p:nvPr/>
          </p:nvPicPr>
          <p:blipFill>
            <a:blip r:embed="rId14"/>
            <a:stretch>
              <a:fillRect/>
            </a:stretch>
          </p:blipFill>
          <p:spPr>
            <a:xfrm>
              <a:off x="1409" y="1663"/>
              <a:ext cx="8305" cy="8305"/>
            </a:xfrm>
            <a:prstGeom prst="rect">
              <a:avLst/>
            </a:prstGeom>
          </p:spPr>
        </p:pic>
      </p:grpSp>
    </p:spTree>
    <p:custDataLst>
      <p:tags r:id="rId15"/>
    </p:custDataLst>
  </p:cSld>
  <p:clrMapOvr>
    <a:masterClrMapping/>
  </p:clrMapOvr>
  <p:transition advTm="2000">
    <p:wheel spokes="2"/>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grpSp>
        <p:nvGrpSpPr>
          <p:cNvPr id="7" name="图形"/>
          <p:cNvGrpSpPr/>
          <p:nvPr/>
        </p:nvGrpSpPr>
        <p:grpSpPr>
          <a:xfrm>
            <a:off x="673735" y="810260"/>
            <a:ext cx="3173730" cy="528955"/>
            <a:chOff x="1061" y="1276"/>
            <a:chExt cx="4998" cy="833"/>
          </a:xfrm>
        </p:grpSpPr>
        <p:sp>
          <p:nvSpPr>
            <p:cNvPr id="3" name="图形"/>
            <p:cNvSpPr/>
            <p:nvPr/>
          </p:nvSpPr>
          <p:spPr>
            <a:xfrm rot="3300000">
              <a:off x="1061" y="1276"/>
              <a:ext cx="793" cy="793"/>
            </a:xfrm>
            <a:prstGeom prst="roundRect">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Normal" panose="020b0400000000000000" charset="-122"/>
                <a:ea typeface="思源黑体 CN Normal" panose="020b0400000000000000" charset="-122"/>
                <a:cs typeface="字魂创中黑" panose="00000500000000000000" charset="-122"/>
              </a:endParaRPr>
            </a:p>
          </p:txBody>
        </p:sp>
        <p:sp>
          <p:nvSpPr>
            <p:cNvPr id="5" name="图形"/>
            <p:cNvSpPr/>
            <p:nvPr/>
          </p:nvSpPr>
          <p:spPr>
            <a:xfrm rot="3300000">
              <a:off x="1341" y="1316"/>
              <a:ext cx="793" cy="793"/>
            </a:xfrm>
            <a:prstGeom prst="roundRect">
              <a:avLst/>
            </a:prstGeom>
            <a:solidFill>
              <a:schemeClr val="accent1"/>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Normal" panose="020b0400000000000000" charset="-122"/>
                <a:ea typeface="思源黑体 CN Normal" panose="020b0400000000000000" charset="-122"/>
                <a:cs typeface="字魂创中黑" panose="00000500000000000000" charset="-122"/>
              </a:endParaRPr>
            </a:p>
          </p:txBody>
        </p:sp>
        <p:sp>
          <p:nvSpPr>
            <p:cNvPr id="23" name="图形"/>
            <p:cNvSpPr txBox="1"/>
            <p:nvPr/>
          </p:nvSpPr>
          <p:spPr>
            <a:xfrm>
              <a:off x="2183" y="1301"/>
              <a:ext cx="3876" cy="504"/>
            </a:xfrm>
            <a:prstGeom prst="rect">
              <a:avLst/>
            </a:prstGeom>
            <a:noFill/>
          </p:spPr>
          <p:txBody>
            <a:bodyPr wrap="square" rtlCol="0">
              <a:normAutofit/>
            </a:bodyPr>
            <a:lstStyle/>
            <a:p>
              <a:pPr algn="l"/>
              <a:r>
                <a:rPr lang="en-US" altLang="en-US" sz="1500">
                  <a:solidFill>
                    <a:schemeClr val="tx1"/>
                  </a:solidFill>
                  <a:latin typeface="Source Han Sans SC"/>
                  <a:ea typeface="Source Han Sans SC"/>
                  <a:cs typeface="字魂创中黑" panose="00000500000000000000" charset="-122"/>
                  <a:sym typeface="+mn-ea"/>
                </a:rPr>
                <a:t>Summary of experience</a:t>
              </a:r>
              <a:endParaRPr lang="zh-CN" altLang="en-US" sz="2800">
                <a:solidFill>
                  <a:schemeClr val="tx1"/>
                </a:solidFill>
                <a:latin typeface="字魂创粗黑" panose="00000500000000000000" charset="-122"/>
                <a:ea typeface="字魂创粗黑" panose="00000500000000000000" charset="-122"/>
                <a:cs typeface="字魂创中黑" panose="00000500000000000000" charset="-122"/>
                <a:sym typeface="+mn-ea"/>
              </a:endParaRPr>
            </a:p>
          </p:txBody>
        </p:sp>
        <p:sp>
          <p:nvSpPr>
            <p:cNvPr id="4" name="图形"/>
            <p:cNvSpPr txBox="1"/>
            <p:nvPr/>
          </p:nvSpPr>
          <p:spPr>
            <a:xfrm>
              <a:off x="1251" y="1293"/>
              <a:ext cx="932" cy="725"/>
            </a:xfrm>
            <a:prstGeom prst="rect">
              <a:avLst/>
            </a:prstGeom>
            <a:noFill/>
          </p:spPr>
          <p:txBody>
            <a:bodyPr wrap="square" rtlCol="0">
              <a:normAutofit/>
            </a:bodyPr>
            <a:lstStyle/>
            <a:p>
              <a:pPr algn="ctr"/>
              <a:r>
                <a:rPr lang="en-US" altLang="zh-CN" sz="2400">
                  <a:solidFill>
                    <a:schemeClr val="bg1"/>
                  </a:solidFill>
                  <a:latin typeface="Source Han Sans SC"/>
                  <a:ea typeface="Source Han Sans SC"/>
                  <a:cs typeface="字魂创中黑" panose="00000500000000000000" charset="-122"/>
                </a:rPr>
                <a:t>04</a:t>
              </a:r>
              <a:endParaRPr lang="en-US" altLang="zh-CN" sz="2400">
                <a:solidFill>
                  <a:schemeClr val="bg1"/>
                </a:solidFill>
                <a:latin typeface="字魂创粗黑" panose="00000500000000000000" charset="-122"/>
                <a:ea typeface="字魂创粗黑" panose="00000500000000000000" charset="-122"/>
                <a:cs typeface="字魂创中黑" panose="00000500000000000000" charset="-122"/>
              </a:endParaRPr>
            </a:p>
          </p:txBody>
        </p:sp>
      </p:grpSp>
      <p:grpSp>
        <p:nvGrpSpPr>
          <p:cNvPr id="2" name="组合 1"/>
          <p:cNvGrpSpPr/>
          <p:nvPr/>
        </p:nvGrpSpPr>
        <p:grpSpPr>
          <a:xfrm>
            <a:off x="1059180" y="1919605"/>
            <a:ext cx="9592310" cy="3525113"/>
            <a:chOff x="1668" y="3023"/>
            <a:chExt cx="15106" cy="5551"/>
          </a:xfrm>
        </p:grpSpPr>
        <p:pic>
          <p:nvPicPr>
            <p:cNvPr id="19" name="图形" descr="ppt1016办公商务金融常用_00"/>
            <p:cNvPicPr>
              <a:picLocks noChangeAspect="1"/>
            </p:cNvPicPr>
            <p:nvPr/>
          </p:nvPicPr>
          <p:blipFill>
            <a:blip r:embed="rId2"/>
            <a:srcRect l="52392" t="33782" r="3524" b="35656"/>
            <a:stretch>
              <a:fillRect/>
            </a:stretch>
          </p:blipFill>
          <p:spPr>
            <a:xfrm>
              <a:off x="1668" y="3231"/>
              <a:ext cx="1582" cy="1467"/>
            </a:xfrm>
            <a:prstGeom prst="rect">
              <a:avLst/>
            </a:prstGeom>
          </p:spPr>
        </p:pic>
        <p:pic>
          <p:nvPicPr>
            <p:cNvPr id="20" name="图形" descr="ppt1016办公商务金融常用_00"/>
            <p:cNvPicPr>
              <a:picLocks noChangeAspect="1"/>
            </p:cNvPicPr>
            <p:nvPr/>
          </p:nvPicPr>
          <p:blipFill>
            <a:blip r:embed="rId2"/>
            <a:srcRect l="-125" t="34618" r="56041" b="34820"/>
            <a:stretch>
              <a:fillRect/>
            </a:stretch>
          </p:blipFill>
          <p:spPr>
            <a:xfrm>
              <a:off x="1668" y="5158"/>
              <a:ext cx="1582" cy="1467"/>
            </a:xfrm>
            <a:prstGeom prst="rect">
              <a:avLst/>
            </a:prstGeom>
          </p:spPr>
        </p:pic>
        <p:pic>
          <p:nvPicPr>
            <p:cNvPr id="21" name="图形" descr="ppt1016办公商务金融常用_00"/>
            <p:cNvPicPr>
              <a:picLocks noChangeAspect="1"/>
            </p:cNvPicPr>
            <p:nvPr/>
          </p:nvPicPr>
          <p:blipFill>
            <a:blip r:embed="rId2"/>
            <a:srcRect l="52392" t="33782" r="3524" b="35656"/>
            <a:stretch>
              <a:fillRect/>
            </a:stretch>
          </p:blipFill>
          <p:spPr>
            <a:xfrm>
              <a:off x="1668" y="7085"/>
              <a:ext cx="1582" cy="1467"/>
            </a:xfrm>
            <a:prstGeom prst="rect">
              <a:avLst/>
            </a:prstGeom>
          </p:spPr>
        </p:pic>
        <p:sp>
          <p:nvSpPr>
            <p:cNvPr id="39" name="图形"/>
            <p:cNvSpPr txBox="1"/>
            <p:nvPr/>
          </p:nvSpPr>
          <p:spPr>
            <a:xfrm>
              <a:off x="3486" y="3624"/>
              <a:ext cx="5780" cy="979"/>
            </a:xfrm>
            <a:prstGeom prst="rect">
              <a:avLst/>
            </a:prstGeom>
            <a:noFill/>
          </p:spPr>
          <p:txBody>
            <a:bodyPr wrap="square" rtlCol="0">
              <a:normAutofit/>
            </a:bodyPr>
            <a:lstStyle/>
            <a:p>
              <a:pPr>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rPr>
                <a:t>Add your text here Add your text here Add your text here Add your text here</a:t>
              </a:r>
              <a:endParaRPr lang="zh-CN" altLang="en-US" sz="1200">
                <a:solidFill>
                  <a:schemeClr val="tx1">
                    <a:lumMod val="75000"/>
                    <a:lumOff val="25000"/>
                  </a:schemeClr>
                </a:solidFill>
                <a:latin typeface="字魂创中黑"/>
                <a:ea typeface="字魂创中黑"/>
                <a:cs typeface="字魂创中黑" panose="00000500000000000000" charset="-122"/>
                <a:sym typeface="+mn-ea"/>
              </a:endParaRPr>
            </a:p>
          </p:txBody>
        </p:sp>
        <p:sp>
          <p:nvSpPr>
            <p:cNvPr id="44" name="图形"/>
            <p:cNvSpPr txBox="1">
              <a:spLocks noChangeArrowheads="1"/>
            </p:cNvSpPr>
            <p:nvPr>
              <p:custDataLst>
                <p:tags r:id="rId3"/>
              </p:custDataLst>
            </p:nvPr>
          </p:nvSpPr>
          <p:spPr bwMode="auto">
            <a:xfrm>
              <a:off x="3486" y="3023"/>
              <a:ext cx="3195" cy="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norm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r>
                <a:rPr lang="en-US" altLang="en-US" sz="1400" b="1">
                  <a:solidFill>
                    <a:schemeClr val="tx1">
                      <a:lumMod val="75000"/>
                      <a:lumOff val="25000"/>
                    </a:schemeClr>
                  </a:solidFill>
                  <a:latin typeface="Source Han Sans SC"/>
                  <a:ea typeface="Source Han Sans SC"/>
                  <a:cs typeface="字魂创中黑" panose="00000500000000000000" charset="-122"/>
                  <a:sym typeface="+mn-ea"/>
                </a:rPr>
                <a:t>Default title text</a:t>
              </a:r>
              <a:endParaRPr lang="zh-CN" altLang="en-US" sz="2000" b="1">
                <a:solidFill>
                  <a:schemeClr val="tx1">
                    <a:lumMod val="75000"/>
                    <a:lumOff val="25000"/>
                  </a:schemeClr>
                </a:solidFill>
                <a:latin typeface="字魂创中黑"/>
                <a:ea typeface="字魂创中黑"/>
                <a:cs typeface="字魂创中黑" panose="00000500000000000000" charset="-122"/>
                <a:sym typeface="+mn-ea"/>
              </a:endParaRPr>
            </a:p>
          </p:txBody>
        </p:sp>
        <p:sp>
          <p:nvSpPr>
            <p:cNvPr id="22" name="图形"/>
            <p:cNvSpPr txBox="1"/>
            <p:nvPr/>
          </p:nvSpPr>
          <p:spPr>
            <a:xfrm>
              <a:off x="3486" y="5609"/>
              <a:ext cx="5780" cy="979"/>
            </a:xfrm>
            <a:prstGeom prst="rect">
              <a:avLst/>
            </a:prstGeom>
            <a:noFill/>
          </p:spPr>
          <p:txBody>
            <a:bodyPr wrap="square" rtlCol="0">
              <a:normAutofit/>
            </a:bodyPr>
            <a:lstStyle/>
            <a:p>
              <a:pPr>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rPr>
                <a:t>Add your text here Add your text here Add your text here Add your text here</a:t>
              </a:r>
              <a:endParaRPr lang="zh-CN" altLang="en-US" sz="1200">
                <a:solidFill>
                  <a:schemeClr val="tx1">
                    <a:lumMod val="75000"/>
                    <a:lumOff val="25000"/>
                  </a:schemeClr>
                </a:solidFill>
                <a:latin typeface="字魂创中黑"/>
                <a:ea typeface="字魂创中黑"/>
                <a:cs typeface="字魂创中黑" panose="00000500000000000000" charset="-122"/>
                <a:sym typeface="+mn-ea"/>
              </a:endParaRPr>
            </a:p>
          </p:txBody>
        </p:sp>
        <p:sp>
          <p:nvSpPr>
            <p:cNvPr id="24" name="图形"/>
            <p:cNvSpPr txBox="1">
              <a:spLocks noChangeArrowheads="1"/>
            </p:cNvSpPr>
            <p:nvPr>
              <p:custDataLst>
                <p:tags r:id="rId4"/>
              </p:custDataLst>
            </p:nvPr>
          </p:nvSpPr>
          <p:spPr bwMode="auto">
            <a:xfrm>
              <a:off x="3486" y="5008"/>
              <a:ext cx="3195" cy="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norm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r>
                <a:rPr lang="en-US" altLang="en-US" sz="1400" b="1">
                  <a:solidFill>
                    <a:schemeClr val="tx1">
                      <a:lumMod val="75000"/>
                      <a:lumOff val="25000"/>
                    </a:schemeClr>
                  </a:solidFill>
                  <a:latin typeface="Source Han Sans SC"/>
                  <a:ea typeface="Source Han Sans SC"/>
                  <a:cs typeface="字魂创中黑" panose="00000500000000000000" charset="-122"/>
                  <a:sym typeface="+mn-ea"/>
                </a:rPr>
                <a:t>Default title text</a:t>
              </a:r>
              <a:endParaRPr lang="zh-CN" altLang="en-US" sz="2000" b="1">
                <a:solidFill>
                  <a:schemeClr val="tx1">
                    <a:lumMod val="75000"/>
                    <a:lumOff val="25000"/>
                  </a:schemeClr>
                </a:solidFill>
                <a:latin typeface="字魂创中黑"/>
                <a:ea typeface="字魂创中黑"/>
                <a:cs typeface="字魂创中黑" panose="00000500000000000000" charset="-122"/>
                <a:sym typeface="+mn-ea"/>
              </a:endParaRPr>
            </a:p>
          </p:txBody>
        </p:sp>
        <p:sp>
          <p:nvSpPr>
            <p:cNvPr id="25" name="图形"/>
            <p:cNvSpPr txBox="1"/>
            <p:nvPr/>
          </p:nvSpPr>
          <p:spPr>
            <a:xfrm>
              <a:off x="3486" y="7595"/>
              <a:ext cx="5780" cy="979"/>
            </a:xfrm>
            <a:prstGeom prst="rect">
              <a:avLst/>
            </a:prstGeom>
            <a:noFill/>
          </p:spPr>
          <p:txBody>
            <a:bodyPr wrap="square" rtlCol="0">
              <a:normAutofit/>
            </a:bodyPr>
            <a:lstStyle/>
            <a:p>
              <a:pPr>
                <a:lnSpc>
                  <a:spcPct val="120000"/>
                </a:lnSpc>
              </a:pPr>
              <a:r>
                <a:rPr lang="en-US" altLang="en-US" sz="1200">
                  <a:solidFill>
                    <a:schemeClr val="tx1">
                      <a:lumMod val="75000"/>
                      <a:lumOff val="25000"/>
                    </a:schemeClr>
                  </a:solidFill>
                  <a:latin typeface="Source Han Sans SC"/>
                  <a:ea typeface="Source Han Sans SC"/>
                  <a:cs typeface="字魂创中黑" panose="00000500000000000000" charset="-122"/>
                </a:rPr>
                <a:t>Add your text here Add your text here Add your text here Add your text here</a:t>
              </a:r>
              <a:endParaRPr lang="zh-CN" altLang="en-US" sz="1200">
                <a:solidFill>
                  <a:schemeClr val="tx1">
                    <a:lumMod val="75000"/>
                    <a:lumOff val="25000"/>
                  </a:schemeClr>
                </a:solidFill>
                <a:latin typeface="字魂创中黑"/>
                <a:ea typeface="字魂创中黑"/>
                <a:cs typeface="字魂创中黑" panose="00000500000000000000" charset="-122"/>
                <a:sym typeface="+mn-ea"/>
              </a:endParaRPr>
            </a:p>
          </p:txBody>
        </p:sp>
        <p:sp>
          <p:nvSpPr>
            <p:cNvPr id="26" name="图形"/>
            <p:cNvSpPr txBox="1">
              <a:spLocks noChangeArrowheads="1"/>
            </p:cNvSpPr>
            <p:nvPr>
              <p:custDataLst>
                <p:tags r:id="rId5"/>
              </p:custDataLst>
            </p:nvPr>
          </p:nvSpPr>
          <p:spPr bwMode="auto">
            <a:xfrm>
              <a:off x="3486" y="6994"/>
              <a:ext cx="3195" cy="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norm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r>
                <a:rPr lang="en-US" altLang="en-US" sz="1400" b="1">
                  <a:solidFill>
                    <a:schemeClr val="tx1">
                      <a:lumMod val="75000"/>
                      <a:lumOff val="25000"/>
                    </a:schemeClr>
                  </a:solidFill>
                  <a:latin typeface="Source Han Sans SC"/>
                  <a:ea typeface="Source Han Sans SC"/>
                  <a:cs typeface="字魂创中黑" panose="00000500000000000000" charset="-122"/>
                  <a:sym typeface="+mn-ea"/>
                </a:rPr>
                <a:t>Default title text</a:t>
              </a:r>
              <a:endParaRPr lang="zh-CN" altLang="en-US" sz="2000" b="1">
                <a:solidFill>
                  <a:schemeClr val="tx1">
                    <a:lumMod val="75000"/>
                    <a:lumOff val="25000"/>
                  </a:schemeClr>
                </a:solidFill>
                <a:latin typeface="字魂创中黑"/>
                <a:ea typeface="字魂创中黑"/>
                <a:cs typeface="字魂创中黑" panose="00000500000000000000" charset="-122"/>
                <a:sym typeface="+mn-ea"/>
              </a:endParaRPr>
            </a:p>
          </p:txBody>
        </p:sp>
        <p:sp>
          <p:nvSpPr>
            <p:cNvPr id="27" name="图形"/>
            <p:cNvSpPr/>
            <p:nvPr/>
          </p:nvSpPr>
          <p:spPr>
            <a:xfrm>
              <a:off x="10020" y="3341"/>
              <a:ext cx="6754" cy="1205"/>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创中黑" panose="00000500000000000000" charset="-122"/>
              </a:endParaRPr>
            </a:p>
          </p:txBody>
        </p:sp>
        <p:sp>
          <p:nvSpPr>
            <p:cNvPr id="28" name="图形"/>
            <p:cNvSpPr/>
            <p:nvPr/>
          </p:nvSpPr>
          <p:spPr>
            <a:xfrm>
              <a:off x="10020" y="5347"/>
              <a:ext cx="6754" cy="1205"/>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创中黑" panose="00000500000000000000" charset="-122"/>
              </a:endParaRPr>
            </a:p>
          </p:txBody>
        </p:sp>
        <p:sp>
          <p:nvSpPr>
            <p:cNvPr id="29" name="图形"/>
            <p:cNvSpPr/>
            <p:nvPr/>
          </p:nvSpPr>
          <p:spPr>
            <a:xfrm>
              <a:off x="10020" y="7282"/>
              <a:ext cx="6754" cy="1205"/>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创中黑" panose="00000500000000000000" charset="-122"/>
              </a:endParaRPr>
            </a:p>
          </p:txBody>
        </p:sp>
        <p:sp>
          <p:nvSpPr>
            <p:cNvPr id="30" name="图形"/>
            <p:cNvSpPr/>
            <p:nvPr/>
          </p:nvSpPr>
          <p:spPr>
            <a:xfrm>
              <a:off x="10259" y="3730"/>
              <a:ext cx="353" cy="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创中黑" panose="00000500000000000000" charset="-122"/>
              </a:endParaRPr>
            </a:p>
          </p:txBody>
        </p:sp>
        <p:sp>
          <p:nvSpPr>
            <p:cNvPr id="31" name="图形"/>
            <p:cNvSpPr/>
            <p:nvPr/>
          </p:nvSpPr>
          <p:spPr>
            <a:xfrm>
              <a:off x="10259" y="5736"/>
              <a:ext cx="353" cy="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创中黑" panose="00000500000000000000" charset="-122"/>
              </a:endParaRPr>
            </a:p>
          </p:txBody>
        </p:sp>
        <p:sp>
          <p:nvSpPr>
            <p:cNvPr id="32" name="图形"/>
            <p:cNvSpPr/>
            <p:nvPr/>
          </p:nvSpPr>
          <p:spPr>
            <a:xfrm>
              <a:off x="10259" y="7668"/>
              <a:ext cx="353" cy="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创中黑" panose="00000500000000000000" charset="-122"/>
              </a:endParaRPr>
            </a:p>
          </p:txBody>
        </p:sp>
        <p:sp>
          <p:nvSpPr>
            <p:cNvPr id="33" name="图形"/>
            <p:cNvSpPr/>
            <p:nvPr/>
          </p:nvSpPr>
          <p:spPr>
            <a:xfrm>
              <a:off x="10778" y="3405"/>
              <a:ext cx="5286" cy="478"/>
            </a:xfrm>
            <a:prstGeom prst="rect">
              <a:avLst/>
            </a:prstGeom>
          </p:spPr>
          <p:txBody>
            <a:bodyPr wrap="square">
              <a:normAutofit/>
            </a:bodyPr>
            <a:lstStyle/>
            <a:p>
              <a:pPr>
                <a:lnSpc>
                  <a:spcPct val="120000"/>
                </a:lnSpc>
              </a:pPr>
              <a:r>
                <a:rPr lang="en-US" altLang="en-US" sz="1200" b="1">
                  <a:solidFill>
                    <a:schemeClr val="bg1"/>
                  </a:solidFill>
                  <a:latin typeface="Source Han Sans SC"/>
                  <a:ea typeface="Source Han Sans SC"/>
                  <a:cs typeface="字魂创中黑" panose="00000500000000000000" charset="-122"/>
                  <a:sym typeface="+mn-ea"/>
                </a:rPr>
                <a:t>Add your text here add your text here</a:t>
              </a:r>
              <a:endParaRPr lang="zh-CN" altLang="en-US" sz="1200" b="1" spc="110" noProof="0">
                <a:ln>
                  <a:noFill/>
                </a:ln>
                <a:solidFill>
                  <a:schemeClr val="bg1"/>
                </a:solidFill>
                <a:effectLst/>
                <a:uLnTx/>
                <a:uFillTx/>
                <a:latin typeface="字魂创中黑"/>
                <a:ea typeface="字魂创中黑"/>
                <a:cs typeface="字魂创中黑" panose="00000500000000000000" charset="-122"/>
                <a:sym typeface="+mn-ea"/>
              </a:endParaRPr>
            </a:p>
          </p:txBody>
        </p:sp>
        <p:sp>
          <p:nvSpPr>
            <p:cNvPr id="34" name="图形"/>
            <p:cNvSpPr/>
            <p:nvPr/>
          </p:nvSpPr>
          <p:spPr>
            <a:xfrm>
              <a:off x="10778" y="5438"/>
              <a:ext cx="5286" cy="478"/>
            </a:xfrm>
            <a:prstGeom prst="rect">
              <a:avLst/>
            </a:prstGeom>
          </p:spPr>
          <p:txBody>
            <a:bodyPr wrap="square">
              <a:normAutofit/>
            </a:bodyPr>
            <a:lstStyle/>
            <a:p>
              <a:pPr>
                <a:lnSpc>
                  <a:spcPct val="120000"/>
                </a:lnSpc>
              </a:pPr>
              <a:r>
                <a:rPr lang="en-US" altLang="en-US" sz="1200" b="1">
                  <a:solidFill>
                    <a:schemeClr val="bg1"/>
                  </a:solidFill>
                  <a:latin typeface="Source Han Sans SC"/>
                  <a:ea typeface="Source Han Sans SC"/>
                  <a:cs typeface="字魂创中黑" panose="00000500000000000000" charset="-122"/>
                  <a:sym typeface="+mn-ea"/>
                </a:rPr>
                <a:t>Add your text here add your text here</a:t>
              </a:r>
              <a:endParaRPr lang="zh-CN" altLang="en-US" sz="1200" b="1" spc="110">
                <a:solidFill>
                  <a:schemeClr val="bg1"/>
                </a:solidFill>
                <a:latin typeface="字魂创中黑"/>
                <a:ea typeface="字魂创中黑"/>
                <a:cs typeface="字魂创中黑" panose="00000500000000000000" charset="-122"/>
                <a:sym typeface="+mn-ea"/>
              </a:endParaRPr>
            </a:p>
          </p:txBody>
        </p:sp>
        <p:sp>
          <p:nvSpPr>
            <p:cNvPr id="35" name="图形"/>
            <p:cNvSpPr/>
            <p:nvPr/>
          </p:nvSpPr>
          <p:spPr>
            <a:xfrm>
              <a:off x="10754" y="7352"/>
              <a:ext cx="5286" cy="478"/>
            </a:xfrm>
            <a:prstGeom prst="rect">
              <a:avLst/>
            </a:prstGeom>
          </p:spPr>
          <p:txBody>
            <a:bodyPr wrap="square">
              <a:normAutofit/>
            </a:bodyPr>
            <a:lstStyle/>
            <a:p>
              <a:pPr>
                <a:lnSpc>
                  <a:spcPct val="120000"/>
                </a:lnSpc>
              </a:pPr>
              <a:r>
                <a:rPr lang="en-US" altLang="en-US" sz="1200" b="1">
                  <a:solidFill>
                    <a:schemeClr val="bg1"/>
                  </a:solidFill>
                  <a:latin typeface="Source Han Sans SC"/>
                  <a:ea typeface="Source Han Sans SC"/>
                  <a:cs typeface="字魂创中黑" panose="00000500000000000000" charset="-122"/>
                  <a:sym typeface="+mn-ea"/>
                </a:rPr>
                <a:t>Add your text here add your text here</a:t>
              </a:r>
              <a:endParaRPr lang="zh-CN" altLang="en-US" sz="1200" b="1" spc="110">
                <a:solidFill>
                  <a:schemeClr val="bg1"/>
                </a:solidFill>
                <a:latin typeface="字魂创中黑"/>
                <a:ea typeface="字魂创中黑"/>
                <a:cs typeface="字魂创中黑" panose="00000500000000000000" charset="-122"/>
                <a:sym typeface="+mn-ea"/>
              </a:endParaRPr>
            </a:p>
          </p:txBody>
        </p:sp>
      </p:grpSp>
    </p:spTree>
    <p:custDataLst>
      <p:tags r:id="rId6"/>
    </p:custDataLst>
  </p:cSld>
  <p:clrMapOvr>
    <a:masterClrMapping/>
  </p:clrMapOvr>
  <p:transition advTm="2000">
    <p:split orient="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2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grpSp>
        <p:nvGrpSpPr>
          <p:cNvPr id="7" name="图形"/>
          <p:cNvGrpSpPr/>
          <p:nvPr/>
        </p:nvGrpSpPr>
        <p:grpSpPr>
          <a:xfrm>
            <a:off x="673735" y="810260"/>
            <a:ext cx="3173730" cy="528955"/>
            <a:chOff x="1061" y="1276"/>
            <a:chExt cx="4998" cy="833"/>
          </a:xfrm>
        </p:grpSpPr>
        <p:sp>
          <p:nvSpPr>
            <p:cNvPr id="3" name="图形"/>
            <p:cNvSpPr/>
            <p:nvPr/>
          </p:nvSpPr>
          <p:spPr>
            <a:xfrm rot="3300000">
              <a:off x="1061" y="1276"/>
              <a:ext cx="793" cy="793"/>
            </a:xfrm>
            <a:prstGeom prst="roundRect">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Normal" panose="020b0400000000000000" charset="-122"/>
                <a:ea typeface="思源黑体 CN Normal" panose="020b0400000000000000" charset="-122"/>
                <a:cs typeface="字魂创中黑" panose="00000500000000000000" charset="-122"/>
              </a:endParaRPr>
            </a:p>
          </p:txBody>
        </p:sp>
        <p:sp>
          <p:nvSpPr>
            <p:cNvPr id="5" name="图形"/>
            <p:cNvSpPr/>
            <p:nvPr/>
          </p:nvSpPr>
          <p:spPr>
            <a:xfrm rot="3300000">
              <a:off x="1341" y="1316"/>
              <a:ext cx="793" cy="793"/>
            </a:xfrm>
            <a:prstGeom prst="roundRect">
              <a:avLst/>
            </a:prstGeom>
            <a:solidFill>
              <a:schemeClr val="accent1"/>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Normal" panose="020b0400000000000000" charset="-122"/>
                <a:ea typeface="思源黑体 CN Normal" panose="020b0400000000000000" charset="-122"/>
                <a:cs typeface="字魂创中黑" panose="00000500000000000000" charset="-122"/>
              </a:endParaRPr>
            </a:p>
          </p:txBody>
        </p:sp>
        <p:sp>
          <p:nvSpPr>
            <p:cNvPr id="23" name="图形"/>
            <p:cNvSpPr txBox="1"/>
            <p:nvPr/>
          </p:nvSpPr>
          <p:spPr>
            <a:xfrm>
              <a:off x="2183" y="1301"/>
              <a:ext cx="3876" cy="504"/>
            </a:xfrm>
            <a:prstGeom prst="rect">
              <a:avLst/>
            </a:prstGeom>
            <a:noFill/>
          </p:spPr>
          <p:txBody>
            <a:bodyPr wrap="square" rtlCol="0">
              <a:normAutofit/>
            </a:bodyPr>
            <a:lstStyle/>
            <a:p>
              <a:pPr algn="l"/>
              <a:r>
                <a:rPr lang="en-US" altLang="en-US" sz="1500">
                  <a:solidFill>
                    <a:schemeClr val="tx1"/>
                  </a:solidFill>
                  <a:latin typeface="Source Han Sans SC"/>
                  <a:ea typeface="Source Han Sans SC"/>
                  <a:cs typeface="字魂创中黑" panose="00000500000000000000" charset="-122"/>
                  <a:sym typeface="+mn-ea"/>
                </a:rPr>
                <a:t>Summary of experience</a:t>
              </a:r>
              <a:endParaRPr lang="zh-CN" altLang="en-US" sz="2800">
                <a:solidFill>
                  <a:schemeClr val="tx1"/>
                </a:solidFill>
                <a:latin typeface="字魂创粗黑" panose="00000500000000000000" charset="-122"/>
                <a:ea typeface="字魂创粗黑" panose="00000500000000000000" charset="-122"/>
                <a:cs typeface="字魂创中黑" panose="00000500000000000000" charset="-122"/>
                <a:sym typeface="+mn-ea"/>
              </a:endParaRPr>
            </a:p>
          </p:txBody>
        </p:sp>
        <p:sp>
          <p:nvSpPr>
            <p:cNvPr id="4" name="图形"/>
            <p:cNvSpPr txBox="1"/>
            <p:nvPr/>
          </p:nvSpPr>
          <p:spPr>
            <a:xfrm>
              <a:off x="1251" y="1293"/>
              <a:ext cx="932" cy="725"/>
            </a:xfrm>
            <a:prstGeom prst="rect">
              <a:avLst/>
            </a:prstGeom>
            <a:noFill/>
          </p:spPr>
          <p:txBody>
            <a:bodyPr wrap="square" rtlCol="0">
              <a:normAutofit/>
            </a:bodyPr>
            <a:lstStyle/>
            <a:p>
              <a:pPr algn="ctr"/>
              <a:r>
                <a:rPr lang="en-US" altLang="zh-CN" sz="2400">
                  <a:solidFill>
                    <a:schemeClr val="bg1"/>
                  </a:solidFill>
                  <a:latin typeface="Source Han Sans SC"/>
                  <a:ea typeface="Source Han Sans SC"/>
                  <a:cs typeface="字魂创中黑" panose="00000500000000000000" charset="-122"/>
                </a:rPr>
                <a:t>04</a:t>
              </a:r>
              <a:endParaRPr lang="en-US" altLang="zh-CN" sz="2400">
                <a:solidFill>
                  <a:schemeClr val="bg1"/>
                </a:solidFill>
                <a:latin typeface="字魂创粗黑" panose="00000500000000000000" charset="-122"/>
                <a:ea typeface="字魂创粗黑" panose="00000500000000000000" charset="-122"/>
                <a:cs typeface="字魂创中黑" panose="00000500000000000000" charset="-122"/>
              </a:endParaRPr>
            </a:p>
          </p:txBody>
        </p:sp>
      </p:grpSp>
      <p:grpSp>
        <p:nvGrpSpPr>
          <p:cNvPr id="10" name="图形"/>
          <p:cNvGrpSpPr/>
          <p:nvPr/>
        </p:nvGrpSpPr>
        <p:grpSpPr>
          <a:xfrm>
            <a:off x="1035685" y="2113915"/>
            <a:ext cx="9640570" cy="3292128"/>
            <a:chOff x="1631" y="3329"/>
            <a:chExt cx="15182" cy="5184"/>
          </a:xfrm>
        </p:grpSpPr>
        <p:graphicFrame>
          <p:nvGraphicFramePr>
            <p:cNvPr id="62" name="图形"/>
            <p:cNvGraphicFramePr/>
            <p:nvPr/>
          </p:nvGraphicFramePr>
          <p:xfrm>
            <a:off x="1827" y="3329"/>
            <a:ext cx="3147" cy="3330"/>
          </p:xfrm>
          <a:graphic>
            <a:graphicData uri="http://schemas.openxmlformats.org/drawingml/2006/chart">
              <c:chart xmlns:c="http://schemas.openxmlformats.org/drawingml/2006/chart" r:id="rId2"/>
            </a:graphicData>
          </a:graphic>
        </p:graphicFrame>
        <p:sp>
          <p:nvSpPr>
            <p:cNvPr id="68" name="图形"/>
            <p:cNvSpPr txBox="1"/>
            <p:nvPr/>
          </p:nvSpPr>
          <p:spPr>
            <a:xfrm>
              <a:off x="2847" y="4668"/>
              <a:ext cx="1231" cy="725"/>
            </a:xfrm>
            <a:prstGeom prst="rect">
              <a:avLst/>
            </a:prstGeom>
            <a:noFill/>
          </p:spPr>
          <p:txBody>
            <a:bodyPr wrap="square" rtlCol="0" anchor="ctr">
              <a:normAutofit/>
            </a:bodyPr>
            <a:lstStyle/>
            <a:p>
              <a:pPr algn="ctr">
                <a:lnSpc>
                  <a:spcPct val="120000"/>
                </a:lnSpc>
              </a:pPr>
              <a:r>
                <a:rPr lang="en-US" sz="2000" b="1">
                  <a:solidFill>
                    <a:schemeClr val="accent2"/>
                  </a:solidFill>
                  <a:latin typeface="Source Han Sans SC"/>
                  <a:ea typeface="Source Han Sans SC"/>
                  <a:cs typeface="+mn-ea"/>
                  <a:sym typeface="Arial" panose="020b0604020202020204" pitchFamily="34" charset="0"/>
                </a:rPr>
                <a:t>50%</a:t>
              </a:r>
              <a:endParaRPr lang="en-US" sz="2000" b="1">
                <a:solidFill>
                  <a:schemeClr val="accent2"/>
                </a:solidFill>
                <a:latin typeface="字魂创中黑"/>
                <a:ea typeface="字魂创中黑"/>
                <a:cs typeface="+mn-ea"/>
                <a:sym typeface="Arial" panose="020b0604020202020204" pitchFamily="34" charset="0"/>
              </a:endParaRPr>
            </a:p>
          </p:txBody>
        </p:sp>
        <p:sp>
          <p:nvSpPr>
            <p:cNvPr id="50" name="图形"/>
            <p:cNvSpPr txBox="1"/>
            <p:nvPr/>
          </p:nvSpPr>
          <p:spPr>
            <a:xfrm>
              <a:off x="3086" y="6511"/>
              <a:ext cx="636" cy="366"/>
            </a:xfrm>
            <a:prstGeom prst="rect">
              <a:avLst/>
            </a:prstGeom>
            <a:noFill/>
          </p:spPr>
          <p:txBody>
            <a:bodyPr wrap="none" lIns="0" tIns="0" rIns="0" bIns="0" rtlCol="0">
              <a:normAutofit/>
            </a:bodyPr>
            <a:lstStyle/>
            <a:p>
              <a:pPr algn="ctr">
                <a:lnSpc>
                  <a:spcPct val="120000"/>
                </a:lnSpc>
              </a:pPr>
              <a:r>
                <a:rPr lang="en-US" sz="1300" b="1">
                  <a:solidFill>
                    <a:schemeClr val="tx1">
                      <a:lumMod val="65000"/>
                      <a:lumOff val="35000"/>
                    </a:schemeClr>
                  </a:solidFill>
                  <a:latin typeface="Source Han Sans SC"/>
                  <a:ea typeface="Source Han Sans SC"/>
                  <a:cs typeface="+mn-ea"/>
                  <a:sym typeface="Arial" panose="020b0604020202020204" pitchFamily="34" charset="0"/>
                </a:rPr>
                <a:t>20XX</a:t>
              </a:r>
              <a:endParaRPr lang="en-US" sz="1400" b="1">
                <a:solidFill>
                  <a:schemeClr val="tx1">
                    <a:lumMod val="65000"/>
                    <a:lumOff val="35000"/>
                  </a:schemeClr>
                </a:solidFill>
                <a:latin typeface="字魂创中黑"/>
                <a:ea typeface="字魂创中黑"/>
                <a:cs typeface="+mn-ea"/>
                <a:sym typeface="Arial" panose="020b0604020202020204" pitchFamily="34" charset="0"/>
              </a:endParaRPr>
            </a:p>
          </p:txBody>
        </p:sp>
        <p:graphicFrame>
          <p:nvGraphicFramePr>
            <p:cNvPr id="36" name="图形"/>
            <p:cNvGraphicFramePr/>
            <p:nvPr/>
          </p:nvGraphicFramePr>
          <p:xfrm>
            <a:off x="5737" y="3329"/>
            <a:ext cx="3147" cy="3330"/>
          </p:xfrm>
          <a:graphic>
            <a:graphicData uri="http://schemas.openxmlformats.org/drawingml/2006/chart">
              <c:chart xmlns:c="http://schemas.openxmlformats.org/drawingml/2006/chart" r:id="rId3"/>
            </a:graphicData>
          </a:graphic>
        </p:graphicFrame>
        <p:sp>
          <p:nvSpPr>
            <p:cNvPr id="37" name="图形"/>
            <p:cNvSpPr txBox="1"/>
            <p:nvPr/>
          </p:nvSpPr>
          <p:spPr>
            <a:xfrm>
              <a:off x="6756" y="4668"/>
              <a:ext cx="1231" cy="725"/>
            </a:xfrm>
            <a:prstGeom prst="rect">
              <a:avLst/>
            </a:prstGeom>
            <a:noFill/>
          </p:spPr>
          <p:txBody>
            <a:bodyPr wrap="square" rtlCol="0" anchor="ctr">
              <a:normAutofit/>
            </a:bodyPr>
            <a:lstStyle/>
            <a:p>
              <a:pPr algn="ctr">
                <a:lnSpc>
                  <a:spcPct val="120000"/>
                </a:lnSpc>
              </a:pPr>
              <a:r>
                <a:rPr lang="en-US" sz="2000" b="1">
                  <a:solidFill>
                    <a:schemeClr val="accent2"/>
                  </a:solidFill>
                  <a:latin typeface="Source Han Sans SC"/>
                  <a:ea typeface="Source Han Sans SC"/>
                  <a:cs typeface="+mn-ea"/>
                  <a:sym typeface="Arial" panose="020b0604020202020204" pitchFamily="34" charset="0"/>
                </a:rPr>
                <a:t>70%</a:t>
              </a:r>
              <a:endParaRPr lang="en-US" sz="2000" b="1">
                <a:solidFill>
                  <a:schemeClr val="accent2"/>
                </a:solidFill>
                <a:latin typeface="字魂创中黑"/>
                <a:ea typeface="字魂创中黑"/>
                <a:cs typeface="+mn-ea"/>
                <a:sym typeface="Arial" panose="020b0604020202020204" pitchFamily="34" charset="0"/>
              </a:endParaRPr>
            </a:p>
          </p:txBody>
        </p:sp>
        <p:sp>
          <p:nvSpPr>
            <p:cNvPr id="38" name="图形"/>
            <p:cNvSpPr txBox="1"/>
            <p:nvPr/>
          </p:nvSpPr>
          <p:spPr>
            <a:xfrm>
              <a:off x="7006" y="6511"/>
              <a:ext cx="636" cy="366"/>
            </a:xfrm>
            <a:prstGeom prst="rect">
              <a:avLst/>
            </a:prstGeom>
            <a:noFill/>
          </p:spPr>
          <p:txBody>
            <a:bodyPr wrap="none" lIns="0" tIns="0" rIns="0" bIns="0" rtlCol="0">
              <a:normAutofit/>
            </a:bodyPr>
            <a:lstStyle/>
            <a:p>
              <a:pPr algn="ctr">
                <a:lnSpc>
                  <a:spcPct val="120000"/>
                </a:lnSpc>
              </a:pPr>
              <a:r>
                <a:rPr lang="en-US" sz="1300" b="1">
                  <a:solidFill>
                    <a:schemeClr val="tx1">
                      <a:lumMod val="65000"/>
                      <a:lumOff val="35000"/>
                    </a:schemeClr>
                  </a:solidFill>
                  <a:latin typeface="Source Han Sans SC"/>
                  <a:ea typeface="Source Han Sans SC"/>
                  <a:cs typeface="+mn-ea"/>
                  <a:sym typeface="Arial" panose="020b0604020202020204" pitchFamily="34" charset="0"/>
                </a:rPr>
                <a:t>20XX</a:t>
              </a:r>
              <a:endParaRPr lang="en-US" sz="1400" b="1">
                <a:solidFill>
                  <a:schemeClr val="tx1">
                    <a:lumMod val="65000"/>
                    <a:lumOff val="35000"/>
                  </a:schemeClr>
                </a:solidFill>
                <a:latin typeface="字魂创中黑"/>
                <a:ea typeface="字魂创中黑"/>
                <a:cs typeface="+mn-ea"/>
                <a:sym typeface="Arial" panose="020b0604020202020204" pitchFamily="34" charset="0"/>
              </a:endParaRPr>
            </a:p>
          </p:txBody>
        </p:sp>
        <p:graphicFrame>
          <p:nvGraphicFramePr>
            <p:cNvPr id="43" name="图形"/>
            <p:cNvGraphicFramePr/>
            <p:nvPr/>
          </p:nvGraphicFramePr>
          <p:xfrm>
            <a:off x="9646" y="3329"/>
            <a:ext cx="3147" cy="3330"/>
          </p:xfrm>
          <a:graphic>
            <a:graphicData uri="http://schemas.openxmlformats.org/drawingml/2006/chart">
              <c:chart xmlns:c="http://schemas.openxmlformats.org/drawingml/2006/chart" r:id="rId4"/>
            </a:graphicData>
          </a:graphic>
        </p:graphicFrame>
        <p:sp>
          <p:nvSpPr>
            <p:cNvPr id="44" name="图形"/>
            <p:cNvSpPr txBox="1"/>
            <p:nvPr/>
          </p:nvSpPr>
          <p:spPr>
            <a:xfrm>
              <a:off x="10629" y="4668"/>
              <a:ext cx="1231" cy="725"/>
            </a:xfrm>
            <a:prstGeom prst="rect">
              <a:avLst/>
            </a:prstGeom>
            <a:noFill/>
          </p:spPr>
          <p:txBody>
            <a:bodyPr wrap="square" rtlCol="0" anchor="ctr">
              <a:normAutofit/>
            </a:bodyPr>
            <a:lstStyle/>
            <a:p>
              <a:pPr algn="ctr">
                <a:lnSpc>
                  <a:spcPct val="120000"/>
                </a:lnSpc>
              </a:pPr>
              <a:r>
                <a:rPr lang="en-US" sz="2000" b="1">
                  <a:solidFill>
                    <a:schemeClr val="accent2"/>
                  </a:solidFill>
                  <a:latin typeface="Source Han Sans SC"/>
                  <a:ea typeface="Source Han Sans SC"/>
                  <a:cs typeface="+mn-ea"/>
                  <a:sym typeface="Arial" panose="020b0604020202020204" pitchFamily="34" charset="0"/>
                </a:rPr>
                <a:t>80%</a:t>
              </a:r>
              <a:endParaRPr lang="en-US" sz="2000" b="1">
                <a:solidFill>
                  <a:schemeClr val="accent2"/>
                </a:solidFill>
                <a:latin typeface="字魂创中黑"/>
                <a:ea typeface="字魂创中黑"/>
                <a:cs typeface="+mn-ea"/>
                <a:sym typeface="Arial" panose="020b0604020202020204" pitchFamily="34" charset="0"/>
              </a:endParaRPr>
            </a:p>
          </p:txBody>
        </p:sp>
        <p:sp>
          <p:nvSpPr>
            <p:cNvPr id="45" name="图形"/>
            <p:cNvSpPr txBox="1"/>
            <p:nvPr/>
          </p:nvSpPr>
          <p:spPr>
            <a:xfrm>
              <a:off x="10925" y="6561"/>
              <a:ext cx="636" cy="366"/>
            </a:xfrm>
            <a:prstGeom prst="rect">
              <a:avLst/>
            </a:prstGeom>
            <a:noFill/>
          </p:spPr>
          <p:txBody>
            <a:bodyPr wrap="none" lIns="0" tIns="0" rIns="0" bIns="0" rtlCol="0">
              <a:normAutofit/>
            </a:bodyPr>
            <a:lstStyle/>
            <a:p>
              <a:pPr algn="ctr">
                <a:lnSpc>
                  <a:spcPct val="120000"/>
                </a:lnSpc>
              </a:pPr>
              <a:r>
                <a:rPr lang="en-US" sz="1300" b="1">
                  <a:solidFill>
                    <a:schemeClr val="tx1">
                      <a:lumMod val="65000"/>
                      <a:lumOff val="35000"/>
                    </a:schemeClr>
                  </a:solidFill>
                  <a:latin typeface="Source Han Sans SC"/>
                  <a:ea typeface="Source Han Sans SC"/>
                  <a:cs typeface="+mn-ea"/>
                  <a:sym typeface="Arial" panose="020b0604020202020204" pitchFamily="34" charset="0"/>
                </a:rPr>
                <a:t>20XX</a:t>
              </a:r>
              <a:endParaRPr lang="en-US" sz="1400" b="1">
                <a:solidFill>
                  <a:schemeClr val="tx1">
                    <a:lumMod val="65000"/>
                    <a:lumOff val="35000"/>
                  </a:schemeClr>
                </a:solidFill>
                <a:latin typeface="字魂创中黑"/>
                <a:ea typeface="字魂创中黑"/>
                <a:cs typeface="+mn-ea"/>
                <a:sym typeface="Arial" panose="020b0604020202020204" pitchFamily="34" charset="0"/>
              </a:endParaRPr>
            </a:p>
          </p:txBody>
        </p:sp>
        <p:graphicFrame>
          <p:nvGraphicFramePr>
            <p:cNvPr id="54" name="图形"/>
            <p:cNvGraphicFramePr/>
            <p:nvPr/>
          </p:nvGraphicFramePr>
          <p:xfrm>
            <a:off x="13528" y="3329"/>
            <a:ext cx="3147" cy="3330"/>
          </p:xfrm>
          <a:graphic>
            <a:graphicData uri="http://schemas.openxmlformats.org/drawingml/2006/chart">
              <c:chart xmlns:c="http://schemas.openxmlformats.org/drawingml/2006/chart" r:id="rId5"/>
            </a:graphicData>
          </a:graphic>
        </p:graphicFrame>
        <p:sp>
          <p:nvSpPr>
            <p:cNvPr id="56" name="图形"/>
            <p:cNvSpPr txBox="1"/>
            <p:nvPr/>
          </p:nvSpPr>
          <p:spPr>
            <a:xfrm>
              <a:off x="14547" y="4668"/>
              <a:ext cx="1231" cy="725"/>
            </a:xfrm>
            <a:prstGeom prst="rect">
              <a:avLst/>
            </a:prstGeom>
            <a:noFill/>
          </p:spPr>
          <p:txBody>
            <a:bodyPr wrap="square" rtlCol="0" anchor="ctr">
              <a:normAutofit/>
            </a:bodyPr>
            <a:lstStyle/>
            <a:p>
              <a:pPr algn="ctr">
                <a:lnSpc>
                  <a:spcPct val="120000"/>
                </a:lnSpc>
              </a:pPr>
              <a:r>
                <a:rPr lang="en-US" sz="2000" b="1">
                  <a:solidFill>
                    <a:schemeClr val="accent2"/>
                  </a:solidFill>
                  <a:latin typeface="Source Han Sans SC"/>
                  <a:ea typeface="Source Han Sans SC"/>
                  <a:cs typeface="+mn-ea"/>
                  <a:sym typeface="Arial" panose="020b0604020202020204" pitchFamily="34" charset="0"/>
                </a:rPr>
                <a:t>40%</a:t>
              </a:r>
              <a:endParaRPr lang="en-US" sz="2000" b="1">
                <a:solidFill>
                  <a:schemeClr val="accent2"/>
                </a:solidFill>
                <a:latin typeface="字魂创中黑"/>
                <a:ea typeface="字魂创中黑"/>
                <a:cs typeface="+mn-ea"/>
                <a:sym typeface="Arial" panose="020b0604020202020204" pitchFamily="34" charset="0"/>
              </a:endParaRPr>
            </a:p>
          </p:txBody>
        </p:sp>
        <p:sp>
          <p:nvSpPr>
            <p:cNvPr id="59" name="图形"/>
            <p:cNvSpPr txBox="1"/>
            <p:nvPr/>
          </p:nvSpPr>
          <p:spPr>
            <a:xfrm>
              <a:off x="14844" y="6561"/>
              <a:ext cx="636" cy="366"/>
            </a:xfrm>
            <a:prstGeom prst="rect">
              <a:avLst/>
            </a:prstGeom>
            <a:noFill/>
          </p:spPr>
          <p:txBody>
            <a:bodyPr wrap="none" lIns="0" tIns="0" rIns="0" bIns="0" rtlCol="0">
              <a:normAutofit/>
            </a:bodyPr>
            <a:lstStyle/>
            <a:p>
              <a:pPr algn="ctr">
                <a:lnSpc>
                  <a:spcPct val="120000"/>
                </a:lnSpc>
              </a:pPr>
              <a:r>
                <a:rPr lang="en-US" sz="1300" b="1">
                  <a:solidFill>
                    <a:schemeClr val="tx1">
                      <a:lumMod val="65000"/>
                      <a:lumOff val="35000"/>
                    </a:schemeClr>
                  </a:solidFill>
                  <a:latin typeface="Source Han Sans SC"/>
                  <a:ea typeface="Source Han Sans SC"/>
                  <a:cs typeface="+mn-ea"/>
                  <a:sym typeface="Arial" panose="020b0604020202020204" pitchFamily="34" charset="0"/>
                </a:rPr>
                <a:t>20XX</a:t>
              </a:r>
              <a:endParaRPr lang="en-US" sz="1400" b="1">
                <a:solidFill>
                  <a:schemeClr val="tx1">
                    <a:lumMod val="65000"/>
                    <a:lumOff val="35000"/>
                  </a:schemeClr>
                </a:solidFill>
                <a:latin typeface="字魂创中黑"/>
                <a:ea typeface="字魂创中黑"/>
                <a:cs typeface="+mn-ea"/>
                <a:sym typeface="Arial" panose="020b0604020202020204" pitchFamily="34" charset="0"/>
              </a:endParaRPr>
            </a:p>
          </p:txBody>
        </p:sp>
        <p:sp>
          <p:nvSpPr>
            <p:cNvPr id="28701" name="图形"/>
            <p:cNvSpPr/>
            <p:nvPr/>
          </p:nvSpPr>
          <p:spPr bwMode="auto">
            <a:xfrm>
              <a:off x="1631" y="7659"/>
              <a:ext cx="3467" cy="854"/>
            </a:xfrm>
            <a:custGeom>
              <a:gdLst>
                <a:gd name="T0" fmla="*/ 10800 w 21600"/>
                <a:gd name="T1" fmla="*/ 10800 h 21600"/>
                <a:gd name="T2" fmla="*/ 10800 w 21600"/>
                <a:gd name="T3" fmla="*/ 10800 h 21600"/>
                <a:gd name="T4" fmla="*/ 10800 w 21600"/>
                <a:gd name="T5" fmla="*/ 10800 h 21600"/>
                <a:gd name="T6" fmla="*/ 10800 w 21600"/>
                <a:gd name="T7" fmla="*/ 10800 h 21600"/>
              </a:gd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p:spPr>
          <p:txBody>
            <a:bodyPr wrap="square" lIns="0" tIns="0" rIns="0" bIns="0">
              <a:normAutofit/>
            </a:bodyPr>
            <a:lstStyle>
              <a:lvl1pPr defTabSz="647700" eaLnBrk="0">
                <a:defRPr sz="2500" b="1">
                  <a:solidFill>
                    <a:srgbClr val="FFFFFF"/>
                  </a:solidFill>
                  <a:latin typeface="Lato" charset="0"/>
                  <a:ea typeface="MS PGothic" panose="020b0600070205080204" pitchFamily="34" charset="-128"/>
                  <a:sym typeface="Lato" charset="0"/>
                </a:defRPr>
              </a:lvl1pPr>
              <a:lvl2pPr marL="742950" indent="-285750" defTabSz="647700" eaLnBrk="0">
                <a:defRPr sz="2500" b="1">
                  <a:solidFill>
                    <a:srgbClr val="FFFFFF"/>
                  </a:solidFill>
                  <a:latin typeface="Lato" charset="0"/>
                  <a:ea typeface="MS PGothic" panose="020b0600070205080204" pitchFamily="34" charset="-128"/>
                  <a:sym typeface="Lato" charset="0"/>
                </a:defRPr>
              </a:lvl2pPr>
              <a:lvl3pPr marL="1143000" indent="-228600" defTabSz="647700" eaLnBrk="0">
                <a:defRPr sz="2500" b="1">
                  <a:solidFill>
                    <a:srgbClr val="FFFFFF"/>
                  </a:solidFill>
                  <a:latin typeface="Lato" charset="0"/>
                  <a:ea typeface="MS PGothic" panose="020b0600070205080204" pitchFamily="34" charset="-128"/>
                  <a:sym typeface="Lato" charset="0"/>
                </a:defRPr>
              </a:lvl3pPr>
              <a:lvl4pPr marL="1600200" indent="-228600" defTabSz="647700" eaLnBrk="0">
                <a:defRPr sz="2500" b="1">
                  <a:solidFill>
                    <a:srgbClr val="FFFFFF"/>
                  </a:solidFill>
                  <a:latin typeface="Lato" charset="0"/>
                  <a:ea typeface="MS PGothic" panose="020b0600070205080204" pitchFamily="34" charset="-128"/>
                  <a:sym typeface="Lato" charset="0"/>
                </a:defRPr>
              </a:lvl4pPr>
              <a:lvl5pPr marL="2057400" indent="-228600" defTabSz="647700" eaLnBrk="0">
                <a:defRPr sz="2500" b="1">
                  <a:solidFill>
                    <a:srgbClr val="FFFFFF"/>
                  </a:solidFill>
                  <a:latin typeface="Lato" charset="0"/>
                  <a:ea typeface="MS PGothic" panose="020b0600070205080204" pitchFamily="34" charset="-128"/>
                  <a:sym typeface="Lato" charset="0"/>
                </a:defRPr>
              </a:lvl5pPr>
              <a:lvl6pPr marL="25146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gn="ctr">
                <a:lnSpc>
                  <a:spcPct val="120000"/>
                </a:lnSpc>
              </a:pPr>
              <a:r>
                <a:rPr lang="en-US" altLang="en-US" sz="10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 Add your text here Add your text here</a:t>
              </a:r>
              <a:endParaRPr lang="zh-CN" altLang="en-US" sz="1000" b="0">
                <a:solidFill>
                  <a:schemeClr val="tx1">
                    <a:lumMod val="75000"/>
                    <a:lumOff val="25000"/>
                  </a:schemeClr>
                </a:solidFill>
                <a:latin typeface="字魂创中黑"/>
                <a:ea typeface="字魂创中黑"/>
                <a:cs typeface="字魂创中黑" panose="00000500000000000000" charset="-122"/>
                <a:sym typeface="+mn-ea"/>
              </a:endParaRPr>
            </a:p>
          </p:txBody>
        </p:sp>
        <p:sp>
          <p:nvSpPr>
            <p:cNvPr id="28702" name="图形"/>
            <p:cNvSpPr/>
            <p:nvPr/>
          </p:nvSpPr>
          <p:spPr bwMode="auto">
            <a:xfrm>
              <a:off x="2159" y="7220"/>
              <a:ext cx="2492" cy="330"/>
            </a:xfrm>
            <a:custGeom>
              <a:gdLst>
                <a:gd name="T0" fmla="*/ 10800 w 21600"/>
                <a:gd name="T1" fmla="*/ 10800 h 21600"/>
                <a:gd name="T2" fmla="*/ 10800 w 21600"/>
                <a:gd name="T3" fmla="*/ 10800 h 21600"/>
                <a:gd name="T4" fmla="*/ 10800 w 21600"/>
                <a:gd name="T5" fmla="*/ 10800 h 21600"/>
                <a:gd name="T6" fmla="*/ 10800 w 21600"/>
                <a:gd name="T7" fmla="*/ 10800 h 21600"/>
              </a:gd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p:spPr>
          <p:txBody>
            <a:bodyPr lIns="17447" tIns="17447" rIns="17447" bIns="17447" anchor="t">
              <a:normAutofit/>
            </a:bodyP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gn="ctr" eaLnBrk="1">
                <a:lnSpc>
                  <a:spcPct val="100000"/>
                </a:lnSpc>
              </a:pPr>
              <a:r>
                <a:rPr lang="en-US" altLang="en-US" sz="1100">
                  <a:solidFill>
                    <a:schemeClr val="tx1">
                      <a:lumMod val="75000"/>
                      <a:lumOff val="25000"/>
                    </a:schemeClr>
                  </a:solidFill>
                  <a:latin typeface="Source Han Sans SC"/>
                  <a:ea typeface="Source Han Sans SC"/>
                  <a:cs typeface="字魂创中黑" panose="00000500000000000000" charset="-122"/>
                  <a:sym typeface="+mn-ea"/>
                </a:rPr>
                <a:t>Default title text</a:t>
              </a:r>
              <a:endParaRPr lang="zh-CN" altLang="en-US" sz="1600" b="0">
                <a:solidFill>
                  <a:schemeClr val="tx1">
                    <a:lumMod val="75000"/>
                    <a:lumOff val="25000"/>
                  </a:schemeClr>
                </a:solidFill>
                <a:latin typeface="字魂创中黑"/>
                <a:ea typeface="字魂创中黑"/>
                <a:cs typeface="字魂创中黑" panose="00000500000000000000" charset="-122"/>
                <a:sym typeface="+mn-ea"/>
              </a:endParaRPr>
            </a:p>
          </p:txBody>
        </p:sp>
        <p:sp>
          <p:nvSpPr>
            <p:cNvPr id="2" name="图形"/>
            <p:cNvSpPr/>
            <p:nvPr/>
          </p:nvSpPr>
          <p:spPr bwMode="auto">
            <a:xfrm>
              <a:off x="5536" y="7658"/>
              <a:ext cx="3467" cy="854"/>
            </a:xfrm>
            <a:custGeom>
              <a:gdLst>
                <a:gd name="T0" fmla="*/ 10800 w 21600"/>
                <a:gd name="T1" fmla="*/ 10800 h 21600"/>
                <a:gd name="T2" fmla="*/ 10800 w 21600"/>
                <a:gd name="T3" fmla="*/ 10800 h 21600"/>
                <a:gd name="T4" fmla="*/ 10800 w 21600"/>
                <a:gd name="T5" fmla="*/ 10800 h 21600"/>
                <a:gd name="T6" fmla="*/ 10800 w 21600"/>
                <a:gd name="T7" fmla="*/ 10800 h 21600"/>
              </a:gd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p:spPr>
          <p:txBody>
            <a:bodyPr wrap="square" lIns="0" tIns="0" rIns="0" bIns="0">
              <a:normAutofit/>
            </a:bodyPr>
            <a:lstStyle>
              <a:lvl1pPr defTabSz="647700" eaLnBrk="0">
                <a:defRPr sz="2500" b="1">
                  <a:solidFill>
                    <a:srgbClr val="FFFFFF"/>
                  </a:solidFill>
                  <a:latin typeface="Lato" charset="0"/>
                  <a:ea typeface="MS PGothic" panose="020b0600070205080204" pitchFamily="34" charset="-128"/>
                  <a:sym typeface="Lato" charset="0"/>
                </a:defRPr>
              </a:lvl1pPr>
              <a:lvl2pPr marL="742950" indent="-285750" defTabSz="647700" eaLnBrk="0">
                <a:defRPr sz="2500" b="1">
                  <a:solidFill>
                    <a:srgbClr val="FFFFFF"/>
                  </a:solidFill>
                  <a:latin typeface="Lato" charset="0"/>
                  <a:ea typeface="MS PGothic" panose="020b0600070205080204" pitchFamily="34" charset="-128"/>
                  <a:sym typeface="Lato" charset="0"/>
                </a:defRPr>
              </a:lvl2pPr>
              <a:lvl3pPr marL="1143000" indent="-228600" defTabSz="647700" eaLnBrk="0">
                <a:defRPr sz="2500" b="1">
                  <a:solidFill>
                    <a:srgbClr val="FFFFFF"/>
                  </a:solidFill>
                  <a:latin typeface="Lato" charset="0"/>
                  <a:ea typeface="MS PGothic" panose="020b0600070205080204" pitchFamily="34" charset="-128"/>
                  <a:sym typeface="Lato" charset="0"/>
                </a:defRPr>
              </a:lvl3pPr>
              <a:lvl4pPr marL="1600200" indent="-228600" defTabSz="647700" eaLnBrk="0">
                <a:defRPr sz="2500" b="1">
                  <a:solidFill>
                    <a:srgbClr val="FFFFFF"/>
                  </a:solidFill>
                  <a:latin typeface="Lato" charset="0"/>
                  <a:ea typeface="MS PGothic" panose="020b0600070205080204" pitchFamily="34" charset="-128"/>
                  <a:sym typeface="Lato" charset="0"/>
                </a:defRPr>
              </a:lvl4pPr>
              <a:lvl5pPr marL="2057400" indent="-228600" defTabSz="647700" eaLnBrk="0">
                <a:defRPr sz="2500" b="1">
                  <a:solidFill>
                    <a:srgbClr val="FFFFFF"/>
                  </a:solidFill>
                  <a:latin typeface="Lato" charset="0"/>
                  <a:ea typeface="MS PGothic" panose="020b0600070205080204" pitchFamily="34" charset="-128"/>
                  <a:sym typeface="Lato" charset="0"/>
                </a:defRPr>
              </a:lvl5pPr>
              <a:lvl6pPr marL="25146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gn="ctr">
                <a:lnSpc>
                  <a:spcPct val="120000"/>
                </a:lnSpc>
              </a:pPr>
              <a:r>
                <a:rPr lang="en-US" altLang="en-US" sz="10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 Add your text here Add your text here</a:t>
              </a:r>
              <a:endParaRPr lang="zh-CN" altLang="en-US" sz="1000" b="0">
                <a:solidFill>
                  <a:schemeClr val="tx1">
                    <a:lumMod val="75000"/>
                    <a:lumOff val="25000"/>
                  </a:schemeClr>
                </a:solidFill>
                <a:latin typeface="字魂创中黑"/>
                <a:ea typeface="字魂创中黑"/>
                <a:cs typeface="字魂创中黑" panose="00000500000000000000" charset="-122"/>
                <a:sym typeface="+mn-ea"/>
              </a:endParaRPr>
            </a:p>
          </p:txBody>
        </p:sp>
        <p:sp>
          <p:nvSpPr>
            <p:cNvPr id="6" name="图形"/>
            <p:cNvSpPr/>
            <p:nvPr/>
          </p:nvSpPr>
          <p:spPr bwMode="auto">
            <a:xfrm>
              <a:off x="6064" y="7219"/>
              <a:ext cx="2492" cy="330"/>
            </a:xfrm>
            <a:custGeom>
              <a:gdLst>
                <a:gd name="T0" fmla="*/ 10800 w 21600"/>
                <a:gd name="T1" fmla="*/ 10800 h 21600"/>
                <a:gd name="T2" fmla="*/ 10800 w 21600"/>
                <a:gd name="T3" fmla="*/ 10800 h 21600"/>
                <a:gd name="T4" fmla="*/ 10800 w 21600"/>
                <a:gd name="T5" fmla="*/ 10800 h 21600"/>
                <a:gd name="T6" fmla="*/ 10800 w 21600"/>
                <a:gd name="T7" fmla="*/ 10800 h 21600"/>
              </a:gd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p:spPr>
          <p:txBody>
            <a:bodyPr lIns="17447" tIns="17447" rIns="17447" bIns="17447" anchor="t">
              <a:normAutofit/>
            </a:bodyP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gn="ctr" eaLnBrk="1">
                <a:lnSpc>
                  <a:spcPct val="100000"/>
                </a:lnSpc>
              </a:pPr>
              <a:r>
                <a:rPr lang="en-US" altLang="en-US" sz="1100">
                  <a:solidFill>
                    <a:schemeClr val="tx1">
                      <a:lumMod val="75000"/>
                      <a:lumOff val="25000"/>
                    </a:schemeClr>
                  </a:solidFill>
                  <a:latin typeface="Source Han Sans SC"/>
                  <a:ea typeface="Source Han Sans SC"/>
                  <a:cs typeface="字魂创中黑" panose="00000500000000000000" charset="-122"/>
                  <a:sym typeface="+mn-ea"/>
                </a:rPr>
                <a:t>Default title text</a:t>
              </a:r>
              <a:endParaRPr lang="zh-CN" altLang="en-US" sz="1600" b="0">
                <a:solidFill>
                  <a:schemeClr val="tx1">
                    <a:lumMod val="75000"/>
                    <a:lumOff val="25000"/>
                  </a:schemeClr>
                </a:solidFill>
                <a:latin typeface="字魂创中黑"/>
                <a:ea typeface="字魂创中黑"/>
                <a:cs typeface="字魂创中黑" panose="00000500000000000000" charset="-122"/>
                <a:sym typeface="+mn-ea"/>
              </a:endParaRPr>
            </a:p>
          </p:txBody>
        </p:sp>
        <p:sp>
          <p:nvSpPr>
            <p:cNvPr id="8" name="图形"/>
            <p:cNvSpPr/>
            <p:nvPr/>
          </p:nvSpPr>
          <p:spPr bwMode="auto">
            <a:xfrm>
              <a:off x="9441" y="7657"/>
              <a:ext cx="3467" cy="854"/>
            </a:xfrm>
            <a:custGeom>
              <a:gdLst>
                <a:gd name="T0" fmla="*/ 10800 w 21600"/>
                <a:gd name="T1" fmla="*/ 10800 h 21600"/>
                <a:gd name="T2" fmla="*/ 10800 w 21600"/>
                <a:gd name="T3" fmla="*/ 10800 h 21600"/>
                <a:gd name="T4" fmla="*/ 10800 w 21600"/>
                <a:gd name="T5" fmla="*/ 10800 h 21600"/>
                <a:gd name="T6" fmla="*/ 10800 w 21600"/>
                <a:gd name="T7" fmla="*/ 10800 h 21600"/>
              </a:gd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p:spPr>
          <p:txBody>
            <a:bodyPr wrap="square" lIns="0" tIns="0" rIns="0" bIns="0">
              <a:normAutofit/>
            </a:bodyPr>
            <a:lstStyle>
              <a:lvl1pPr defTabSz="647700" eaLnBrk="0">
                <a:defRPr sz="2500" b="1">
                  <a:solidFill>
                    <a:srgbClr val="FFFFFF"/>
                  </a:solidFill>
                  <a:latin typeface="Lato" charset="0"/>
                  <a:ea typeface="MS PGothic" panose="020b0600070205080204" pitchFamily="34" charset="-128"/>
                  <a:sym typeface="Lato" charset="0"/>
                </a:defRPr>
              </a:lvl1pPr>
              <a:lvl2pPr marL="742950" indent="-285750" defTabSz="647700" eaLnBrk="0">
                <a:defRPr sz="2500" b="1">
                  <a:solidFill>
                    <a:srgbClr val="FFFFFF"/>
                  </a:solidFill>
                  <a:latin typeface="Lato" charset="0"/>
                  <a:ea typeface="MS PGothic" panose="020b0600070205080204" pitchFamily="34" charset="-128"/>
                  <a:sym typeface="Lato" charset="0"/>
                </a:defRPr>
              </a:lvl2pPr>
              <a:lvl3pPr marL="1143000" indent="-228600" defTabSz="647700" eaLnBrk="0">
                <a:defRPr sz="2500" b="1">
                  <a:solidFill>
                    <a:srgbClr val="FFFFFF"/>
                  </a:solidFill>
                  <a:latin typeface="Lato" charset="0"/>
                  <a:ea typeface="MS PGothic" panose="020b0600070205080204" pitchFamily="34" charset="-128"/>
                  <a:sym typeface="Lato" charset="0"/>
                </a:defRPr>
              </a:lvl3pPr>
              <a:lvl4pPr marL="1600200" indent="-228600" defTabSz="647700" eaLnBrk="0">
                <a:defRPr sz="2500" b="1">
                  <a:solidFill>
                    <a:srgbClr val="FFFFFF"/>
                  </a:solidFill>
                  <a:latin typeface="Lato" charset="0"/>
                  <a:ea typeface="MS PGothic" panose="020b0600070205080204" pitchFamily="34" charset="-128"/>
                  <a:sym typeface="Lato" charset="0"/>
                </a:defRPr>
              </a:lvl4pPr>
              <a:lvl5pPr marL="2057400" indent="-228600" defTabSz="647700" eaLnBrk="0">
                <a:defRPr sz="2500" b="1">
                  <a:solidFill>
                    <a:srgbClr val="FFFFFF"/>
                  </a:solidFill>
                  <a:latin typeface="Lato" charset="0"/>
                  <a:ea typeface="MS PGothic" panose="020b0600070205080204" pitchFamily="34" charset="-128"/>
                  <a:sym typeface="Lato" charset="0"/>
                </a:defRPr>
              </a:lvl5pPr>
              <a:lvl6pPr marL="25146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gn="ctr">
                <a:lnSpc>
                  <a:spcPct val="120000"/>
                </a:lnSpc>
              </a:pPr>
              <a:r>
                <a:rPr lang="en-US" altLang="en-US" sz="10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 Add your text here Add your text here</a:t>
              </a:r>
              <a:endParaRPr lang="zh-CN" altLang="en-US" sz="1000" b="0">
                <a:solidFill>
                  <a:schemeClr val="tx1">
                    <a:lumMod val="75000"/>
                    <a:lumOff val="25000"/>
                  </a:schemeClr>
                </a:solidFill>
                <a:latin typeface="字魂创中黑"/>
                <a:ea typeface="字魂创中黑"/>
                <a:cs typeface="字魂创中黑" panose="00000500000000000000" charset="-122"/>
                <a:sym typeface="+mn-ea"/>
              </a:endParaRPr>
            </a:p>
          </p:txBody>
        </p:sp>
        <p:sp>
          <p:nvSpPr>
            <p:cNvPr id="9" name="图形"/>
            <p:cNvSpPr/>
            <p:nvPr/>
          </p:nvSpPr>
          <p:spPr bwMode="auto">
            <a:xfrm>
              <a:off x="9969" y="7218"/>
              <a:ext cx="2492" cy="330"/>
            </a:xfrm>
            <a:custGeom>
              <a:gdLst>
                <a:gd name="T0" fmla="*/ 10800 w 21600"/>
                <a:gd name="T1" fmla="*/ 10800 h 21600"/>
                <a:gd name="T2" fmla="*/ 10800 w 21600"/>
                <a:gd name="T3" fmla="*/ 10800 h 21600"/>
                <a:gd name="T4" fmla="*/ 10800 w 21600"/>
                <a:gd name="T5" fmla="*/ 10800 h 21600"/>
                <a:gd name="T6" fmla="*/ 10800 w 21600"/>
                <a:gd name="T7" fmla="*/ 10800 h 21600"/>
              </a:gd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p:spPr>
          <p:txBody>
            <a:bodyPr lIns="17447" tIns="17447" rIns="17447" bIns="17447" anchor="t">
              <a:normAutofit/>
            </a:bodyP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gn="ctr" eaLnBrk="1">
                <a:lnSpc>
                  <a:spcPct val="100000"/>
                </a:lnSpc>
              </a:pPr>
              <a:r>
                <a:rPr lang="en-US" altLang="en-US" sz="1100">
                  <a:solidFill>
                    <a:schemeClr val="tx1">
                      <a:lumMod val="75000"/>
                      <a:lumOff val="25000"/>
                    </a:schemeClr>
                  </a:solidFill>
                  <a:latin typeface="Source Han Sans SC"/>
                  <a:ea typeface="Source Han Sans SC"/>
                  <a:cs typeface="字魂创中黑" panose="00000500000000000000" charset="-122"/>
                  <a:sym typeface="+mn-ea"/>
                </a:rPr>
                <a:t>Default title text</a:t>
              </a:r>
              <a:endParaRPr lang="zh-CN" altLang="en-US" sz="1600" b="0">
                <a:solidFill>
                  <a:schemeClr val="tx1">
                    <a:lumMod val="75000"/>
                    <a:lumOff val="25000"/>
                  </a:schemeClr>
                </a:solidFill>
                <a:latin typeface="字魂创中黑"/>
                <a:ea typeface="字魂创中黑"/>
                <a:cs typeface="字魂创中黑" panose="00000500000000000000" charset="-122"/>
                <a:sym typeface="+mn-ea"/>
              </a:endParaRPr>
            </a:p>
          </p:txBody>
        </p:sp>
        <p:sp>
          <p:nvSpPr>
            <p:cNvPr id="11" name="图形"/>
            <p:cNvSpPr/>
            <p:nvPr/>
          </p:nvSpPr>
          <p:spPr bwMode="auto">
            <a:xfrm>
              <a:off x="13346" y="7656"/>
              <a:ext cx="3467" cy="854"/>
            </a:xfrm>
            <a:custGeom>
              <a:gdLst>
                <a:gd name="T0" fmla="*/ 10800 w 21600"/>
                <a:gd name="T1" fmla="*/ 10800 h 21600"/>
                <a:gd name="T2" fmla="*/ 10800 w 21600"/>
                <a:gd name="T3" fmla="*/ 10800 h 21600"/>
                <a:gd name="T4" fmla="*/ 10800 w 21600"/>
                <a:gd name="T5" fmla="*/ 10800 h 21600"/>
                <a:gd name="T6" fmla="*/ 10800 w 21600"/>
                <a:gd name="T7" fmla="*/ 10800 h 21600"/>
              </a:gd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p:spPr>
          <p:txBody>
            <a:bodyPr wrap="square" lIns="0" tIns="0" rIns="0" bIns="0">
              <a:normAutofit/>
            </a:bodyPr>
            <a:lstStyle>
              <a:lvl1pPr defTabSz="647700" eaLnBrk="0">
                <a:defRPr sz="2500" b="1">
                  <a:solidFill>
                    <a:srgbClr val="FFFFFF"/>
                  </a:solidFill>
                  <a:latin typeface="Lato" charset="0"/>
                  <a:ea typeface="MS PGothic" panose="020b0600070205080204" pitchFamily="34" charset="-128"/>
                  <a:sym typeface="Lato" charset="0"/>
                </a:defRPr>
              </a:lvl1pPr>
              <a:lvl2pPr marL="742950" indent="-285750" defTabSz="647700" eaLnBrk="0">
                <a:defRPr sz="2500" b="1">
                  <a:solidFill>
                    <a:srgbClr val="FFFFFF"/>
                  </a:solidFill>
                  <a:latin typeface="Lato" charset="0"/>
                  <a:ea typeface="MS PGothic" panose="020b0600070205080204" pitchFamily="34" charset="-128"/>
                  <a:sym typeface="Lato" charset="0"/>
                </a:defRPr>
              </a:lvl2pPr>
              <a:lvl3pPr marL="1143000" indent="-228600" defTabSz="647700" eaLnBrk="0">
                <a:defRPr sz="2500" b="1">
                  <a:solidFill>
                    <a:srgbClr val="FFFFFF"/>
                  </a:solidFill>
                  <a:latin typeface="Lato" charset="0"/>
                  <a:ea typeface="MS PGothic" panose="020b0600070205080204" pitchFamily="34" charset="-128"/>
                  <a:sym typeface="Lato" charset="0"/>
                </a:defRPr>
              </a:lvl3pPr>
              <a:lvl4pPr marL="1600200" indent="-228600" defTabSz="647700" eaLnBrk="0">
                <a:defRPr sz="2500" b="1">
                  <a:solidFill>
                    <a:srgbClr val="FFFFFF"/>
                  </a:solidFill>
                  <a:latin typeface="Lato" charset="0"/>
                  <a:ea typeface="MS PGothic" panose="020b0600070205080204" pitchFamily="34" charset="-128"/>
                  <a:sym typeface="Lato" charset="0"/>
                </a:defRPr>
              </a:lvl4pPr>
              <a:lvl5pPr marL="2057400" indent="-228600" defTabSz="647700" eaLnBrk="0">
                <a:defRPr sz="2500" b="1">
                  <a:solidFill>
                    <a:srgbClr val="FFFFFF"/>
                  </a:solidFill>
                  <a:latin typeface="Lato" charset="0"/>
                  <a:ea typeface="MS PGothic" panose="020b0600070205080204" pitchFamily="34" charset="-128"/>
                  <a:sym typeface="Lato" charset="0"/>
                </a:defRPr>
              </a:lvl5pPr>
              <a:lvl6pPr marL="25146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gn="ctr">
                <a:lnSpc>
                  <a:spcPct val="120000"/>
                </a:lnSpc>
              </a:pPr>
              <a:r>
                <a:rPr lang="en-US" altLang="en-US" sz="10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 Add your text here Add your text here</a:t>
              </a:r>
              <a:endParaRPr lang="zh-CN" altLang="en-US" sz="1000" b="0">
                <a:solidFill>
                  <a:schemeClr val="tx1">
                    <a:lumMod val="75000"/>
                    <a:lumOff val="25000"/>
                  </a:schemeClr>
                </a:solidFill>
                <a:latin typeface="字魂创中黑"/>
                <a:ea typeface="字魂创中黑"/>
                <a:cs typeface="字魂创中黑" panose="00000500000000000000" charset="-122"/>
                <a:sym typeface="+mn-ea"/>
              </a:endParaRPr>
            </a:p>
          </p:txBody>
        </p:sp>
        <p:sp>
          <p:nvSpPr>
            <p:cNvPr id="12" name="图形"/>
            <p:cNvSpPr/>
            <p:nvPr/>
          </p:nvSpPr>
          <p:spPr bwMode="auto">
            <a:xfrm>
              <a:off x="13874" y="7217"/>
              <a:ext cx="2492" cy="330"/>
            </a:xfrm>
            <a:custGeom>
              <a:gdLst>
                <a:gd name="T0" fmla="*/ 10800 w 21600"/>
                <a:gd name="T1" fmla="*/ 10800 h 21600"/>
                <a:gd name="T2" fmla="*/ 10800 w 21600"/>
                <a:gd name="T3" fmla="*/ 10800 h 21600"/>
                <a:gd name="T4" fmla="*/ 10800 w 21600"/>
                <a:gd name="T5" fmla="*/ 10800 h 21600"/>
                <a:gd name="T6" fmla="*/ 10800 w 21600"/>
                <a:gd name="T7" fmla="*/ 10800 h 21600"/>
              </a:gd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p:spPr>
          <p:txBody>
            <a:bodyPr lIns="17447" tIns="17447" rIns="17447" bIns="17447" anchor="t">
              <a:normAutofit/>
            </a:bodyP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gn="ctr" eaLnBrk="1">
                <a:lnSpc>
                  <a:spcPct val="100000"/>
                </a:lnSpc>
              </a:pPr>
              <a:r>
                <a:rPr lang="en-US" altLang="en-US" sz="1100">
                  <a:solidFill>
                    <a:schemeClr val="tx1">
                      <a:lumMod val="75000"/>
                      <a:lumOff val="25000"/>
                    </a:schemeClr>
                  </a:solidFill>
                  <a:latin typeface="Source Han Sans SC"/>
                  <a:ea typeface="Source Han Sans SC"/>
                  <a:cs typeface="字魂创中黑" panose="00000500000000000000" charset="-122"/>
                  <a:sym typeface="+mn-ea"/>
                </a:rPr>
                <a:t>Default title text</a:t>
              </a:r>
              <a:endParaRPr lang="zh-CN" altLang="en-US" sz="1600" b="0">
                <a:solidFill>
                  <a:schemeClr val="tx1">
                    <a:lumMod val="75000"/>
                    <a:lumOff val="25000"/>
                  </a:schemeClr>
                </a:solidFill>
                <a:latin typeface="字魂创中黑"/>
                <a:ea typeface="字魂创中黑"/>
                <a:cs typeface="字魂创中黑" panose="00000500000000000000" charset="-122"/>
                <a:sym typeface="+mn-ea"/>
              </a:endParaRPr>
            </a:p>
          </p:txBody>
        </p:sp>
      </p:grpSp>
    </p:spTree>
    <p:custDataLst>
      <p:tags r:id="rId6"/>
    </p:custDataLst>
  </p:cSld>
  <p:clrMapOvr>
    <a:masterClrMapping/>
  </p:clrMapOvr>
  <p:transition advTm="2000">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3" presetClass="entr" presetSubtype="1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grpSp>
        <p:nvGrpSpPr>
          <p:cNvPr id="7" name="图形"/>
          <p:cNvGrpSpPr/>
          <p:nvPr/>
        </p:nvGrpSpPr>
        <p:grpSpPr>
          <a:xfrm>
            <a:off x="673735" y="810260"/>
            <a:ext cx="3173730" cy="528955"/>
            <a:chOff x="1061" y="1276"/>
            <a:chExt cx="4998" cy="833"/>
          </a:xfrm>
        </p:grpSpPr>
        <p:sp>
          <p:nvSpPr>
            <p:cNvPr id="3" name="图形"/>
            <p:cNvSpPr/>
            <p:nvPr/>
          </p:nvSpPr>
          <p:spPr>
            <a:xfrm rot="3300000">
              <a:off x="1061" y="1276"/>
              <a:ext cx="793" cy="793"/>
            </a:xfrm>
            <a:prstGeom prst="roundRect">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Normal" panose="020b0400000000000000" charset="-122"/>
                <a:ea typeface="思源黑体 CN Normal" panose="020b0400000000000000" charset="-122"/>
                <a:cs typeface="字魂创中黑" panose="00000500000000000000" charset="-122"/>
              </a:endParaRPr>
            </a:p>
          </p:txBody>
        </p:sp>
        <p:sp>
          <p:nvSpPr>
            <p:cNvPr id="5" name="图形"/>
            <p:cNvSpPr/>
            <p:nvPr/>
          </p:nvSpPr>
          <p:spPr>
            <a:xfrm rot="3300000">
              <a:off x="1341" y="1316"/>
              <a:ext cx="793" cy="793"/>
            </a:xfrm>
            <a:prstGeom prst="roundRect">
              <a:avLst/>
            </a:prstGeom>
            <a:solidFill>
              <a:schemeClr val="accent1"/>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Normal" panose="020b0400000000000000" charset="-122"/>
                <a:ea typeface="思源黑体 CN Normal" panose="020b0400000000000000" charset="-122"/>
                <a:cs typeface="字魂创中黑" panose="00000500000000000000" charset="-122"/>
              </a:endParaRPr>
            </a:p>
          </p:txBody>
        </p:sp>
        <p:sp>
          <p:nvSpPr>
            <p:cNvPr id="23" name="图形"/>
            <p:cNvSpPr txBox="1"/>
            <p:nvPr/>
          </p:nvSpPr>
          <p:spPr>
            <a:xfrm>
              <a:off x="2183" y="1301"/>
              <a:ext cx="3876" cy="504"/>
            </a:xfrm>
            <a:prstGeom prst="rect">
              <a:avLst/>
            </a:prstGeom>
            <a:noFill/>
          </p:spPr>
          <p:txBody>
            <a:bodyPr wrap="square" rtlCol="0">
              <a:normAutofit/>
            </a:bodyPr>
            <a:lstStyle/>
            <a:p>
              <a:pPr algn="l"/>
              <a:r>
                <a:rPr lang="en-US" altLang="en-US" sz="1500">
                  <a:solidFill>
                    <a:schemeClr val="tx1"/>
                  </a:solidFill>
                  <a:latin typeface="Source Han Sans SC"/>
                  <a:ea typeface="Source Han Sans SC"/>
                  <a:cs typeface="字魂创中黑" panose="00000500000000000000" charset="-122"/>
                  <a:sym typeface="+mn-ea"/>
                </a:rPr>
                <a:t>Summary of experience</a:t>
              </a:r>
              <a:endParaRPr lang="zh-CN" altLang="en-US" sz="2800">
                <a:solidFill>
                  <a:schemeClr val="tx1"/>
                </a:solidFill>
                <a:latin typeface="字魂创粗黑" panose="00000500000000000000" charset="-122"/>
                <a:ea typeface="字魂创粗黑" panose="00000500000000000000" charset="-122"/>
                <a:cs typeface="字魂创中黑" panose="00000500000000000000" charset="-122"/>
                <a:sym typeface="+mn-ea"/>
              </a:endParaRPr>
            </a:p>
          </p:txBody>
        </p:sp>
        <p:sp>
          <p:nvSpPr>
            <p:cNvPr id="4" name="图形"/>
            <p:cNvSpPr txBox="1"/>
            <p:nvPr/>
          </p:nvSpPr>
          <p:spPr>
            <a:xfrm>
              <a:off x="1251" y="1293"/>
              <a:ext cx="932" cy="725"/>
            </a:xfrm>
            <a:prstGeom prst="rect">
              <a:avLst/>
            </a:prstGeom>
            <a:noFill/>
          </p:spPr>
          <p:txBody>
            <a:bodyPr wrap="square" rtlCol="0">
              <a:normAutofit/>
            </a:bodyPr>
            <a:lstStyle/>
            <a:p>
              <a:pPr algn="ctr"/>
              <a:r>
                <a:rPr lang="en-US" altLang="zh-CN" sz="2400">
                  <a:solidFill>
                    <a:schemeClr val="bg1"/>
                  </a:solidFill>
                  <a:latin typeface="Source Han Sans SC"/>
                  <a:ea typeface="Source Han Sans SC"/>
                  <a:cs typeface="字魂创中黑" panose="00000500000000000000" charset="-122"/>
                </a:rPr>
                <a:t>04</a:t>
              </a:r>
              <a:endParaRPr lang="en-US" altLang="zh-CN" sz="2400">
                <a:solidFill>
                  <a:schemeClr val="bg1"/>
                </a:solidFill>
                <a:latin typeface="字魂创粗黑" panose="00000500000000000000" charset="-122"/>
                <a:ea typeface="字魂创粗黑" panose="00000500000000000000" charset="-122"/>
                <a:cs typeface="字魂创中黑" panose="00000500000000000000" charset="-122"/>
              </a:endParaRPr>
            </a:p>
          </p:txBody>
        </p:sp>
      </p:grpSp>
      <p:grpSp>
        <p:nvGrpSpPr>
          <p:cNvPr id="6" name="组合 5"/>
          <p:cNvGrpSpPr/>
          <p:nvPr/>
        </p:nvGrpSpPr>
        <p:grpSpPr>
          <a:xfrm>
            <a:off x="839470" y="1920240"/>
            <a:ext cx="10193655" cy="3554095"/>
            <a:chOff x="1322" y="3024"/>
            <a:chExt cx="16053" cy="5597"/>
          </a:xfrm>
        </p:grpSpPr>
        <p:pic>
          <p:nvPicPr>
            <p:cNvPr id="2" name="图形" descr="D:\AAAAA千图网\渐变扁平\预览图_千图网_编号36473034.png预览图_千图网_编号36473034"/>
            <p:cNvPicPr>
              <a:picLocks noChangeAspect="1"/>
            </p:cNvPicPr>
            <p:nvPr/>
          </p:nvPicPr>
          <p:blipFill>
            <a:blip r:embed="rId2"/>
            <a:stretch>
              <a:fillRect/>
            </a:stretch>
          </p:blipFill>
          <p:spPr>
            <a:xfrm>
              <a:off x="1322" y="3024"/>
              <a:ext cx="5597" cy="5597"/>
            </a:xfrm>
            <a:prstGeom prst="rect">
              <a:avLst/>
            </a:prstGeom>
          </p:spPr>
        </p:pic>
        <p:sp>
          <p:nvSpPr>
            <p:cNvPr id="85" name="图形"/>
            <p:cNvSpPr/>
            <p:nvPr/>
          </p:nvSpPr>
          <p:spPr>
            <a:xfrm>
              <a:off x="6698" y="3479"/>
              <a:ext cx="874" cy="87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1400" b="1">
                  <a:solidFill>
                    <a:schemeClr val="bg1"/>
                  </a:solidFill>
                  <a:cs typeface="字魂创中黑" panose="00000500000000000000" charset="-122"/>
                </a:rPr>
                <a:t>01</a:t>
              </a:r>
              <a:endParaRPr lang="en-US" altLang="zh-CN" sz="1400" b="1">
                <a:solidFill>
                  <a:schemeClr val="bg1"/>
                </a:solidFill>
                <a:cs typeface="字魂创中黑" panose="00000500000000000000" charset="-122"/>
              </a:endParaRPr>
            </a:p>
          </p:txBody>
        </p:sp>
        <p:sp>
          <p:nvSpPr>
            <p:cNvPr id="88" name="图形"/>
            <p:cNvSpPr/>
            <p:nvPr/>
          </p:nvSpPr>
          <p:spPr>
            <a:xfrm>
              <a:off x="7242" y="5457"/>
              <a:ext cx="874" cy="8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1400" b="1">
                  <a:solidFill>
                    <a:schemeClr val="bg1"/>
                  </a:solidFill>
                  <a:cs typeface="字魂创中黑" panose="00000500000000000000" charset="-122"/>
                </a:rPr>
                <a:t>02</a:t>
              </a:r>
              <a:endParaRPr lang="en-US" altLang="zh-CN" sz="1400" b="1">
                <a:solidFill>
                  <a:schemeClr val="bg1"/>
                </a:solidFill>
                <a:cs typeface="字魂创中黑" panose="00000500000000000000" charset="-122"/>
              </a:endParaRPr>
            </a:p>
          </p:txBody>
        </p:sp>
        <p:sp>
          <p:nvSpPr>
            <p:cNvPr id="91" name="图形"/>
            <p:cNvSpPr/>
            <p:nvPr/>
          </p:nvSpPr>
          <p:spPr>
            <a:xfrm>
              <a:off x="6698" y="7398"/>
              <a:ext cx="874" cy="87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1400" b="1">
                  <a:solidFill>
                    <a:schemeClr val="bg1"/>
                  </a:solidFill>
                  <a:cs typeface="字魂创中黑" panose="00000500000000000000" charset="-122"/>
                </a:rPr>
                <a:t>03</a:t>
              </a:r>
              <a:endParaRPr lang="en-US" altLang="zh-CN" sz="1400" b="1">
                <a:solidFill>
                  <a:schemeClr val="bg1"/>
                </a:solidFill>
                <a:cs typeface="字魂创中黑" panose="00000500000000000000" charset="-122"/>
              </a:endParaRPr>
            </a:p>
          </p:txBody>
        </p:sp>
        <p:sp>
          <p:nvSpPr>
            <p:cNvPr id="90" name="图形"/>
            <p:cNvSpPr txBox="1">
              <a:spLocks noChangeArrowheads="1"/>
            </p:cNvSpPr>
            <p:nvPr>
              <p:custDataLst>
                <p:tags r:id="rId3"/>
              </p:custDataLst>
            </p:nvPr>
          </p:nvSpPr>
          <p:spPr bwMode="auto">
            <a:xfrm>
              <a:off x="8415" y="3264"/>
              <a:ext cx="4075" cy="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norm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r>
                <a:rPr lang="en-US" altLang="en-US" sz="1400" b="1">
                  <a:solidFill>
                    <a:schemeClr val="tx1"/>
                  </a:solidFill>
                  <a:latin typeface="Source Han Sans SC"/>
                  <a:ea typeface="Source Han Sans SC"/>
                  <a:cs typeface="字魂创中黑" panose="00000500000000000000" charset="-122"/>
                  <a:sym typeface="+mn-ea"/>
                </a:rPr>
                <a:t>Default title text</a:t>
              </a:r>
              <a:endParaRPr lang="zh-CN" altLang="en-US" sz="2000" b="1" noProof="0">
                <a:ln>
                  <a:noFill/>
                </a:ln>
                <a:solidFill>
                  <a:schemeClr val="tx1"/>
                </a:solidFill>
                <a:effectLst/>
                <a:uLnTx/>
                <a:uFillTx/>
                <a:latin typeface="字魂创中黑"/>
                <a:ea typeface="字魂创中黑"/>
                <a:cs typeface="字魂创中黑" panose="00000500000000000000" charset="-122"/>
                <a:sym typeface="+mn-ea"/>
              </a:endParaRPr>
            </a:p>
          </p:txBody>
        </p:sp>
        <p:sp>
          <p:nvSpPr>
            <p:cNvPr id="93" name="图形"/>
            <p:cNvSpPr txBox="1"/>
            <p:nvPr/>
          </p:nvSpPr>
          <p:spPr>
            <a:xfrm>
              <a:off x="8415" y="3987"/>
              <a:ext cx="8590" cy="422"/>
            </a:xfrm>
            <a:prstGeom prst="rect">
              <a:avLst/>
            </a:prstGeom>
            <a:noFill/>
          </p:spPr>
          <p:txBody>
            <a:bodyPr wrap="square" rtlCol="0">
              <a:normAutofit lnSpcReduction="20000"/>
            </a:bodyPr>
            <a:lstStyle/>
            <a:p>
              <a:pPr algn="l">
                <a:lnSpc>
                  <a:spcPct val="120000"/>
                </a:lnSpc>
              </a:pPr>
              <a:r>
                <a:rPr lang="en-US" altLang="en-US" sz="10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 add your text here add your text here add your</a:t>
              </a:r>
              <a:endParaRPr lang="zh-CN" altLang="en-US" sz="1000" noProof="0">
                <a:ln>
                  <a:noFill/>
                </a:ln>
                <a:solidFill>
                  <a:schemeClr val="tx1">
                    <a:lumMod val="75000"/>
                    <a:lumOff val="25000"/>
                  </a:schemeClr>
                </a:solidFill>
                <a:effectLst/>
                <a:uLnTx/>
                <a:uFillTx/>
                <a:latin typeface="字魂创中黑"/>
                <a:ea typeface="字魂创中黑"/>
                <a:cs typeface="字魂创中黑" panose="00000500000000000000" charset="-122"/>
                <a:sym typeface="+mn-ea"/>
              </a:endParaRPr>
            </a:p>
          </p:txBody>
        </p:sp>
        <p:sp>
          <p:nvSpPr>
            <p:cNvPr id="100" name="图形"/>
            <p:cNvSpPr txBox="1">
              <a:spLocks noChangeArrowheads="1"/>
            </p:cNvSpPr>
            <p:nvPr>
              <p:custDataLst>
                <p:tags r:id="rId4"/>
              </p:custDataLst>
            </p:nvPr>
          </p:nvSpPr>
          <p:spPr bwMode="auto">
            <a:xfrm>
              <a:off x="8785" y="5112"/>
              <a:ext cx="4075" cy="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norm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r>
                <a:rPr lang="en-US" altLang="en-US" sz="1400" b="1">
                  <a:latin typeface="Source Han Sans SC"/>
                  <a:ea typeface="Source Han Sans SC"/>
                  <a:cs typeface="字魂创中黑" panose="00000500000000000000" charset="-122"/>
                  <a:sym typeface="+mn-ea"/>
                </a:rPr>
                <a:t>Default title text</a:t>
              </a:r>
              <a:endParaRPr lang="zh-CN" altLang="en-US" sz="2000" noProof="0">
                <a:ln>
                  <a:noFill/>
                </a:ln>
                <a:solidFill>
                  <a:schemeClr val="accent1"/>
                </a:solidFill>
                <a:effectLst/>
                <a:uLnTx/>
                <a:uFillTx/>
                <a:latin typeface="字魂创中黑"/>
                <a:ea typeface="字魂创中黑"/>
                <a:cs typeface="字魂创中黑" panose="00000500000000000000" charset="-122"/>
                <a:sym typeface="+mn-ea"/>
              </a:endParaRPr>
            </a:p>
          </p:txBody>
        </p:sp>
        <p:sp>
          <p:nvSpPr>
            <p:cNvPr id="101" name="图形"/>
            <p:cNvSpPr txBox="1"/>
            <p:nvPr/>
          </p:nvSpPr>
          <p:spPr>
            <a:xfrm>
              <a:off x="8785" y="5835"/>
              <a:ext cx="8590" cy="422"/>
            </a:xfrm>
            <a:prstGeom prst="rect">
              <a:avLst/>
            </a:prstGeom>
            <a:noFill/>
          </p:spPr>
          <p:txBody>
            <a:bodyPr wrap="square" rtlCol="0">
              <a:normAutofit lnSpcReduction="20000"/>
            </a:bodyPr>
            <a:lstStyle/>
            <a:p>
              <a:pPr algn="l">
                <a:lnSpc>
                  <a:spcPct val="120000"/>
                </a:lnSpc>
              </a:pPr>
              <a:r>
                <a:rPr lang="en-US" altLang="en-US" sz="10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 add your text here add your text here add your</a:t>
              </a:r>
              <a:endParaRPr lang="zh-CN" altLang="en-US" sz="1000" noProof="0">
                <a:ln>
                  <a:noFill/>
                </a:ln>
                <a:solidFill>
                  <a:schemeClr val="tx1">
                    <a:lumMod val="75000"/>
                    <a:lumOff val="25000"/>
                  </a:schemeClr>
                </a:solidFill>
                <a:effectLst/>
                <a:uLnTx/>
                <a:uFillTx/>
                <a:latin typeface="字魂创中黑"/>
                <a:ea typeface="字魂创中黑"/>
                <a:cs typeface="字魂创中黑" panose="00000500000000000000" charset="-122"/>
                <a:sym typeface="+mn-ea"/>
              </a:endParaRPr>
            </a:p>
          </p:txBody>
        </p:sp>
        <p:sp>
          <p:nvSpPr>
            <p:cNvPr id="108" name="图形"/>
            <p:cNvSpPr txBox="1">
              <a:spLocks noChangeArrowheads="1"/>
            </p:cNvSpPr>
            <p:nvPr>
              <p:custDataLst>
                <p:tags r:id="rId5"/>
              </p:custDataLst>
            </p:nvPr>
          </p:nvSpPr>
          <p:spPr bwMode="auto">
            <a:xfrm>
              <a:off x="8507" y="7027"/>
              <a:ext cx="4075" cy="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norm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r>
                <a:rPr lang="en-US" altLang="en-US" sz="1400" b="1">
                  <a:latin typeface="Source Han Sans SC"/>
                  <a:ea typeface="Source Han Sans SC"/>
                  <a:cs typeface="字魂创中黑" panose="00000500000000000000" charset="-122"/>
                  <a:sym typeface="+mn-ea"/>
                </a:rPr>
                <a:t>Default title text</a:t>
              </a:r>
              <a:endParaRPr lang="zh-CN" altLang="en-US" sz="2000" noProof="0">
                <a:ln>
                  <a:noFill/>
                </a:ln>
                <a:solidFill>
                  <a:schemeClr val="accent2"/>
                </a:solidFill>
                <a:effectLst/>
                <a:uLnTx/>
                <a:uFillTx/>
                <a:latin typeface="字魂创中黑"/>
                <a:ea typeface="字魂创中黑"/>
                <a:cs typeface="字魂创中黑" panose="00000500000000000000" charset="-122"/>
                <a:sym typeface="+mn-ea"/>
              </a:endParaRPr>
            </a:p>
          </p:txBody>
        </p:sp>
        <p:sp>
          <p:nvSpPr>
            <p:cNvPr id="109" name="图形"/>
            <p:cNvSpPr txBox="1"/>
            <p:nvPr/>
          </p:nvSpPr>
          <p:spPr>
            <a:xfrm>
              <a:off x="8507" y="7750"/>
              <a:ext cx="8590" cy="422"/>
            </a:xfrm>
            <a:prstGeom prst="rect">
              <a:avLst/>
            </a:prstGeom>
            <a:noFill/>
          </p:spPr>
          <p:txBody>
            <a:bodyPr wrap="square" rtlCol="0">
              <a:normAutofit lnSpcReduction="20000"/>
            </a:bodyPr>
            <a:lstStyle/>
            <a:p>
              <a:pPr algn="l">
                <a:lnSpc>
                  <a:spcPct val="120000"/>
                </a:lnSpc>
              </a:pPr>
              <a:r>
                <a:rPr lang="en-US" altLang="en-US" sz="1000">
                  <a:solidFill>
                    <a:schemeClr val="tx1">
                      <a:lumMod val="75000"/>
                      <a:lumOff val="25000"/>
                    </a:schemeClr>
                  </a:solidFill>
                  <a:latin typeface="Source Han Sans SC"/>
                  <a:ea typeface="Source Han Sans SC"/>
                  <a:cs typeface="字魂创中黑" panose="00000500000000000000" charset="-122"/>
                  <a:sym typeface="+mn-ea"/>
                </a:rPr>
                <a:t>Add your text here add your text here add your text here add your text here add your</a:t>
              </a:r>
              <a:endParaRPr lang="zh-CN" altLang="en-US" sz="1000" noProof="0">
                <a:ln>
                  <a:noFill/>
                </a:ln>
                <a:solidFill>
                  <a:schemeClr val="tx1">
                    <a:lumMod val="75000"/>
                    <a:lumOff val="25000"/>
                  </a:schemeClr>
                </a:solidFill>
                <a:effectLst/>
                <a:uLnTx/>
                <a:uFillTx/>
                <a:latin typeface="字魂创中黑"/>
                <a:ea typeface="字魂创中黑"/>
                <a:cs typeface="字魂创中黑" panose="00000500000000000000" charset="-122"/>
                <a:sym typeface="+mn-ea"/>
              </a:endParaRPr>
            </a:p>
          </p:txBody>
        </p:sp>
      </p:grpSp>
    </p:spTree>
    <p:custDataLst>
      <p:tags r:id="rId6"/>
    </p:custDataLst>
  </p:cSld>
  <p:clrMapOvr>
    <a:masterClrMapping/>
  </p:clrMapOvr>
  <p:transition advTm="2000">
    <p:pull/>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1" presetClass="entr" presetSubtype="2" fill="hold" nodeType="afterEffect">
                                  <p:stCondLst>
                                    <p:cond delay="0"/>
                                  </p:stCondLst>
                                  <p:childTnLst>
                                    <p:set>
                                      <p:cBhvr>
                                        <p:cTn id="6" dur="500" fill="hold">
                                          <p:stCondLst>
                                            <p:cond delay="0"/>
                                          </p:stCondLst>
                                        </p:cTn>
                                        <p:tgtEl>
                                          <p:spTgt spid="6"/>
                                        </p:tgtEl>
                                        <p:attrNameLst>
                                          <p:attrName>style.visibility</p:attrName>
                                        </p:attrNameLst>
                                      </p:cBhvr>
                                      <p:to>
                                        <p:strVal val="visible"/>
                                      </p:to>
                                    </p:set>
                                    <p:animEffect transition="in" filter="wheel(2)">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grpSp>
        <p:nvGrpSpPr>
          <p:cNvPr id="30" name="图形"/>
          <p:cNvGrpSpPr/>
          <p:nvPr/>
        </p:nvGrpSpPr>
        <p:grpSpPr>
          <a:xfrm>
            <a:off x="73025" y="147955"/>
            <a:ext cx="12082780" cy="6398260"/>
            <a:chOff x="115" y="233"/>
            <a:chExt cx="19028" cy="10076"/>
          </a:xfrm>
        </p:grpSpPr>
        <p:sp>
          <p:nvSpPr>
            <p:cNvPr id="14" name="图形"/>
            <p:cNvSpPr/>
            <p:nvPr/>
          </p:nvSpPr>
          <p:spPr>
            <a:xfrm rot="156143">
              <a:off x="1053" y="663"/>
              <a:ext cx="18090" cy="9646"/>
            </a:xfrm>
            <a:prstGeom prst="roundRect">
              <a:avLst>
                <a:gd name="adj" fmla="val 5724"/>
              </a:avLst>
            </a:prstGeom>
            <a:solidFill>
              <a:srgbClr val="3281F6"/>
            </a:solidFill>
            <a:ln>
              <a:noFill/>
            </a:ln>
            <a:effectLst>
              <a:outerShdw blurRad="279400" dist="38100" dir="5400000" algn="t"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sp>
          <p:nvSpPr>
            <p:cNvPr id="27" name="图形"/>
            <p:cNvSpPr/>
            <p:nvPr/>
          </p:nvSpPr>
          <p:spPr>
            <a:xfrm rot="156144">
              <a:off x="115" y="233"/>
              <a:ext cx="18090" cy="9646"/>
            </a:xfrm>
            <a:prstGeom prst="roundRect">
              <a:avLst>
                <a:gd name="adj" fmla="val 5724"/>
              </a:avLst>
            </a:prstGeom>
            <a:solidFill>
              <a:srgbClr val="3281F6"/>
            </a:solidFill>
            <a:ln>
              <a:noFill/>
            </a:ln>
            <a:effectLst>
              <a:outerShdw blurRad="279400" dist="38100" dir="5400000" algn="t"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sp>
          <p:nvSpPr>
            <p:cNvPr id="26" name="图形"/>
            <p:cNvSpPr/>
            <p:nvPr/>
          </p:nvSpPr>
          <p:spPr>
            <a:xfrm>
              <a:off x="507" y="529"/>
              <a:ext cx="18090" cy="9646"/>
            </a:xfrm>
            <a:prstGeom prst="roundRect">
              <a:avLst>
                <a:gd name="adj" fmla="val 5724"/>
              </a:avLst>
            </a:prstGeom>
            <a:solidFill>
              <a:schemeClr val="bg1"/>
            </a:solidFill>
            <a:ln>
              <a:noFill/>
            </a:ln>
            <a:effectLst>
              <a:outerShdw blurRad="203200" dist="38100" dir="5400000" algn="t" rotWithShape="0">
                <a:schemeClr val="accent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sp>
          <p:nvSpPr>
            <p:cNvPr id="31" name="图形"/>
            <p:cNvSpPr/>
            <p:nvPr/>
          </p:nvSpPr>
          <p:spPr>
            <a:xfrm>
              <a:off x="1784" y="2996"/>
              <a:ext cx="556" cy="556"/>
            </a:xfrm>
            <a:prstGeom prst="ellipse">
              <a:avLst/>
            </a:prstGeom>
            <a:solidFill>
              <a:srgbClr val="BCD7FC"/>
            </a:solidFill>
            <a:ln>
              <a:noFill/>
            </a:ln>
            <a:effectLst>
              <a:outerShdw blurRad="50800" dist="38100" dir="7800000" sx="116000" sy="116000" algn="t" rotWithShape="0">
                <a:srgbClr val="2BB76E">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sp>
          <p:nvSpPr>
            <p:cNvPr id="191" name="图形"/>
            <p:cNvSpPr txBox="1"/>
            <p:nvPr/>
          </p:nvSpPr>
          <p:spPr>
            <a:xfrm>
              <a:off x="1700" y="2806"/>
              <a:ext cx="7630" cy="1743"/>
            </a:xfrm>
            <a:prstGeom prst="rect">
              <a:avLst/>
            </a:prstGeom>
            <a:noFill/>
          </p:spPr>
          <p:txBody>
            <a:bodyPr wrap="square" rtlCol="0">
              <a:normAutofit/>
            </a:bodyPr>
            <a:lstStyle/>
            <a:p>
              <a:pPr algn="l"/>
              <a:r>
                <a:rPr lang="en-US" altLang="zh-CN" sz="6600" b="1" spc="-150">
                  <a:solidFill>
                    <a:srgbClr val="3281F6"/>
                  </a:solidFill>
                  <a:latin typeface="思源黑体 Medium"/>
                  <a:ea typeface="思源黑体 CN Medium" panose="020b0600000000000000" charset="-122"/>
                  <a:cs typeface="+mn-ea"/>
                  <a:sym typeface="+mn-lt"/>
                </a:rPr>
                <a:t>THANK YOU</a:t>
              </a:r>
              <a:endParaRPr lang="en-US" altLang="zh-CN" sz="6600" b="1" spc="-150">
                <a:solidFill>
                  <a:srgbClr val="3281F6"/>
                </a:solidFill>
                <a:latin typeface="思源黑体 CN Medium" panose="020b0600000000000000" charset="-122"/>
                <a:ea typeface="思源黑体 CN Medium" panose="020b0600000000000000" charset="-122"/>
                <a:cs typeface="+mn-ea"/>
                <a:sym typeface="+mn-lt"/>
              </a:endParaRPr>
            </a:p>
          </p:txBody>
        </p:sp>
        <p:sp>
          <p:nvSpPr>
            <p:cNvPr id="192" name="图形"/>
            <p:cNvSpPr txBox="1"/>
            <p:nvPr/>
          </p:nvSpPr>
          <p:spPr>
            <a:xfrm>
              <a:off x="1784" y="4337"/>
              <a:ext cx="8506" cy="1200"/>
            </a:xfrm>
            <a:prstGeom prst="rect">
              <a:avLst/>
            </a:prstGeom>
            <a:noFill/>
          </p:spPr>
          <p:txBody>
            <a:bodyPr wrap="square" rtlCol="0">
              <a:normAutofit lnSpcReduction="20000"/>
            </a:bodyPr>
            <a:lstStyle/>
            <a:p>
              <a:pPr algn="l"/>
              <a:r>
                <a:rPr lang="en-US" altLang="en-US" sz="4400" b="1">
                  <a:solidFill>
                    <a:schemeClr val="tx1">
                      <a:lumMod val="85000"/>
                      <a:lumOff val="15000"/>
                    </a:schemeClr>
                  </a:solidFill>
                  <a:latin typeface="思源黑体 Medium"/>
                  <a:ea typeface="思源黑体 CN Medium" panose="020b0600000000000000" charset="-122"/>
                  <a:cs typeface="+mn-ea"/>
                  <a:sym typeface="+mn-lt"/>
                </a:rPr>
                <a:t>Thank you for</a:t>
              </a:r>
              <a:endParaRPr lang="zh-CN" altLang="en-US" sz="4400" b="1">
                <a:solidFill>
                  <a:schemeClr val="tx1">
                    <a:lumMod val="85000"/>
                    <a:lumOff val="15000"/>
                  </a:schemeClr>
                </a:solidFill>
                <a:latin typeface="思源黑体 CN Medium" panose="020b0600000000000000" charset="-122"/>
                <a:ea typeface="思源黑体 CN Medium" panose="020b0600000000000000" charset="-122"/>
                <a:cs typeface="+mn-ea"/>
                <a:sym typeface="+mn-lt"/>
              </a:endParaRPr>
            </a:p>
          </p:txBody>
        </p:sp>
        <p:sp>
          <p:nvSpPr>
            <p:cNvPr id="7" name="图形"/>
            <p:cNvSpPr txBox="1"/>
            <p:nvPr/>
          </p:nvSpPr>
          <p:spPr>
            <a:xfrm>
              <a:off x="1844" y="5450"/>
              <a:ext cx="8446" cy="1234"/>
            </a:xfrm>
            <a:prstGeom prst="rect">
              <a:avLst/>
            </a:prstGeom>
            <a:noFill/>
          </p:spPr>
          <p:txBody>
            <a:bodyPr wrap="square" rtlCol="0">
              <a:normAutofit/>
            </a:bodyPr>
            <a:lstStyle/>
            <a:p>
              <a:pPr algn="l">
                <a:lnSpc>
                  <a:spcPct val="150000"/>
                </a:lnSpc>
              </a:pPr>
              <a:r>
                <a:rPr lang="en-US" altLang="en-US"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Add your text content here</a:t>
              </a:r>
              <a:r>
                <a:rPr lang="en-US" altLang="zh-CN"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t>
              </a:r>
              <a:r>
                <a:rPr lang="en-US" altLang="en-US"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Add your text content here</a:t>
              </a:r>
              <a:r>
                <a:rPr lang="en-US" altLang="zh-CN"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t>
              </a:r>
              <a:r>
                <a:rPr lang="en-US" altLang="en-US"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Add your text content here</a:t>
              </a:r>
              <a:r>
                <a:rPr lang="en-US" altLang="zh-CN"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t>
              </a:r>
              <a:r>
                <a:rPr lang="en-US" altLang="en-US"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Add your text content here</a:t>
              </a:r>
              <a:r>
                <a:rPr lang="en-US" altLang="zh-CN"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t>
              </a:r>
              <a:r>
                <a:rPr lang="en-US" altLang="en-US"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Add your text content here</a:t>
              </a:r>
              <a:r>
                <a:rPr lang="en-US" altLang="zh-CN"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t>
              </a:r>
              <a:r>
                <a:rPr lang="en-US" altLang="en-US"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Add your text content here</a:t>
              </a:r>
              <a:r>
                <a:rPr lang="en-US" altLang="zh-CN"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t>
              </a:r>
              <a:r>
                <a:rPr lang="en-US" altLang="en-US"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Add your content here</a:t>
              </a:r>
              <a:r>
                <a:rPr lang="en-US" altLang="zh-CN"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t>
              </a:r>
              <a:r>
                <a:rPr lang="en-US" altLang="en-US"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Add your text content here</a:t>
              </a:r>
              <a:r>
                <a:rPr lang="en-US" altLang="zh-CN"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t>
              </a:r>
              <a:r>
                <a:rPr lang="en-US" altLang="en-US"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Add your text content here</a:t>
              </a:r>
              <a:r>
                <a:rPr lang="en-US" altLang="zh-CN" sz="1000">
                  <a:solidFill>
                    <a:schemeClr val="tx1">
                      <a:lumMod val="75000"/>
                      <a:lumOff val="25000"/>
                    </a:schemeClr>
                  </a:solidFill>
                  <a:latin typeface="思源黑体 Normal"/>
                  <a:ea typeface="思源黑体 CN Normal" panose="020b0400000000000000" charset="-122"/>
                  <a:cs typeface="字魂创中黑" panose="00000500000000000000" charset="-122"/>
                  <a:sym typeface="+mn-ea"/>
                </a:rPr>
                <a:t>.</a:t>
              </a:r>
              <a:endParaRPr lang="en-US" altLang="zh-CN" sz="1000">
                <a:solidFill>
                  <a:schemeClr val="tx1"/>
                </a:solidFill>
                <a:latin typeface="思源黑体 CN Normal" panose="020b0400000000000000" charset="-122"/>
                <a:ea typeface="思源黑体 CN Normal" panose="020b0400000000000000" charset="-122"/>
                <a:cs typeface="字魂创中黑" panose="00000500000000000000" charset="-122"/>
              </a:endParaRPr>
            </a:p>
          </p:txBody>
        </p:sp>
        <p:sp>
          <p:nvSpPr>
            <p:cNvPr id="24" name="图形"/>
            <p:cNvSpPr/>
            <p:nvPr>
              <p:custDataLst>
                <p:tags r:id="rId2"/>
              </p:custDataLst>
            </p:nvPr>
          </p:nvSpPr>
          <p:spPr>
            <a:xfrm>
              <a:off x="1953" y="7210"/>
              <a:ext cx="2528" cy="650"/>
            </a:xfrm>
            <a:prstGeom prst="roundRect">
              <a:avLst>
                <a:gd name="adj" fmla="val 50000"/>
              </a:avLst>
            </a:prstGeom>
            <a:solidFill>
              <a:srgbClr val="3281F6"/>
            </a:solidFill>
            <a:ln w="25400">
              <a:solidFill>
                <a:schemeClr val="bg1"/>
              </a:solidFill>
            </a:ln>
            <a:effectLst>
              <a:outerShdw blurRad="247650" dist="53492" dir="5400000" algn="ctr" rotWithShape="0">
                <a:srgbClr val="007E3F">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6286" tIns="48143" rIns="96286" bIns="48143"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95" b="0" i="0" u="none" strike="noStrike" kern="1200" cap="none" spc="0" normalizeH="0" baseline="0" noProof="0">
                <a:ln>
                  <a:noFill/>
                </a:ln>
                <a:solidFill>
                  <a:prstClr val="white"/>
                </a:solidFill>
                <a:effectLst/>
                <a:uLnTx/>
                <a:uFillTx/>
                <a:ea typeface="字魂创中黑"/>
                <a:cs typeface="字魂创中黑" panose="00000500000000000000" charset="-122"/>
              </a:endParaRPr>
            </a:p>
          </p:txBody>
        </p:sp>
        <p:sp>
          <p:nvSpPr>
            <p:cNvPr id="6" name="图形"/>
            <p:cNvSpPr txBox="1"/>
            <p:nvPr/>
          </p:nvSpPr>
          <p:spPr>
            <a:xfrm>
              <a:off x="2071" y="7285"/>
              <a:ext cx="2187" cy="339"/>
            </a:xfrm>
            <a:prstGeom prst="rect">
              <a:avLst/>
            </a:prstGeom>
            <a:noFill/>
          </p:spPr>
          <p:txBody>
            <a:bodyPr wrap="none" rtlCol="0">
              <a:normAutofit/>
            </a:bodyPr>
            <a:lstStyle/>
            <a:p>
              <a:r>
                <a:rPr lang="en-US" altLang="en-US" sz="800">
                  <a:solidFill>
                    <a:schemeClr val="bg1"/>
                  </a:solidFill>
                  <a:latin typeface="思源黑体 Medium"/>
                  <a:ea typeface="思源黑体 CN Medium" panose="020b0600000000000000" charset="-122"/>
                  <a:cs typeface="思源黑体 CN Medium" panose="020b0600000000000000" charset="-122"/>
                </a:rPr>
                <a:t>Presented by: slidesdocs</a:t>
              </a:r>
              <a:endParaRPr lang="zh-CN" altLang="en-US" sz="1400">
                <a:solidFill>
                  <a:schemeClr val="bg1"/>
                </a:solidFill>
                <a:latin typeface="思源黑体 CN Medium" panose="020b0600000000000000" charset="-122"/>
                <a:ea typeface="思源黑体 CN Medium" panose="020b0600000000000000" charset="-122"/>
                <a:cs typeface="思源黑体 CN Medium" panose="020b0600000000000000" charset="-122"/>
              </a:endParaRPr>
            </a:p>
          </p:txBody>
        </p:sp>
        <p:pic>
          <p:nvPicPr>
            <p:cNvPr id="8" name="图形" descr="预览图_千图网_编号36298668"/>
            <p:cNvPicPr>
              <a:picLocks noChangeAspect="1"/>
            </p:cNvPicPr>
            <p:nvPr/>
          </p:nvPicPr>
          <p:blipFill>
            <a:blip r:embed="rId3"/>
            <a:stretch>
              <a:fillRect/>
            </a:stretch>
          </p:blipFill>
          <p:spPr>
            <a:xfrm>
              <a:off x="9846" y="1451"/>
              <a:ext cx="8071" cy="8071"/>
            </a:xfrm>
            <a:prstGeom prst="rect">
              <a:avLst/>
            </a:prstGeom>
          </p:spPr>
        </p:pic>
        <p:grpSp>
          <p:nvGrpSpPr>
            <p:cNvPr id="9" name="组合 8"/>
            <p:cNvGrpSpPr/>
            <p:nvPr/>
          </p:nvGrpSpPr>
          <p:grpSpPr>
            <a:xfrm flipH="1">
              <a:off x="10214" y="2996"/>
              <a:ext cx="1856" cy="653"/>
              <a:chOff x="10139" y="246"/>
              <a:chExt cx="1856" cy="653"/>
            </a:xfrm>
          </p:grpSpPr>
          <p:sp>
            <p:nvSpPr>
              <p:cNvPr id="15" name="图形"/>
              <p:cNvSpPr/>
              <p:nvPr/>
            </p:nvSpPr>
            <p:spPr>
              <a:xfrm>
                <a:off x="10139" y="246"/>
                <a:ext cx="1856" cy="653"/>
              </a:xfrm>
              <a:prstGeom prst="wedgeRoundRectCallout">
                <a:avLst>
                  <a:gd name="adj1" fmla="val -31927"/>
                  <a:gd name="adj2" fmla="val 81045"/>
                  <a:gd name="adj3" fmla="val 16667"/>
                </a:avLst>
              </a:prstGeom>
              <a:solidFill>
                <a:srgbClr val="3281F6"/>
              </a:solidFill>
              <a:ln>
                <a:noFill/>
              </a:ln>
              <a:effectLst>
                <a:outerShdw blurRad="50800" dist="381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sp>
            <p:nvSpPr>
              <p:cNvPr id="17" name="图形"/>
              <p:cNvSpPr txBox="1"/>
              <p:nvPr/>
            </p:nvSpPr>
            <p:spPr>
              <a:xfrm>
                <a:off x="10369" y="331"/>
                <a:ext cx="1420" cy="315"/>
              </a:xfrm>
              <a:prstGeom prst="rect">
                <a:avLst/>
              </a:prstGeom>
              <a:noFill/>
            </p:spPr>
            <p:txBody>
              <a:bodyPr wrap="none" rtlCol="0">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en-US" sz="700" b="0" i="0" u="none" strike="noStrike" kern="1200" cap="none" spc="0" normalizeH="0" baseline="0" noProof="0">
                    <a:ln>
                      <a:noFill/>
                    </a:ln>
                    <a:solidFill>
                      <a:prstClr val="white"/>
                    </a:solidFill>
                    <a:effectLst/>
                    <a:uLnTx/>
                    <a:uFillTx/>
                    <a:latin typeface="思源黑体 Normal"/>
                    <a:ea typeface="思源黑体 CN Normal" panose="020b0400000000000000" charset="-122"/>
                    <a:cs typeface="字魂创中黑" panose="00000500000000000000" charset="-122"/>
                  </a:rPr>
                  <a:t>Internship record</a:t>
                </a:r>
                <a:endParaRPr kumimoji="0" lang="zh-CN" altLang="en-US" sz="14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字魂创中黑" panose="00000500000000000000" charset="-122"/>
                </a:endParaRPr>
              </a:p>
            </p:txBody>
          </p:sp>
        </p:grpSp>
        <p:grpSp>
          <p:nvGrpSpPr>
            <p:cNvPr id="10" name="组合 9"/>
            <p:cNvGrpSpPr/>
            <p:nvPr/>
          </p:nvGrpSpPr>
          <p:grpSpPr>
            <a:xfrm>
              <a:off x="16721" y="4093"/>
              <a:ext cx="1314" cy="462"/>
              <a:chOff x="17014" y="4416"/>
              <a:chExt cx="1314" cy="462"/>
            </a:xfrm>
          </p:grpSpPr>
          <p:sp>
            <p:nvSpPr>
              <p:cNvPr id="22" name="图形"/>
              <p:cNvSpPr/>
              <p:nvPr/>
            </p:nvSpPr>
            <p:spPr>
              <a:xfrm>
                <a:off x="17014" y="4416"/>
                <a:ext cx="1314" cy="462"/>
              </a:xfrm>
              <a:prstGeom prst="wedgeRoundRectCallout">
                <a:avLst>
                  <a:gd name="adj1" fmla="val -31927"/>
                  <a:gd name="adj2" fmla="val 81045"/>
                  <a:gd name="adj3" fmla="val 16667"/>
                </a:avLst>
              </a:prstGeom>
              <a:solidFill>
                <a:schemeClr val="bg1"/>
              </a:solidFill>
              <a:ln>
                <a:noFill/>
              </a:ln>
              <a:effectLst>
                <a:outerShdw blurRad="152400" dist="38100" dir="5400000" algn="t"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sp>
            <p:nvSpPr>
              <p:cNvPr id="28" name="图形"/>
              <p:cNvSpPr txBox="1"/>
              <p:nvPr/>
            </p:nvSpPr>
            <p:spPr>
              <a:xfrm>
                <a:off x="17042" y="4436"/>
                <a:ext cx="1238" cy="412"/>
              </a:xfrm>
              <a:prstGeom prst="rect">
                <a:avLst/>
              </a:prstGeom>
              <a:noFill/>
            </p:spPr>
            <p:txBody>
              <a:bodyPr wrap="none" rtlCol="0">
                <a:norm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en-US" sz="1100" b="0" i="0" u="none" strike="noStrike" kern="1200" cap="none" spc="0" normalizeH="0" baseline="0" noProof="0">
                    <a:ln>
                      <a:noFill/>
                    </a:ln>
                    <a:solidFill>
                      <a:srgbClr val="3281F6"/>
                    </a:solidFill>
                    <a:effectLst/>
                    <a:uLnTx/>
                    <a:uFillTx/>
                    <a:latin typeface="思源黑体 Normal"/>
                    <a:ea typeface="思源黑体 CN Normal" panose="020b0400000000000000" charset="-122"/>
                    <a:cs typeface="字魂创中黑" panose="00000500000000000000" charset="-122"/>
                  </a:rPr>
                  <a:t>Statistics</a:t>
                </a:r>
                <a:endParaRPr kumimoji="0" lang="zh-CN" altLang="en-US" sz="1200" b="0" i="0" u="none" strike="noStrike" kern="1200" cap="none" spc="0" normalizeH="0" baseline="0" noProof="0">
                  <a:ln>
                    <a:noFill/>
                  </a:ln>
                  <a:solidFill>
                    <a:srgbClr val="3281F6"/>
                  </a:solidFill>
                  <a:effectLst/>
                  <a:uLnTx/>
                  <a:uFillTx/>
                  <a:latin typeface="思源黑体 CN Normal" panose="020b0400000000000000" charset="-122"/>
                  <a:ea typeface="思源黑体 CN Normal" panose="020b0400000000000000" charset="-122"/>
                  <a:cs typeface="字魂创中黑" panose="00000500000000000000" charset="-122"/>
                </a:endParaRPr>
              </a:p>
            </p:txBody>
          </p:sp>
        </p:grpSp>
        <p:sp>
          <p:nvSpPr>
            <p:cNvPr id="20" name="图形"/>
            <p:cNvSpPr txBox="1"/>
            <p:nvPr/>
          </p:nvSpPr>
          <p:spPr>
            <a:xfrm>
              <a:off x="10557" y="8845"/>
              <a:ext cx="7180" cy="580"/>
            </a:xfrm>
            <a:prstGeom prst="rect">
              <a:avLst/>
            </a:prstGeom>
            <a:noFill/>
          </p:spPr>
          <p:txBody>
            <a:bodyPr wrap="square" rtlCol="0">
              <a:normAutofit/>
            </a:bodyPr>
            <a:lstStyle/>
            <a:p>
              <a:pPr algn="ctr"/>
              <a:r>
                <a:rPr lang="en-US" altLang="en-US">
                  <a:solidFill>
                    <a:srgbClr val="3281F6"/>
                  </a:solidFill>
                  <a:latin typeface="思源黑体 Normal"/>
                  <a:ea typeface="思源黑体 CN Normal" panose="020b0400000000000000" charset="-122"/>
                  <a:cs typeface="字魂创中黑" panose="00000500000000000000" charset="-122"/>
                </a:rPr>
                <a:t>STUDENT SOCIAL PRACTICE REPORT</a:t>
              </a:r>
              <a:endParaRPr lang="zh-CN" altLang="en-US">
                <a:solidFill>
                  <a:srgbClr val="3281F6"/>
                </a:solidFill>
                <a:latin typeface="思源黑体 CN Normal" panose="020b0400000000000000" charset="-122"/>
                <a:ea typeface="思源黑体 CN Normal" panose="020b0400000000000000" charset="-122"/>
                <a:cs typeface="字魂创中黑" panose="00000500000000000000" charset="-122"/>
              </a:endParaRPr>
            </a:p>
          </p:txBody>
        </p:sp>
        <p:sp>
          <p:nvSpPr>
            <p:cNvPr id="23" name="图形"/>
            <p:cNvSpPr/>
            <p:nvPr/>
          </p:nvSpPr>
          <p:spPr>
            <a:xfrm>
              <a:off x="1784" y="1505"/>
              <a:ext cx="453" cy="453"/>
            </a:xfrm>
            <a:prstGeom prst="ellipse">
              <a:avLst/>
            </a:prstGeom>
            <a:solidFill>
              <a:srgbClr val="3281F6"/>
            </a:solidFill>
            <a:ln>
              <a:noFill/>
            </a:ln>
            <a:effectLst>
              <a:outerShdw blurRad="50800" dist="38100" dir="7800000" sx="116000" sy="116000" algn="t" rotWithShape="0">
                <a:srgbClr val="2BB76E">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创中黑"/>
                <a:ea typeface="字魂创中黑"/>
                <a:cs typeface="字魂创中黑" panose="00000500000000000000" charset="-122"/>
              </a:endParaRPr>
            </a:p>
          </p:txBody>
        </p:sp>
        <p:sp>
          <p:nvSpPr>
            <p:cNvPr id="21" name="图形"/>
            <p:cNvSpPr/>
            <p:nvPr/>
          </p:nvSpPr>
          <p:spPr>
            <a:xfrm>
              <a:off x="2137" y="1492"/>
              <a:ext cx="1957" cy="412"/>
            </a:xfrm>
            <a:prstGeom prst="rect">
              <a:avLst/>
            </a:prstGeom>
          </p:spPr>
          <p:txBody>
            <a:bodyPr wrap="none">
              <a:normAutofit/>
            </a:bodyPr>
            <a:lstStyle/>
            <a:p>
              <a:r>
                <a:rPr lang="en-US" altLang="zh-CN" sz="1100">
                  <a:solidFill>
                    <a:schemeClr val="tx1"/>
                  </a:solidFill>
                  <a:latin typeface="思源黑体 Normal"/>
                  <a:ea typeface="思源黑体 CN Normal" panose="020b0400000000000000" charset="-122"/>
                  <a:cs typeface="字魂创中黑" panose="00000500000000000000" charset="-122"/>
                </a:rPr>
                <a:t>www.slidesdocs</a:t>
              </a:r>
              <a:endParaRPr lang="en-US" altLang="zh-CN" sz="1200">
                <a:solidFill>
                  <a:schemeClr val="tx1"/>
                </a:solidFill>
                <a:latin typeface="思源黑体 CN Normal" panose="020b0400000000000000" charset="-122"/>
                <a:ea typeface="思源黑体 CN Normal" panose="020b0400000000000000" charset="-122"/>
                <a:cs typeface="字魂创中黑" panose="00000500000000000000" charset="-122"/>
              </a:endParaRPr>
            </a:p>
          </p:txBody>
        </p:sp>
        <p:sp>
          <p:nvSpPr>
            <p:cNvPr id="29" name="图形"/>
            <p:cNvSpPr txBox="1"/>
            <p:nvPr/>
          </p:nvSpPr>
          <p:spPr>
            <a:xfrm>
              <a:off x="1700" y="1583"/>
              <a:ext cx="709" cy="289"/>
            </a:xfrm>
            <a:prstGeom prst="rect">
              <a:avLst/>
            </a:prstGeom>
            <a:noFill/>
          </p:spPr>
          <p:txBody>
            <a:bodyPr wrap="square" rtlCol="0">
              <a:normAutofit/>
            </a:bodyPr>
            <a:lstStyle/>
            <a:p>
              <a:r>
                <a:rPr lang="en-US" altLang="zh-CN" sz="600" b="1">
                  <a:solidFill>
                    <a:schemeClr val="bg1"/>
                  </a:solidFill>
                  <a:latin typeface="思源黑体 Normal"/>
                  <a:ea typeface="思源黑体 CN Normal" panose="020b0400000000000000" charset="-122"/>
                  <a:cs typeface="字魂创中黑" panose="00000500000000000000" charset="-122"/>
                </a:rPr>
                <a:t>LOGO</a:t>
              </a:r>
              <a:endParaRPr lang="en-US" altLang="zh-CN" sz="600" b="1">
                <a:solidFill>
                  <a:schemeClr val="bg1"/>
                </a:solidFill>
                <a:latin typeface="思源黑体 CN Normal" panose="020b0400000000000000" charset="-122"/>
                <a:ea typeface="思源黑体 CN Normal" panose="020b0400000000000000" charset="-122"/>
                <a:cs typeface="字魂创中黑" panose="00000500000000000000" charset="-122"/>
              </a:endParaRPr>
            </a:p>
          </p:txBody>
        </p:sp>
      </p:grpSp>
    </p:spTree>
    <p:custDataLst>
      <p:tags r:id="rId4"/>
    </p:custDataLst>
  </p:cSld>
  <p:clrMapOvr>
    <a:masterClrMapping/>
  </p:clrMapOvr>
  <p:transition advTm="2000">
    <p:wedg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3" presetClass="entr" presetSubtype="16" fill="hold" nodeType="afterEffect">
                                  <p:stCondLst>
                                    <p:cond delay="0"/>
                                  </p:stCondLst>
                                  <p:childTnLst>
                                    <p:set>
                                      <p:cBhvr>
                                        <p:cTn id="6" dur="500" fill="hold">
                                          <p:stCondLst>
                                            <p:cond delay="0"/>
                                          </p:stCondLst>
                                        </p:cTn>
                                        <p:tgtEl>
                                          <p:spTgt spid="30"/>
                                        </p:tgtEl>
                                        <p:attrNameLst>
                                          <p:attrName>style.visibility</p:attrName>
                                        </p:attrNameLst>
                                      </p:cBhvr>
                                      <p:to>
                                        <p:strVal val="visible"/>
                                      </p:to>
                                    </p:set>
                                    <p:animEffect transition="in" filter="plus(in)">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BEAUTIFY_FLAG" val="#wm#"/>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2.xml><?xml version="1.0" encoding="utf-8"?>
<p:tagLst xmlns:p="http://schemas.openxmlformats.org/presentationml/2006/main">
  <p:tag name="ADJUSTMENTS" val="25.83803"/>
  <p:tag name="SHADOWSIZE" val="100"/>
</p:tagLst>
</file>

<file path=ppt/tags/tag3.xml><?xml version="1.0" encoding="utf-8"?>
<p:tagLst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4.xml><?xml version="1.0" encoding="utf-8"?>
<p:tagLst xmlns:p="http://schemas.openxmlformats.org/presentationml/2006/main">
  <p:tag name="KSO_WM_BEAUTIFY_FLAG" val="#wm#"/>
  <p:tag name="KSO_WM_TEMPLATE_CATEGORY" val="custom"/>
  <p:tag name="KSO_WM_TEMPLATE_INDEX" val="20205081"/>
</p:tagLst>
</file>

<file path=ppt/tags/tag5.xml><?xml version="1.0" encoding="utf-8"?>
<p:tagLst xmlns:p="http://schemas.openxmlformats.org/presentationml/2006/main">
  <p:tag name="KSO_WM_BEAUTIFY_FLAG" val="#wm#"/>
  <p:tag name="KSO_WM_TEMPLATE_CATEGORY" val="custom"/>
  <p:tag name="KSO_WM_TEMPLATE_INDEX" val="20205081"/>
</p:tagLst>
</file>

<file path=ppt/tags/tag6.xml><?xml version="1.0" encoding="utf-8"?>
<p:tagLst xmlns:p="http://schemas.openxmlformats.org/presentationml/2006/main">
  <p:tag name="KSO_WM_BEAUTIFY_FLAG" val="#wm#"/>
  <p:tag name="KSO_WM_TEMPLATE_CATEGORY" val="custom"/>
  <p:tag name="KSO_WM_TEMPLATE_INDEX" val="20205081"/>
</p:tagLst>
</file>

<file path=ppt/tags/tag7.xml><?xml version="1.0" encoding="utf-8"?>
<p:tagLst xmlns:p="http://schemas.openxmlformats.org/presentationml/2006/main">
  <p:tag name="KSO_WM_BEAUTIFY_FLAG" val="#wm#"/>
  <p:tag name="KSO_WM_TEMPLATE_CATEGORY" val="custom"/>
  <p:tag name="KSO_WM_TEMPLATE_INDEX" val="20205081"/>
</p:tagLst>
</file>

<file path=ppt/tags/tag8.xml><?xml version="1.0" encoding="utf-8"?>
<p:tagLst xmlns:p="http://schemas.openxmlformats.org/presentationml/2006/main">
  <p:tag name="KSO_WM_BEAUTIFY_FLAG" val="#wm#"/>
  <p:tag name="KSO_WM_TEMPLATE_CATEGORY" val="custom"/>
  <p:tag name="KSO_WM_TEMPLATE_INDEX" val="20205081"/>
</p:tagLst>
</file>

<file path=ppt/tags/tag9.xml><?xml version="1.0" encoding="utf-8"?>
<p:tagLst xmlns:p="http://schemas.openxmlformats.org/presentationml/2006/main">
  <p:tag name="KSO_WM_BEAUTIFY_FLAG" val="#wm#"/>
  <p:tag name="KSO_WM_TEMPLATE_CATEGORY" val="custom"/>
  <p:tag name="KSO_WM_TEMPLATE_INDEX" val="20205081"/>
</p:tagLst>
</file>

<file path=ppt/tags/tag10.xml><?xml version="1.0" encoding="utf-8"?>
<p:tagLst xmlns:p="http://schemas.openxmlformats.org/presentationml/2006/main">
  <p:tag name="KSO_WM_BEAUTIFY_FLAG" val="#wm#"/>
  <p:tag name="KSO_WM_TEMPLATE_CATEGORY" val="custom"/>
  <p:tag name="KSO_WM_TEMPLATE_INDEX" val="20205081"/>
</p:tagLst>
</file>

<file path=ppt/tags/tag11.xml><?xml version="1.0" encoding="utf-8"?>
<p:tagLst xmlns:p="http://schemas.openxmlformats.org/presentationml/2006/main">
  <p:tag name="KSO_WM_BEAUTIFY_FLAG" val="#wm#"/>
  <p:tag name="KSO_WM_TEMPLATE_CATEGORY" val="custom"/>
  <p:tag name="KSO_WM_TEMPLATE_INDEX" val="20205081"/>
</p:tagLst>
</file>

<file path=ppt/tags/tag12.xml><?xml version="1.0" encoding="utf-8"?>
<p:tagLst xmlns:p="http://schemas.openxmlformats.org/presentationml/2006/main">
  <p:tag name="KSO_WM_BEAUTIFY_FLAG" val="#wm#"/>
  <p:tag name="KSO_WM_TEMPLATE_CATEGORY" val="custom"/>
  <p:tag name="KSO_WM_TEMPLATE_INDEX" val="20205081"/>
</p:tagLst>
</file>

<file path=ppt/tags/tag13.xml><?xml version="1.0" encoding="utf-8"?>
<p:tagLst xmlns:p="http://schemas.openxmlformats.org/presentationml/2006/main">
  <p:tag name="KSO_WM_BEAUTIFY_FLAG" val="#wm#"/>
  <p:tag name="KSO_WM_TEMPLATE_CATEGORY" val="custom"/>
  <p:tag name="KSO_WM_TEMPLATE_INDEX" val="20205081"/>
</p:tagLst>
</file>

<file path=ppt/tags/tag14.xml><?xml version="1.0" encoding="utf-8"?>
<p:tagLst xmlns:p="http://schemas.openxmlformats.org/presentationml/2006/main">
  <p:tag name="KSO_WM_BEAUTIFY_FLAG" val="#wm#"/>
  <p:tag name="KSO_WM_TEMPLATE_CATEGORY" val="custom"/>
  <p:tag name="KSO_WM_TEMPLATE_INDEX" val="20205081"/>
</p:tagLst>
</file>

<file path=ppt/tags/tag15.xml><?xml version="1.0" encoding="utf-8"?>
<p:tagLst xmlns:p="http://schemas.openxmlformats.org/presentationml/2006/main">
  <p:tag name="KSO_WM_BEAUTIFY_FLAG" val="#wm#"/>
  <p:tag name="KSO_WM_TEMPLATE_CATEGORY" val="custom"/>
  <p:tag name="KSO_WM_TEMPLATE_INDEX" val="20205081"/>
</p:tagLst>
</file>

<file path=ppt/tags/tag16.xml><?xml version="1.0" encoding="utf-8"?>
<p:tagLst xmlns:p="http://schemas.openxmlformats.org/presentationml/2006/main">
  <p:tag name="KSO_WM_BEAUTIFY_FLAG" val="#wm#"/>
  <p:tag name="KSO_WM_TEMPLATE_CATEGORY" val="custom"/>
  <p:tag name="KSO_WM_TEMPLATE_INDEX" val="20205081"/>
</p:tagLst>
</file>

<file path=ppt/tags/tag17.xml><?xml version="1.0" encoding="utf-8"?>
<p:tagLst xmlns:p="http://schemas.openxmlformats.org/presentationml/2006/main">
  <p:tag name="KSO_WM_BEAUTIFY_FLAG" val="#wm#"/>
  <p:tag name="KSO_WM_TEMPLATE_CATEGORY" val="custom"/>
  <p:tag name="KSO_WM_TEMPLATE_INDEX" val="20205081"/>
</p:tagLst>
</file>

<file path=ppt/tags/tag18.xml><?xml version="1.0" encoding="utf-8"?>
<p:tagLst xmlns:p="http://schemas.openxmlformats.org/presentationml/2006/main">
  <p:tag name="MH" val="20151107102208"/>
  <p:tag name="MH_LIBRARY" val="GRAPHIC"/>
  <p:tag name="MH_ORDER" val="1"/>
  <p:tag name="MH_TYPE" val="Other"/>
</p:tagLst>
</file>

<file path=ppt/tags/tag19.xml><?xml version="1.0" encoding="utf-8"?>
<p:tagLst xmlns:p="http://schemas.openxmlformats.org/presentationml/2006/main">
  <p:tag name="MH" val="20151107102208"/>
  <p:tag name="MH_LIBRARY" val="GRAPHIC"/>
  <p:tag name="MH_ORDER" val="3"/>
  <p:tag name="MH_TYPE" val="Other"/>
</p:tagLst>
</file>

<file path=ppt/tags/tag20.xml><?xml version="1.0" encoding="utf-8"?>
<p:tagLst xmlns:p="http://schemas.openxmlformats.org/presentationml/2006/main">
  <p:tag name="MH" val="20151107102208"/>
  <p:tag name="MH_LIBRARY" val="GRAPHIC"/>
  <p:tag name="MH_ORDER" val="4"/>
  <p:tag name="MH_TYPE" val="Other"/>
</p:tagLst>
</file>

<file path=ppt/tags/tag21.xml><?xml version="1.0" encoding="utf-8"?>
<p:tagLst xmlns:p="http://schemas.openxmlformats.org/presentationml/2006/main">
  <p:tag name="MH" val="20151107102208"/>
  <p:tag name="MH_LIBRARY" val="GRAPHIC"/>
  <p:tag name="MH_ORDER" val="2"/>
  <p:tag name="MH_TYPE" val="Other"/>
</p:tagLst>
</file>

<file path=ppt/tags/tag22.xml><?xml version="1.0" encoding="utf-8"?>
<p:tagLst xmlns:p="http://schemas.openxmlformats.org/presentationml/2006/main">
  <p:tag name="MH" val="20151107102208"/>
  <p:tag name="MH_LIBRARY" val="GRAPHIC"/>
  <p:tag name="MH_ORDER" val="5"/>
  <p:tag name="MH_TYPE" val="Other"/>
</p:tagLst>
</file>

<file path=ppt/tags/tag23.xml><?xml version="1.0" encoding="utf-8"?>
<p:tagLst xmlns:p="http://schemas.openxmlformats.org/presentationml/2006/main">
  <p:tag name="MH" val="20151107102208"/>
  <p:tag name="MH_LIBRARY" val="GRAPHIC"/>
  <p:tag name="MH_ORDER" val="1"/>
  <p:tag name="MH_TYPE" val="Other"/>
</p:tagLst>
</file>

<file path=ppt/tags/tag24.xml><?xml version="1.0" encoding="utf-8"?>
<p:tagLst xmlns:p="http://schemas.openxmlformats.org/presentationml/2006/main">
  <p:tag name="MH" val="20151107102208"/>
  <p:tag name="MH_LIBRARY" val="GRAPHIC"/>
  <p:tag name="MH_ORDER" val="3"/>
  <p:tag name="MH_TYPE" val="Other"/>
</p:tagLst>
</file>

<file path=ppt/tags/tag25.xml><?xml version="1.0" encoding="utf-8"?>
<p:tagLst xmlns:p="http://schemas.openxmlformats.org/presentationml/2006/main">
  <p:tag name="MH" val="20151107102208"/>
  <p:tag name="MH_LIBRARY" val="GRAPHIC"/>
  <p:tag name="MH_ORDER" val="4"/>
  <p:tag name="MH_TYPE" val="Other"/>
</p:tagLst>
</file>

<file path=ppt/tags/tag26.xml><?xml version="1.0" encoding="utf-8"?>
<p:tagLst xmlns:p="http://schemas.openxmlformats.org/presentationml/2006/main">
  <p:tag name="MH" val="20151107102208"/>
  <p:tag name="MH_LIBRARY" val="GRAPHIC"/>
  <p:tag name="MH_ORDER" val="2"/>
  <p:tag name="MH_TYPE" val="Other"/>
</p:tagLst>
</file>

<file path=ppt/tags/tag27.xml><?xml version="1.0" encoding="utf-8"?>
<p:tagLst xmlns:p="http://schemas.openxmlformats.org/presentationml/2006/main">
  <p:tag name="MH" val="20151107102208"/>
  <p:tag name="MH_LIBRARY" val="GRAPHIC"/>
  <p:tag name="MH_ORDER" val="5"/>
  <p:tag name="MH_TYPE" val="Other"/>
</p:tagLst>
</file>

<file path=ppt/tags/tag28.xml><?xml version="1.0" encoding="utf-8"?>
<p:tagLst xmlns:p="http://schemas.openxmlformats.org/presentationml/2006/main">
  <p:tag name="MH" val="20151107102208"/>
  <p:tag name="MH_LIBRARY" val="GRAPHIC"/>
  <p:tag name="MH_ORDER" val="4"/>
  <p:tag name="MH_TYPE" val="Other"/>
</p:tagLst>
</file>

<file path=ppt/tags/tag29.xml><?xml version="1.0" encoding="utf-8"?>
<p:tagLst xmlns:p="http://schemas.openxmlformats.org/presentationml/2006/main">
  <p:tag name="MH" val="20151107102208"/>
  <p:tag name="MH_LIBRARY" val="GRAPHIC"/>
  <p:tag name="MH_ORDER" val="1"/>
  <p:tag name="MH_TYPE" val="Other"/>
</p:tagLst>
</file>

<file path=ppt/tags/tag30.xml><?xml version="1.0" encoding="utf-8"?>
<p:tagLst xmlns:p="http://schemas.openxmlformats.org/presentationml/2006/main">
  <p:tag name="MH" val="20151107102208"/>
  <p:tag name="MH_LIBRARY" val="GRAPHIC"/>
  <p:tag name="MH_ORDER" val="3"/>
  <p:tag name="MH_TYPE" val="Other"/>
</p:tagLst>
</file>

<file path=ppt/tags/tag31.xml><?xml version="1.0" encoding="utf-8"?>
<p:tagLst xmlns:p="http://schemas.openxmlformats.org/presentationml/2006/main">
  <p:tag name="MH" val="20151107102208"/>
  <p:tag name="MH_LIBRARY" val="GRAPHIC"/>
  <p:tag name="MH_ORDER" val="2"/>
  <p:tag name="MH_TYPE" val="Other"/>
</p:tagLst>
</file>

<file path=ppt/tags/tag32.xml><?xml version="1.0" encoding="utf-8"?>
<p:tagLst xmlns:p="http://schemas.openxmlformats.org/presentationml/2006/main">
  <p:tag name="MH" val="20151107102208"/>
  <p:tag name="MH_LIBRARY" val="GRAPHIC"/>
  <p:tag name="MH_ORDER" val="5"/>
  <p:tag name="MH_TYPE" val="Other"/>
</p:tagLst>
</file>

<file path=ppt/tags/tag33.xml><?xml version="1.0" encoding="utf-8"?>
<p:tagLst xmlns:p="http://schemas.openxmlformats.org/presentationml/2006/main">
  <p:tag name="MH" val="20151107102208"/>
  <p:tag name="MH_LIBRARY" val="GRAPHIC"/>
  <p:tag name="MH_ORDER" val="1"/>
  <p:tag name="MH_TYPE" val="Other"/>
</p:tagLst>
</file>

<file path=ppt/tags/tag34.xml><?xml version="1.0" encoding="utf-8"?>
<p:tagLst xmlns:p="http://schemas.openxmlformats.org/presentationml/2006/main">
  <p:tag name="MH" val="20151107102208"/>
  <p:tag name="MH_LIBRARY" val="GRAPHIC"/>
  <p:tag name="MH_ORDER" val="3"/>
  <p:tag name="MH_TYPE" val="Other"/>
</p:tagLst>
</file>

<file path=ppt/tags/tag35.xml><?xml version="1.0" encoding="utf-8"?>
<p:tagLst xmlns:p="http://schemas.openxmlformats.org/presentationml/2006/main">
  <p:tag name="MH" val="20151107102208"/>
  <p:tag name="MH_LIBRARY" val="GRAPHIC"/>
  <p:tag name="MH_ORDER" val="4"/>
  <p:tag name="MH_TYPE" val="Other"/>
</p:tagLst>
</file>

<file path=ppt/tags/tag36.xml><?xml version="1.0" encoding="utf-8"?>
<p:tagLst xmlns:p="http://schemas.openxmlformats.org/presentationml/2006/main">
  <p:tag name="MH" val="20151107102208"/>
  <p:tag name="MH_LIBRARY" val="GRAPHIC"/>
  <p:tag name="MH_ORDER" val="2"/>
  <p:tag name="MH_TYPE" val="Other"/>
</p:tagLst>
</file>

<file path=ppt/tags/tag37.xml><?xml version="1.0" encoding="utf-8"?>
<p:tagLst xmlns:p="http://schemas.openxmlformats.org/presentationml/2006/main">
  <p:tag name="MH" val="20151107102208"/>
  <p:tag name="MH_LIBRARY" val="GRAPHIC"/>
  <p:tag name="MH_ORDER" val="5"/>
  <p:tag name="MH_TYPE" val="Other"/>
</p:tagLst>
</file>

<file path=ppt/tags/tag38.xml><?xml version="1.0" encoding="utf-8"?>
<p:tagLst xmlns:p="http://schemas.openxmlformats.org/presentationml/2006/main">
  <p:tag name="KSO_WM_BEAUTIFY_FLAG" val="#wm#"/>
  <p:tag name="KSO_WM_TEMPLATE_CATEGORY" val="custom"/>
  <p:tag name="KSO_WM_TEMPLATE_INDEX" val="20205081"/>
</p:tagLst>
</file>

<file path=ppt/tags/tag39.xml><?xml version="1.0" encoding="utf-8"?>
<p:tagLst xmlns:p="http://schemas.openxmlformats.org/presentationml/2006/main">
  <p:tag name="KSO_WM_BEAUTIFY_FLAG" val="#wm#"/>
  <p:tag name="KSO_WM_TEMPLATE_CATEGORY" val="custom"/>
  <p:tag name="KSO_WM_TEMPLATE_INDEX" val="20205081"/>
</p:tagLst>
</file>

<file path=ppt/tags/tag40.xml><?xml version="1.0" encoding="utf-8"?>
<p:tagLst xmlns:p="http://schemas.openxmlformats.org/presentationml/2006/main">
  <p:tag name="KSO_WM_BEAUTIFY_FLAG" val="#wm#"/>
  <p:tag name="KSO_WM_TEMPLATE_CATEGORY" val="custom"/>
  <p:tag name="KSO_WM_TEMPLATE_INDEX" val="20205081"/>
</p:tagLst>
</file>

<file path=ppt/tags/tag41.xml><?xml version="1.0" encoding="utf-8"?>
<p:tagLst xmlns:p="http://schemas.openxmlformats.org/presentationml/2006/main">
  <p:tag name="KSO_WM_BEAUTIFY_FLAG" val="#wm#"/>
  <p:tag name="KSO_WM_TEMPLATE_CATEGORY" val="custom"/>
  <p:tag name="KSO_WM_TEMPLATE_INDEX" val="20205081"/>
</p:tagLst>
</file>

<file path=ppt/tags/tag42.xml><?xml version="1.0" encoding="utf-8"?>
<p:tagLst xmlns:p="http://schemas.openxmlformats.org/presentationml/2006/main">
  <p:tag name="MH" val="20160511164610"/>
  <p:tag name="MH_LIBRARY" val="GRAPHIC"/>
  <p:tag name="MH_ORDER" val="1"/>
  <p:tag name="MH_TYPE" val="Other"/>
</p:tagLst>
</file>

<file path=ppt/tags/tag43.xml><?xml version="1.0" encoding="utf-8"?>
<p:tagLst xmlns:p="http://schemas.openxmlformats.org/presentationml/2006/main">
  <p:tag name="MH" val="20160511164610"/>
  <p:tag name="MH_LIBRARY" val="GRAPHIC"/>
  <p:tag name="MH_ORDER" val="2"/>
  <p:tag name="MH_TYPE" val="Other"/>
</p:tagLst>
</file>

<file path=ppt/tags/tag44.xml><?xml version="1.0" encoding="utf-8"?>
<p:tagLst xmlns:p="http://schemas.openxmlformats.org/presentationml/2006/main">
  <p:tag name="MH" val="20160511164610"/>
  <p:tag name="MH_LIBRARY" val="GRAPHIC"/>
  <p:tag name="MH_ORDER" val="7"/>
  <p:tag name="MH_TYPE" val="Other"/>
</p:tagLst>
</file>

<file path=ppt/tags/tag45.xml><?xml version="1.0" encoding="utf-8"?>
<p:tagLst xmlns:p="http://schemas.openxmlformats.org/presentationml/2006/main">
  <p:tag name="MH" val="20160511164212"/>
  <p:tag name="MH_LIBRARY" val="GRAPHIC"/>
  <p:tag name="MH_ORDER" val="1"/>
  <p:tag name="MH_TYPE" val="SubTitle"/>
</p:tagLst>
</file>

<file path=ppt/tags/tag46.xml><?xml version="1.0" encoding="utf-8"?>
<p:tagLst xmlns:p="http://schemas.openxmlformats.org/presentationml/2006/main">
  <p:tag name="MH" val="20160511164610"/>
  <p:tag name="MH_LIBRARY" val="GRAPHIC"/>
  <p:tag name="MH_ORDER" val="1"/>
  <p:tag name="MH_TYPE" val="Other"/>
</p:tagLst>
</file>

<file path=ppt/tags/tag47.xml><?xml version="1.0" encoding="utf-8"?>
<p:tagLst xmlns:p="http://schemas.openxmlformats.org/presentationml/2006/main">
  <p:tag name="MH" val="20160511164610"/>
  <p:tag name="MH_LIBRARY" val="GRAPHIC"/>
  <p:tag name="MH_ORDER" val="2"/>
  <p:tag name="MH_TYPE" val="Other"/>
</p:tagLst>
</file>

<file path=ppt/tags/tag48.xml><?xml version="1.0" encoding="utf-8"?>
<p:tagLst xmlns:p="http://schemas.openxmlformats.org/presentationml/2006/main">
  <p:tag name="MH" val="20160511164610"/>
  <p:tag name="MH_LIBRARY" val="GRAPHIC"/>
  <p:tag name="MH_ORDER" val="7"/>
  <p:tag name="MH_TYPE" val="Other"/>
</p:tagLst>
</file>

<file path=ppt/tags/tag49.xml><?xml version="1.0" encoding="utf-8"?>
<p:tagLst xmlns:p="http://schemas.openxmlformats.org/presentationml/2006/main">
  <p:tag name="MH" val="20160511164212"/>
  <p:tag name="MH_LIBRARY" val="GRAPHIC"/>
  <p:tag name="MH_ORDER" val="1"/>
  <p:tag name="MH_TYPE" val="SubTitle"/>
</p:tagLst>
</file>

<file path=ppt/tags/tag50.xml><?xml version="1.0" encoding="utf-8"?>
<p:tagLst xmlns:p="http://schemas.openxmlformats.org/presentationml/2006/main">
  <p:tag name="MH" val="20160511164610"/>
  <p:tag name="MH_LIBRARY" val="GRAPHIC"/>
  <p:tag name="MH_ORDER" val="1"/>
  <p:tag name="MH_TYPE" val="Other"/>
</p:tagLst>
</file>

<file path=ppt/tags/tag51.xml><?xml version="1.0" encoding="utf-8"?>
<p:tagLst xmlns:p="http://schemas.openxmlformats.org/presentationml/2006/main">
  <p:tag name="MH" val="20160511164610"/>
  <p:tag name="MH_LIBRARY" val="GRAPHIC"/>
  <p:tag name="MH_ORDER" val="2"/>
  <p:tag name="MH_TYPE" val="Other"/>
</p:tagLst>
</file>

<file path=ppt/tags/tag52.xml><?xml version="1.0" encoding="utf-8"?>
<p:tagLst xmlns:p="http://schemas.openxmlformats.org/presentationml/2006/main">
  <p:tag name="MH" val="20160511164610"/>
  <p:tag name="MH_LIBRARY" val="GRAPHIC"/>
  <p:tag name="MH_ORDER" val="7"/>
  <p:tag name="MH_TYPE" val="Other"/>
</p:tagLst>
</file>

<file path=ppt/tags/tag53.xml><?xml version="1.0" encoding="utf-8"?>
<p:tagLst xmlns:p="http://schemas.openxmlformats.org/presentationml/2006/main">
  <p:tag name="MH" val="20160511164212"/>
  <p:tag name="MH_LIBRARY" val="GRAPHIC"/>
  <p:tag name="MH_ORDER" val="1"/>
  <p:tag name="MH_TYPE" val="SubTitle"/>
</p:tagLst>
</file>

<file path=ppt/tags/tag54.xml><?xml version="1.0" encoding="utf-8"?>
<p:tagLst xmlns:p="http://schemas.openxmlformats.org/presentationml/2006/main">
  <p:tag name="KSO_WM_BEAUTIFY_FLAG" val="#wm#"/>
  <p:tag name="KSO_WM_TEMPLATE_CATEGORY" val="custom"/>
  <p:tag name="KSO_WM_TEMPLATE_INDEX" val="20205081"/>
</p:tagLst>
</file>

<file path=ppt/tags/tag55.xml><?xml version="1.0" encoding="utf-8"?>
<p:tagLst xmlns:p="http://schemas.openxmlformats.org/presentationml/2006/main">
  <p:tag name="MH" val="20160511164212"/>
  <p:tag name="MH_LIBRARY" val="GRAPHIC"/>
  <p:tag name="MH_ORDER" val="1"/>
  <p:tag name="MH_TYPE" val="SubTitle"/>
</p:tagLst>
</file>

<file path=ppt/tags/tag56.xml><?xml version="1.0" encoding="utf-8"?>
<p:tagLst xmlns:p="http://schemas.openxmlformats.org/presentationml/2006/main">
  <p:tag name="MH" val="20160511164212"/>
  <p:tag name="MH_LIBRARY" val="GRAPHIC"/>
  <p:tag name="MH_ORDER" val="1"/>
  <p:tag name="MH_TYPE" val="SubTitle"/>
</p:tagLst>
</file>

<file path=ppt/tags/tag57.xml><?xml version="1.0" encoding="utf-8"?>
<p:tagLst xmlns:p="http://schemas.openxmlformats.org/presentationml/2006/main">
  <p:tag name="MH" val="20160511164212"/>
  <p:tag name="MH_LIBRARY" val="GRAPHIC"/>
  <p:tag name="MH_ORDER" val="1"/>
  <p:tag name="MH_TYPE" val="SubTitle"/>
</p:tagLst>
</file>

<file path=ppt/tags/tag58.xml><?xml version="1.0" encoding="utf-8"?>
<p:tagLst xmlns:p="http://schemas.openxmlformats.org/presentationml/2006/main">
  <p:tag name="KSO_WM_BEAUTIFY_FLAG" val="#wm#"/>
  <p:tag name="KSO_WM_TEMPLATE_CATEGORY" val="custom"/>
  <p:tag name="KSO_WM_TEMPLATE_INDEX" val="20205081"/>
</p:tagLst>
</file>

<file path=ppt/tags/tag59.xml><?xml version="1.0" encoding="utf-8"?>
<p:tagLst xmlns:p="http://schemas.openxmlformats.org/presentationml/2006/main">
  <p:tag name="KSO_WM_BEAUTIFY_FLAG" val="#wm#"/>
  <p:tag name="KSO_WM_TEMPLATE_CATEGORY" val="custom"/>
  <p:tag name="KSO_WM_TEMPLATE_INDEX" val="20205081"/>
</p:tagLst>
</file>

<file path=ppt/tags/tag60.xml><?xml version="1.0" encoding="utf-8"?>
<p:tagLst xmlns:p="http://schemas.openxmlformats.org/presentationml/2006/main">
  <p:tag name="MH" val="20160511164212"/>
  <p:tag name="MH_LIBRARY" val="GRAPHIC"/>
  <p:tag name="MH_ORDER" val="1"/>
  <p:tag name="MH_TYPE" val="SubTitle"/>
</p:tagLst>
</file>

<file path=ppt/tags/tag61.xml><?xml version="1.0" encoding="utf-8"?>
<p:tagLst xmlns:p="http://schemas.openxmlformats.org/presentationml/2006/main">
  <p:tag name="MH" val="20160511164212"/>
  <p:tag name="MH_LIBRARY" val="GRAPHIC"/>
  <p:tag name="MH_ORDER" val="1"/>
  <p:tag name="MH_TYPE" val="SubTitle"/>
</p:tagLst>
</file>

<file path=ppt/tags/tag62.xml><?xml version="1.0" encoding="utf-8"?>
<p:tagLst xmlns:p="http://schemas.openxmlformats.org/presentationml/2006/main">
  <p:tag name="MH" val="20160511164212"/>
  <p:tag name="MH_LIBRARY" val="GRAPHIC"/>
  <p:tag name="MH_ORDER" val="1"/>
  <p:tag name="MH_TYPE" val="SubTitle"/>
</p:tagLst>
</file>

<file path=ppt/tags/tag63.xml><?xml version="1.0" encoding="utf-8"?>
<p:tagLst xmlns:p="http://schemas.openxmlformats.org/presentationml/2006/main">
  <p:tag name="KSO_WM_BEAUTIFY_FLAG" val="#wm#"/>
  <p:tag name="KSO_WM_TEMPLATE_CATEGORY" val="custom"/>
  <p:tag name="KSO_WM_TEMPLATE_INDEX" val="20205081"/>
</p:tagLst>
</file>

<file path=ppt/tags/tag64.xml><?xml version="1.0" encoding="utf-8"?>
<p:tagLst xmlns:p="http://schemas.openxmlformats.org/presentationml/2006/main">
  <p:tag name="ADJUSTMENTS" val="25.83803"/>
  <p:tag name="SHADOWSIZE" val="100"/>
</p:tagLst>
</file>

<file path=ppt/tags/tag65.xml><?xml version="1.0" encoding="utf-8"?>
<p:tagLst xmlns:p="http://schemas.openxmlformats.org/presentationml/2006/main">
  <p:tag name="KSO_WM_BEAUTIFY_FLAG" val="#wm#"/>
  <p:tag name="KSO_WM_TEMPLATE_CATEGORY" val="custom"/>
  <p:tag name="KSO_WM_TEMPLATE_INDEX" val="20205081"/>
</p:tagLst>
</file>

<file path=ppt/tags/tag66.xml><?xml version="1.0" encoding="utf-8"?>
<p:tagLst xmlns:p="http://schemas.openxmlformats.org/presentationml/2006/main">
  <p:tag name="AS_OS" val="Unix 2.6 unknown"/>
  <p:tag name="AS_RELEASE_DATE" val="2021.11.30"/>
  <p:tag name="AS_TITLE" val="Aspose.Slides for Java"/>
  <p:tag name="AS_VERSION" val="21.11"/>
</p:tagLst>
</file>

<file path=ppt/theme/theme1.xml><?xml version="1.0" encoding="utf-8"?>
<a:theme xmlns:r="http://schemas.openxmlformats.org/officeDocument/2006/relationships" xmlns:a="http://schemas.openxmlformats.org/drawingml/2006/main" name="Office 主题​​">
  <a:themeElements>
    <a:clrScheme name="自定义 5">
      <a:dk1>
        <a:srgbClr val="000000"/>
      </a:dk1>
      <a:lt1>
        <a:srgbClr val="FFFFFF"/>
      </a:lt1>
      <a:dk2>
        <a:srgbClr val="0F1423"/>
      </a:dk2>
      <a:lt2>
        <a:srgbClr val="FFFFFF"/>
      </a:lt2>
      <a:accent1>
        <a:srgbClr val="3281F6"/>
      </a:accent1>
      <a:accent2>
        <a:srgbClr val="3F3F3F"/>
      </a:accent2>
      <a:accent3>
        <a:srgbClr val="3281F6"/>
      </a:accent3>
      <a:accent4>
        <a:srgbClr val="3F3F3F"/>
      </a:accent4>
      <a:accent5>
        <a:srgbClr val="3281F6"/>
      </a:accent5>
      <a:accent6>
        <a:srgbClr val="3F3F3F"/>
      </a:accent6>
      <a:hlink>
        <a:srgbClr val="3281F6"/>
      </a:hlink>
      <a:folHlink>
        <a:srgbClr val="3F3F3F"/>
      </a:folHlink>
    </a:clrScheme>
    <a:fontScheme name="自定义 9">
      <a:majorFont>
        <a:latin typeface="字魂创中黑"/>
        <a:ea typeface="字魂创中黑"/>
        <a:cs typeface="Arial"/>
      </a:majorFont>
      <a:minorFont>
        <a:latin typeface="字魂创中黑"/>
        <a:ea typeface="字魂创中黑"/>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字魂创中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字魂创中黑"/>
        <a:ea typeface="字魂创中黑"/>
        <a:cs typeface="Arial"/>
        <a:font script="Jpan" typeface="ＭＳ Ｐゴシック"/>
        <a:font script="Hang" typeface="맑은 고딕"/>
        <a:font script="Hans" typeface="字魂创中黑"/>
        <a:font script="Hant" typeface="新細明體"/>
        <a:font script="Arab" typeface="字魂创中黑"/>
        <a:font script="Hebr" typeface="字魂创中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字魂创中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字魂创中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字魂创中黑"/>
        <a:ea typeface="字魂创中黑"/>
        <a:cs typeface="Arial"/>
        <a:font script="Jpan" typeface="ＭＳ Ｐゴシック"/>
        <a:font script="Hang" typeface="맑은 고딕"/>
        <a:font script="Hans" typeface="字魂创中黑"/>
        <a:font script="Hant" typeface="新細明體"/>
        <a:font script="Arab" typeface="字魂创中黑"/>
        <a:font script="Hebr" typeface="字魂创中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字魂创中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Company/>
  <PresentationFormat>宽屏</PresentationFormat>
  <Paragraphs>258</Paragraphs>
  <Slides>24</Slides>
  <Notes>1</Notes>
  <TotalTime>0</TotalTime>
  <HiddenSlides>0</HiddenSlides>
  <MMClips>1</MMClips>
  <ScaleCrop>0</ScaleCrop>
  <HeadingPairs>
    <vt:vector baseType="variant" size="6">
      <vt:variant>
        <vt:lpstr>Fonts used</vt:lpstr>
      </vt:variant>
      <vt:variant>
        <vt:i4>15</vt:i4>
      </vt:variant>
      <vt:variant>
        <vt:lpstr>Theme</vt:lpstr>
      </vt:variant>
      <vt:variant>
        <vt:i4>1</vt:i4>
      </vt:variant>
      <vt:variant>
        <vt:lpstr>Slide Titles</vt:lpstr>
      </vt:variant>
      <vt:variant>
        <vt:i4>24</vt:i4>
      </vt:variant>
    </vt:vector>
  </HeadingPairs>
  <TitlesOfParts>
    <vt:vector baseType="lpstr" size="40">
      <vt:lpstr>Arial</vt:lpstr>
      <vt:lpstr>字魂创中黑</vt:lpstr>
      <vt:lpstr>微软雅黑</vt:lpstr>
      <vt:lpstr>Wingdings</vt:lpstr>
      <vt:lpstr>Calibri Light</vt:lpstr>
      <vt:lpstr>思源黑体 CN Medium</vt:lpstr>
      <vt:lpstr>思源黑体 CN Normal</vt:lpstr>
      <vt:lpstr>字魂创粗黑</vt:lpstr>
      <vt:lpstr>Calibri</vt:lpstr>
      <vt:lpstr>宋体</vt:lpstr>
      <vt:lpstr>Lato</vt:lpstr>
      <vt:lpstr>MS PGothic</vt:lpstr>
      <vt:lpstr>思源黑体 Medium</vt:lpstr>
      <vt:lpstr>思源黑体 Normal</vt:lpstr>
      <vt:lpstr>Source Han Sans SC</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Java</Application>
  <AppVersion>21.1100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title>空白演示</dc:title>
  <dc:creator>Administrator</dc:creator>
  <cp:lastModifiedBy>孟真</cp:lastModifiedBy>
  <cp:revision>298</cp:revision>
  <dcterms:created xsi:type="dcterms:W3CDTF">2019-06-19T02:08:00Z</dcterms:created>
  <dcterms:modified xsi:type="dcterms:W3CDTF">2023-04-25T07:41:20Z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ICV">
    <vt:lpwstr>34A87A8623BA4D7C8FEEAA3B5DA9FDE1</vt:lpwstr>
  </property>
  <property fmtid="{D5CDD505-2E9C-101B-9397-08002B2CF9AE}" pid="3" name="KSOProductBuildVer">
    <vt:lpwstr>2052-11.1.0.10938</vt:lpwstr>
  </property>
  <property fmtid="{D5CDD505-2E9C-101B-9397-08002B2CF9AE}" pid="4" name="KSOSaveFontToCloudKey">
    <vt:lpwstr>212913176_cloud</vt:lpwstr>
  </property>
</Properties>
</file>